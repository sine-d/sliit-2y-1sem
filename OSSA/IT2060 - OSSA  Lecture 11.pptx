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ink/ink2.xml" ContentType="application/inkml+xml"/>
  <Override PartName="/ppt/notesSlides/notesSlide1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5" r:id="rId2"/>
    <p:sldMasterId id="2147483697" r:id="rId3"/>
    <p:sldMasterId id="2147483709" r:id="rId4"/>
    <p:sldMasterId id="2147483721" r:id="rId5"/>
    <p:sldMasterId id="2147483808" r:id="rId6"/>
  </p:sldMasterIdLst>
  <p:notesMasterIdLst>
    <p:notesMasterId r:id="rId25"/>
  </p:notesMasterIdLst>
  <p:sldIdLst>
    <p:sldId id="319" r:id="rId7"/>
    <p:sldId id="335" r:id="rId8"/>
    <p:sldId id="518" r:id="rId9"/>
    <p:sldId id="342" r:id="rId10"/>
    <p:sldId id="343" r:id="rId11"/>
    <p:sldId id="519" r:id="rId12"/>
    <p:sldId id="347" r:id="rId13"/>
    <p:sldId id="357" r:id="rId14"/>
    <p:sldId id="358" r:id="rId15"/>
    <p:sldId id="520" r:id="rId16"/>
    <p:sldId id="521" r:id="rId17"/>
    <p:sldId id="522" r:id="rId18"/>
    <p:sldId id="375" r:id="rId19"/>
    <p:sldId id="524" r:id="rId20"/>
    <p:sldId id="523" r:id="rId21"/>
    <p:sldId id="512" r:id="rId22"/>
    <p:sldId id="525" r:id="rId23"/>
    <p:sldId id="52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626809-E080-8BC5-2BF6-03023C1BD9BF}" v="1" dt="2024-02-12T22:58:46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68" d="100"/>
          <a:sy n="68" d="100"/>
        </p:scale>
        <p:origin x="816" y="6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69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0T05:25:35.211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1911 459 338 0,'-1'-7'346'0,"1"7"-73"15,-5-10 11-15,2 5-72 0,2-1-3 0,1 6-27 16,-5-10-15-16,5 10-14 0,-4-9-20 0,4 9-30 16,-1-8-8-16,1 8-16 0,-3-6-15 0,3 6-15 15,0 0-12-15,-2-7-5 0,2 7-9 0,0 0 5 16,0 0 14-16,0 0 21 0,1 11 17 0,-1-3-2 15,1 2 17-15,-1 3-5 0,3 3-15 0,-3 2-5 16,1 0 8-16,0 6-31 0,1 1 21 0,-2 3-23 16,1-2 14-16,-1 3-28 0,0-2-3 0,0 2-3 15,0-1-6-15,0-1 0 0,-1 0-6 0,2-2 1 16,-2 0-7-16,-2-2 1 0,3-3-1 0,-1-1-2 16,1-1 4-16,-2-1-3 0,1-3 1 0,0-1-5 15,1-2 3-15,0 0-1 0,-1-1-1 0,1-2 6 16,0 0 5-16,-2-1 4 0,2-7 15 0,-1 11 23 15,1-11 7-15,0 8-1 0,0-8-12 0,0 0-20 0,0 0-10 16,0 0-10-16,0 0-4 0,0 0-2 16,-5-4-5-16,5 4 4 0,-4-11-5 0,4 4-4 15,-1-2 5-15,-2-2 0 0,3 1-3 0,-2-3 3 16,-1 1 7-16,2-4-8 0,-3 0 9 0,3 0-12 0,-2 1 12 16,1-2-14-16,-1-1 13 0,2 2-10 0,-2-1 9 15,1-1-10-15,-1 3-3 0,2-2-3 16,-2 0 4-16,1 2 2 0,1 0 5 0,-2 1-4 0,3 1 0 15,-1-1 1-15,-2 1-2 0,3 2-1 0,0-1 0 16,0 0 1-16,0 2-1 0,0 0 3 0,0-1-7 16,0 3 2-16,3 0-1 0,-3-1-2 15,1 2 5-15,2-2-2 0,0 0 3 0,1 3-2 0,0-2-1 16,1 0 2-16,0 1 3 0,3 0 1 0,-1 0-1 16,1 0-3-16,2 0 25 0,2 0-25 0,-2-1-2 15,3 3 3-15,1-1 1 0,-1 0 0 0,1 0 2 16,0 0 1-16,1 1 2 0,2 0-3 0,-2 1 2 15,1-3 0-15,-1 4 0 0,-1-2-3 0,1 2 0 16,-3-1 2-16,-2 1 0 0,1 1-2 0,-2 0 2 16,-9 2-5-16,17-3 9 0,-17 3-12 0,13-3 2 15,-13 3 0-15,10-2-3 0,-10 2-3 0,0 0-8 16,13-2-4-16,-13 2-8 0,0 0-26 0,9 4-48 16,-9-4-67-16,5 6-28 0,-5-6-15 0,0 9-56 0,0-9-108 15,-1 9-45-15,-2-3-245 0,2 1-180 16</inkml:trace>
  <inkml:trace contextRef="#ctx0" brushRef="#br0" timeOffset="284.1">1952 708 407 0,'-8'4'422'0,"2"-1"-11"15,6-3-119-15,-9 6 12 0,9-6-91 0,-9 4 20 0,9-4-82 16,-5 3 19-16,5-3-52 0,0 0 12 0,-6 5-59 16,6-5 14-16,0 0-47 0,0 0 28 0,0 0-42 15,0 0 30-15,0 0-29 0,0 0 18 0,14 1-23 16,-14-1 19-16,15-1-33 0,-15 1 22 0,18-3-32 16,-5 1 31-16,-3 1-37 0,4 1 31 0,-1-3-33 15,1 1 28-15,-4 1-46 0,4 0 18 0,0-1-73 16,-1 1 32-16,0 1-62 0,-2-1 18 0,-11 1-76 15,24 0-35-15,-24 0-64 0,20 0-80 0,-20 0-274 16,17 0-138-16</inkml:trace>
  <inkml:trace contextRef="#ctx0" brushRef="#br0" timeOffset="650.13">2412 524 145 0,'0'-12'452'0,"0"12"-82"16,0-10-45-16,0 10-50 0,0-8-31 0,0 8-18 15,0-6-17-15,0 6-14 0,0 0-17 0,0-10-5 16,0 10-17-16,0 0-21 0,-1-7-22 0,1 7-17 15,0 0-20-15,0 0-15 0,0 0-15 0,0 0-16 16,0 0 7-16,1 7-5 0,1 0 6 0,0 2-4 16,-1 2 15-16,-1 3-20 0,3 1 14 0,-2 2-18 15,-1 0 12-15,3 3-19 0,-2-2 16 0,0 4-18 16,0 2 11-16,1-4-19 0,-1 1 17 0,0-2-20 16,1 1 14-16,-1-1-16 0,0-1 13 0,-1 1-16 15,1-2 13-15,-1-3-15 0,2 1-6 0,-1-1-74 16,-1-2-43-16,0-1-91 0,1 0-9 0,1 1-105 0,-2-4-81 15,0 0-414-15,1-2-363 0</inkml:trace>
  <inkml:trace contextRef="#ctx0" brushRef="#br0" timeOffset="1250.12">2703 587 562 0,'-2'-7'477'0,"-1"0"8"0,3 7-43 16,-4-8-21-16,4 8-62 0,-3-11-42 0,3 11-47 16,-3-6-35-16,3 6-33 0,-4-7-33 0,4 7-25 15,0 0 4-15,-2-6-65 0,2 6-22 0,0 0-13 16,0 0-5-16,0 0-6 0,-4 13-4 0,4-6 0 15,0 5 4-15,0 2 1 0,1 4-3 0,-1 1-6 16,0 3 3-16,0 3-4 0,0 0-4 0,0 0-6 16,0 0 5-16,-1 1-9 0,1-2 4 0,0 1-9 15,-1-5 7-15,1 1-13 0,0-2 13 0,-2 0-13 16,2-2 6-16,0-2-6 0,-1-3 4 0,1 2-6 0,0-4 6 16,0 1-8-16,0-3 11 0,0 1-6 0,0-1 12 15,0-8 1-15,0 12 30 0,0-12-4 16,0 8 59-16,0-8-30 0,0 0-11 0,0 9-16 15,0-9 21-15,0 0-53 0,0 0 32 0,-4-5-44 0,4 5 26 16,-2-12-36-16,0 5 30 0,1-1-37 0,0-2 35 16,-2 1-39-16,3-3 44 0,-2-1-40 15,0 0-1-15,0 1 2 0,1-2 8 0,-2 1-3 0,2-3 0 16,0 0 6-16,-1 4-4 0,0-3 4 0,0 1-4 16,2 0 8-16,-1 2-2 0,1 0-4 0,0-3 5 15,1 5-6-15,1-3 0 0,-1 1 0 0,2 1 25 16,-1-1-31-16,2-2 27 0,2 1-27 0,-2 1 25 15,2 1-31-15,1-2 31 0,-2 3-27 0,4 1 24 16,-1-1-27-16,-1 0 34 0,2 2-34 0,1-1 29 16,-1 2-4-16,0 0-1 0,1 2 0 0,1-2-14 15,-2 2 2-15,1 0-29 0,0-1-25 0,-1 3-31 16,0 0-31-16,0-1-36 0,0 0-41 0,-9 4-57 16,15-5-61-16,-15 5 49 0,12-1-59 0,-12 1-32 15,10 1-46-15,-10-1-67 0,8 4-268 0,-8-4-248 0</inkml:trace>
  <inkml:trace contextRef="#ctx0" brushRef="#br0" timeOffset="1500">2761 751 54 0,'-8'5'491'0,"1"1"-46"15,0-1-114-15,2-1 7 0,5-4-94 0,-10 7 30 16,10-7-74-16,-9 7 13 0,9-7-42 0,-8 5 20 15,8-5-26-15,-5 4 9 0,5-4-20 0,0 0 4 16,-6 6-34-16,6-6-6 0,0 0-34 0,0 0-9 16,0 0-19-16,0 0 2 0,0 0-18 0,4 5-1 15,-4-5-12-15,9-3 7 0,-9 3-15 0,12-2 1 16,-12 2-17-16,17-5-8 0,-7 3-51 0,0-1-28 16,1 1-85-16,0-1-13 0,1 2-71 0,-1-3 5 15,0 1-71-15,1 2-52 0,1-4-81 0,-3 3-232 16,2-1-192-16</inkml:trace>
  <inkml:trace contextRef="#ctx0" brushRef="#br0" timeOffset="2150.01">3277 545 183 0,'0'0'499'0,"-1"-11"-90"0,1 11 9 0,-3-11-96 16,3 11 13-16,-5-9-86 0,5 9-32 0,-6-9-19 15,6 9-33-15,-10-6-21 0,10 6-25 16,-16-4-20-16,16 4-17 0,-19 2-13 0,9 0-10 0,-3 1-14 16,-1 2-2-16,-1 2-5 0,1 0 15 0,-2 0-25 15,1 4 17-15,0-1-18 0,-1 3 6 0,1-2-13 16,2 4 10-16,1 0-18 0,0 1 12 0,0 3-12 16,1-2 14-16,3 1-23 0,1 2 20 0,0-1-17 15,1 0 17-15,2-1-12 0,3-1 11 0,-2 0-15 16,3 0 8-16,1-2-6 0,2 1 8 0,0-1-16 0,-1-1 9 15,6 1-12-15,-3-2 14 0,1 0-18 0,2-2 12 16,1 0-12-16,-2 0 11 0,4-2-12 0,-2 0 13 16,2-2-17-16,2-1 11 0,-2-2-8 15,1 0 13-15,0 0-10 0,0-2 10 0,1 0-9 0,1-2 11 16,0-2-13-16,3 0 15 0,-2-1-15 16,2-2 15-16,-2 1-16 0,4-4 14 0,-2 2-15 15,2-5 8-15,-1 2-6 0,-1-1 16 0,-1 0-14 0,-1-1 17 16,1-1 13-16,-3 2 29 0,-1-2 12 0,0 2 15 15,-2-2 19-15,0-1 0 0,-2 1 10 0,-2-1-7 16,1-1 6-16,-1-1 13 0,-3 1-27 0,-1-3-13 16,-1 2-5-16,-2 0-5 0,1-2-3 0,-2 1-14 15,-2-2-10-15,-1 1-10 0,0-3-5 0,-2 2-13 16,-1 0 45-16,1 3-55 0,-2-2 36 0,1 2-61 16,-1 1 28-16,-1 0-62 0,1 2-3 0,0 0-52 15,-2 2-63-15,-1 0-61 0,3 1-66 0,-3 1-78 16,-1 3-23-16,0 2-32 0,0 0-72 0,-2 2-477 15,2 1-570-15</inkml:trace>
  <inkml:trace contextRef="#ctx0" brushRef="#br0" timeOffset="2867.11">1860 1235 396 0,'0'0'408'0,"0"0"-60"0,0 0-47 16,-9 3-34-16,9-3 17 0,0 0-75 0,0 0 17 16,0 0-47-16,-9 2-15 0,9-2-17 0,0 0-32 15,0 0 0-15,0 0-15 0,-6 6-9 0,6-6-1 16,0 0-20-16,0 0-1 0,0 0-3 0,-5 4-4 15,5-4-9-15,0 0-2 0,0 0 2 0,0 0-2 16,0 0 1-16,0 0 0 0,-2 6 13 0,2-6 20 0,0 0 28 16,12 6 4-16,-12-6 11 0,14 5-2 15,-1-3 3-15,-1 0 53 0,8 0-52 0,0 1 36 16,2-1-44-16,6-1-4 0,3 1 2 0,6-2-11 16,0 3-12-16,4-3 1 0,-2 0-10 0,5 0-6 0,7 0-5 15,0 0-14-15,-1-3 0 0,2 3-14 0,2-2-2 16,-1 1-4-16,0-1-4 0,1-1-1 0,-2 1-8 15,-1 0-2-15,0 0-4 0,2-1 0 0,-5 2 1 16,2-2-2-16,-8 2 3 0,-1-2-3 0,0 2 3 16,1 1-6-16,-4-3 1 0,2 2 0 0,-2 0 13 15,-2 1-5-15,-4-2-7 0,-1 1 7 0,-2 0-13 16,-2 1-1-16,-5-1-9 0,-2 1 4 0,-1-2-5 16,1 2 0-16,-5 0-2 0,-1 0 6 0,0 0-4 15,-14 0 5-15,22 0 13 0,-22 0-12 0,19 0 3 16,-19 0 3-16,15 0 3 0,-15 0-3 0,14-3-3 15,-14 3 2-15,0 0-1 0,15 0-8 0,-15 0 2 16,0 0-1-16,13 0-1 0,-13 0 4 0,0 0-11 16,0 0-6-16,13-1-1 0,-13 1-4 0,0 0-22 0,0 0-32 15,0 0-39-15,0 0-44 0,13 1-56 16,-13-1-42-16,0 0-49 0,0 0-60 0,0 0-42 16,0 0-93-16,0 0-19 0,0 0-170 0,0 0-463 0,5 5-757 15</inkml:trace>
  <inkml:trace contextRef="#ctx0" brushRef="#br0" timeOffset="10532.74">8078 720 128 0,'0'-7'409'16,"-1"1"-33"-16,-1 0-74 0,2 6-2 0,-1-12-92 15,1 12 42-15,-2-11-70 0,2 11 30 0,-3-9-91 16,3 9 19-16,-1-5-69 0,1 5 9 0,0 0-46 16,0 0 38-16,0 0-51 0,-3 10 45 0,3 2-55 15,1 6 48-15,1 2-46 0,-1 5 40 0,-1 2-42 16,3 6 51-16,-2-1-29 0,0 2 16 0,2 1-32 15,-2-2 34-15,2 1-39 0,-2-1 29 0,0-1-30 16,2-3 24-16,-2 2-7 0,0-5 1 0,2-1-1 16,-1-1-10-16,-2-5 3 0,3 1-5 0,-3-3-6 15,1-2-7-15,-1-1-2 0,1-3-31 0,1 0-2 16,-2-2-2-16,1-1-1 0,-1-8-18 0,0 9-13 0,0-9-3 16,0 0 19-16,0 0 1 0,0 0 8 15,0 0 14-15,-8-8 0 0,6 1-42 0,-2-3 58 16,0-1-39-16,3-3 42 0,-3-3-31 0,0-2 55 0,2-4-46 15,-4-3 52-15,2-4-50 0,0-1 60 0,0-4-48 16,1 0 53-16,1 4-50 0,-1-5 56 0,3 1-56 16,1-1 64-16,1 4-55 0,0-1 45 0,2 1-47 15,2 1 59-15,1 3-54 0,-2 5-11 0,1-1 14 16,2 2-1-16,2 1 0 0,-1 3 0 0,0-1-2 16,2 5 4-16,1 0-12 0,-2 3 9 0,3 4 1 15,1-2 0-15,0 4 2 0,-1 2-1 0,1 3 52 16,0 0-61-16,1 3 55 0,-1 1-54 0,3 3 47 15,-4 1-50-15,1 2 45 0,-4 0-50 0,2 2 39 16,-5 1-45-16,2 2 55 0,-4-1-59 0,-1 2 58 16,-1 1-60-16,-2-3 54 0,-2 4-53 0,-2-1 50 15,-2 0-41-15,0 1 51 0,-5-1-51 0,1-1 45 16,-2 0-43-16,-1-2 39 0,-1-1-30 0,3-2 34 16,-4-1-46-16,2 0 47 0,-1-3-46 0,2 0 39 0,-1-2-61 15,1-1 39-15,1-1-59 0,1 2 12 16,-1-3-51-16,10-2-10 0,-16 1-88 0,16-1-69 15,-11-1-74-15,11 1-282 0,0 0-132 0</inkml:trace>
  <inkml:trace contextRef="#ctx0" brushRef="#br0" timeOffset="10966.27">8698 681 24 0,'0'0'548'0,"-4"-9"-72"0,4 9-135 0,-9-7-11 16,4 3-113-16,-3 2 1 0,-3-1-81 0,0 2 21 16,1 2-80-16,-4 0 27 0,0 3-63 0,-1 1 38 15,1 2-60-15,-4 3 42 0,1 2-58 0,1 0 43 16,0-1-59-16,2 4 56 0,3-1-60 0,-2 1 42 16,4-1-46-16,3-2 55 0,-1 1-58 0,1-3 42 15,2 1-56-15,3-2 40 0,-1 0-48 0,4-1 47 16,-2-8-54-16,6 12 40 0,-1-9-64 0,-5-3 19 15,16 4-57-15,-16-4-9 0,21-2 5 0,-9-1-4 16,2-3 1-16,0-2 9 0,0 1 14 0,-1-3 20 16,0 2 17-16,-1-3 11 0,0 1 30 0,-1 0 41 0,-2-1 24 15,0 1 50-15,-2-2-19 0,-1 3 74 16,-1 1-41-16,-1-1 61 0,-2 3-70 0,1-1 42 16,0 2-81-16,-3 5 33 0,2-9-64 0,-2 9 41 15,0 0-59-15,0 0 48 0,0 0-59 0,-5 9 50 0,4-2-56 16,-2 2 49-16,3 2-59 0,-1 0 55 0,1 3-50 15,1 0 48-15,2 0-60 0,-2 2 51 16,4-1-42-16,-1 2 49 0,3-3-55 0,1-1 48 0,0-1-71 16,1 0 33-16,1-4-74 0,0 2 29 0,2-3-66 15,-1-3-35-15,2-1-17 0,1-1-32 0,-1-4-42 16,5-1-39-16,-3 1-246 0,6-6-36 0</inkml:trace>
  <inkml:trace contextRef="#ctx0" brushRef="#br0" timeOffset="11449.02">9072 676 447 0,'0'-11'403'0,"0"1"-59"16,-1 3-57-16,-2-1-54 0,-1 3-42 0,-2 1-27 16,6 4-31-16,-14-4 21 0,14 4-82 0,-19 0 33 15,7 4-73-15,1 3 41 0,-3 0-48 0,0 5 35 16,-3 2-53-16,6 1 42 0,-2 2-54 0,3 2 44 16,1-1-47-16,1 1 44 0,3-2-51 0,1-1 46 15,3-3-54-15,2 1 29 0,-1-2-67 0,4 0-3 16,1 0-11-16,3-4-43 0,1-1-3 0,0 0-38 0,3-4-30 15,-1-1-9-15,0-1 7 0,2-1 17 16,-2-1 9-16,2-3 9 0,1 0 10 0,-4-4 31 16,3 2 40-16,-3-3 47 0,2 1 56 0,-5-2 42 15,1 0 33-15,-1 1 27 0,-2 0 32 0,1 1-1 0,-1-1 55 16,-2 1-63-16,1 1 52 0,-2 1-61 0,-2 6 25 16,4-11-81-16,-4 11 27 0,5-9-75 15,-5 9 32-15,0 0-62 0,0 0 52 0,0 0-58 16,0 0 38-16,6 5-52 0,-4 2 47 0,-1 3-45 0,-1 1 33 15,3 2-39-15,-1 1 49 0,2 3-48 0,-1 0 45 16,2 4-47-16,1-1 45 0,-1 0-48 0,0 1 46 16,2 1-49-16,-2 0 55 0,-1-4-63 0,0 4 58 15,0 1-52-15,-1-3 42 0,0-1-38 0,-2 0 49 16,0-1-52-16,-2-1 55 0,-2 0-50 0,2-1 48 16,-4-2-38-16,0 0 60 0,-1-1 1 0,-2 0 8 15,-1-2-3-15,-4-2 3 0,3-1 0 0,-3 2-4 16,-2-3-4-16,0-3-13 0,-1 0-7 0,-2-3-28 15,2-1 16-15,-5 0-9 0,2-2-2 0,1-3-43 16,-2 0-15-16,-2-2-79 0,4-3 24 0,-1 3-75 16,5-4-27-16,0 2-90 0,2-3-83 0,3 1-306 15,2 0-191-15</inkml:trace>
  <inkml:trace contextRef="#ctx0" brushRef="#br0" timeOffset="11799.29">9424 894 397 0,'10'-5'471'0,"-3"1"-26"0,1 0-131 0,0 0-6 15,-1-3-99-15,1 0 15 0,1-1-90 16,1-2 22-16,-1 0-57 0,0 1 29 0,-2-2-33 0,1 1 22 16,-1-1-22-16,-2 1 24 0,0-1-14 0,-1 2 19 15,0 0-14-15,-2-1 2 0,-2 2-30 0,0 1-6 16,-2-1-27-16,-3 2 0 0,-2 0-22 0,1 3 7 15,-2-1-18-15,8 4 2 0,-19 0-10 0,9 1 8 16,-3 5-10-16,3-1 5 0,-2 4-8 0,0 0 11 16,0 3-16-16,4 2 18 0,-2 0-11 0,4 1 14 15,1-1-7-15,1 3 10 0,2-2-8 0,4-1 3 16,-1 3-4-16,4-4 14 0,-1 3-14 0,2-4 8 16,3 1-11-16,0-3-1 0,3 1 1 0,-1-3-2 15,3 0-4-15,2-2-12 0,-1-1-11 0,3-3-24 16,-1 1-19-16,-1-3-42 0,-2-1-34 0,4-1-5 15,-1 0-69-15,-2-3 31 0,-1 0-77 0,1 0-55 16,-2-3-75-16,1-1-410 0,-5 2-323 0</inkml:trace>
  <inkml:trace contextRef="#ctx0" brushRef="#br0" timeOffset="12416.09">10736 752 498 0,'-3'-7'503'0,"-3"2"-126"16,6 5-7-16,-4-7-121 0,4 7-5 0,-4-6-112 0,4 6 20 15,0 0-64-15,0 0 20 0,-2 6-63 0,3 0 43 16,0 4-58-16,2 0 31 0,-2 2-45 0,3 2 37 16,2 3-46-16,-2-2 36 0,0 2-40 0,-2-2 38 15,1 2-41-15,1 0 44 0,-1-3-42 0,-2 2 35 16,0-3-31-16,0-1 32 0,1 0-30 0,-2-2 29 15,0 1 3-15,1-3 51 0,-1-1 4 0,0 1 31 16,0-8-15-16,-4 9 5 0,4-9-17 0,-2 7 6 16,2-7-12-16,0 0-10 0,0 0-10 0,-11-3-13 15,11 3-19-15,-5-9-3 0,4 1-8 0,-2-1 1 16,3-3-12-16,0 0-2 0,0-2-12 0,0-3 1 16,1 1-7-16,2 0 0 0,0-1-12 0,0 0 3 15,3 0-3-15,0 1 9 0,3 0-24 0,-1 0-8 16,1 4-30-16,2 0-19 0,-1 0-75 0,2 3-5 15,2 1-69-15,-1 0 35 0,2 2-71 0,-1 3-29 16,1 2-60-16,-1-1-67 0,3 4-268 0,-2 1-201 16</inkml:trace>
  <inkml:trace contextRef="#ctx0" brushRef="#br0" timeOffset="12715.22">11122 900 371 0,'0'0'440'0,"0"0"-18"0,0 0-132 0,0 0 7 15,1-6-94-15,-1 6 14 0,5-11-85 0,-4 5 27 16,3-3-76-16,-1 1 30 0,-1-1-56 0,2-2 41 16,-1 2-50-16,-2-3 51 0,2 2-34 0,-2 1 22 15,0-3-32-15,-1 2 27 0,-1 3-26 0,0-3 19 16,-2 1-36-16,0 3 15 0,0-1-12 0,-1 2-15 16,0 1-17-16,4 4 14 0,-14-3-6 0,14 3-3 15,-13 0-26-15,5 3 23 0,1 1-24 0,-1 2 22 16,2 3-19-16,-2-2 21 0,1 6-20 0,0-2 20 15,3-1-23-15,2 2 14 0,-1 0-10 0,3 0 19 16,0 0-25-16,3-1 24 0,-1 0-26 0,2 2 26 16,3-3-23-16,1 1-12 0,1-2-50 0,3-1-7 15,0-1-72-15,3-2 10 0,1-2-95 0,-2-1-42 16,4-2-42-16,0-2-81 0,3-1-208 0,0-1-122 16</inkml:trace>
  <inkml:trace contextRef="#ctx0" brushRef="#br0" timeOffset="12999.08">11578 498 165 0,'-6'-13'535'0,"-2"4"-125"0,0-1-63 0,1 0-65 16,0 4-54-16,-2-2-41 0,0 4-33 0,0-1-40 0,2 3-24 16,7 2-13-16,-17 0-17 0,6 2-8 0,2 3-7 15,-2 2-8-15,0 3 9 0,2 3-5 0,-1 3 39 16,0 2-50-16,0 4 45 0,3 5-37 0,-2 2 33 15,5 1-40-15,-1 3 25 0,1 1-35 0,3 1 21 16,0-1-28-16,-2 1 21 0,3 1-29 0,0-2 21 16,-1 0-16-16,-1 0 17 0,1-1-25 0,0 0 22 15,0-5-23-15,-2-1 24 0,1-4-35 0,-1 2 25 16,2-3 1-16,-2-1-11 0,1-4-23 0,-1-1-64 16,3-3-45-16,-3-1-62 0,2-2-127 0,-1-1-145 15,-1-4-282-15,3-5-249 0</inkml:trace>
  <inkml:trace contextRef="#ctx0" brushRef="#br0" timeOffset="13150.06">11213 955 454 0,'-3'-13'513'0,"2"1"-137"0,1 1-14 16,0 1-99-16,2-3-1 0,2 0-98 0,4-2-1 0,1 2-72 15,1-3 18-15,5 0-66 0,1 2 16 0,1-1-104 16,4 1-19-16,-3 1-122 0,2 1-99 0,3 1-439 15,-2 0-230-15</inkml:trace>
  <inkml:trace contextRef="#ctx0" brushRef="#br0" timeOffset="13499.08">11684 889 521 0,'-14'5'475'0,"14"-5"-131"0,0 0-21 16,-9-3-118-16,9 3 9 0,0-10-87 0,4 3 20 16,1-2-82-16,3-1 32 0,-1 0-70 0,1-2 41 15,2 0-60-15,-1 0 32 0,0 0 7 0,-1 0-60 0,1 0 49 16,-3 0-58-16,-1 1 47 0,-1 0-44 16,-1 2 45-16,-1-3-39 0,-2 6 50 0,0 6-56 15,-1-14 51-15,-3 9-53 0,0-2 51 0,-2 4-50 16,6 3 44-16,-17-5-49 0,17 5 51 0,-19 3-57 0,6 0 55 15,2 2-44-15,-3 2 43 0,2 1-45 16,1 3 50-16,-1 1-49 0,1-1 48 0,-2 3-43 16,4 0 39-16,3-2-24 0,-1 0 62 0,3 3-40 0,2-1 55 15,-2-2-45-15,4 0 48 0,4-2-33 0,-2 2 20 16,2-2-34-16,4-2 19 0,1 1-31 0,2-1-14 16,1-2-80-16,3-2 3 0,2-1-95 15,2-2-41-15,0 1-88 0,0-4-88 0,2 0-280 0,-1-4-172 16</inkml:trace>
  <inkml:trace contextRef="#ctx0" brushRef="#br0" timeOffset="13849.07">11974 715 490 0,'-2'-9'553'16,"2"9"-7"-16,-4-7-82 0,4 7-47 0,0 0-98 15,-3-6-43-15,3 6-74 0,0 0-35 0,0 0-36 16,0 0-13-16,0 0-35 0,9 5-8 0,-4 1-25 15,0 2 0-15,0 0-24 0,3 3 7 0,-1 2-22 0,0-1 9 16,-2 3-20-16,0-2-1 0,-1 3-19 16,0-2 10-16,0 0-13 0,-3-2 18 0,2 1-17 15,-2-1 12-15,-1 0-2 0,0-2 17 0,-1-1-17 16,1 0 26-16,-3-2-15 0,3 0 19 0,0-7-12 0,-5 9 13 16,5-9-12-16,-6 3 16 0,6-3 29 15,0 0 20-15,-8-3-5 0,8 3 6 0,-4-11-4 16,3 4-4-16,1-2 1 0,-2-1-11 0,4-3-4 0,-1 1-7 15,2-3-3-15,0 2-17 0,3-3-2 0,-4-1-8 16,7 2-2-16,0-2-20 0,0 3-27 0,3-1-30 16,0 1-44-16,1 0-42 0,1 1-36 0,2 3-82 15,-1-2 37-15,-1 5-77 0,1 0-42 0,-2 0-57 16,3 2-48-16,1 2-226 0,-2 0-189 0</inkml:trace>
  <inkml:trace contextRef="#ctx0" brushRef="#br0" timeOffset="14149.2">12351 798 163 0,'-10'3'509'0,"10"-3"-47"0,0 0-135 0,-12-4-4 16,12 4-112-16,-1-7 12 0,1 7-109 0,3-13 24 16,-1 7-71-16,6-3 25 0,-3-1-54 0,0 2 40 15,1-2-66-15,2 3 49 0,-4-4-61 0,2 2 53 16,-2 0-59-16,1 0 34 0,-3-2-36 0,-1 5 53 15,0-1-63-15,-2 1 61 0,0-1-59 0,1 7 42 16,-7-10-49-16,7 10 58 0,-13-7-58 0,13 7 53 0,-14-4-56 16,14 4 52-16,-19 3-50 0,10 1 54 0,0 0-55 15,-3 5 56-15,1-1-62 0,2 2 60 0,-1 2-54 16,1 0 49-16,4 1-46 0,0-1 55 0,1 2-47 16,-1 0 40-16,5-1-46 0,0-1 56 0,3 1-57 15,0-2 52-15,2 0-63 0,3 0 32 0,0-1-72 16,3-2 24-16,0-2-73 0,0-1-51 0,3-2-48 15,-1-1-82-15,2 0-353 0,-2-4-164 0</inkml:trace>
  <inkml:trace contextRef="#ctx0" brushRef="#br0" timeOffset="14565.22">12553 699 341 0,'0'0'513'15,"-4"-8"-22"-15,4 8-112 0,-2-7-5 0,2 7-92 16,-3-7-42-16,3 7-79 0,0 0-7 0,0 0-55 15,0 0 14-15,-8 4-49 0,8-4 7 0,-1 10-35 16,-2-3 19-16,2 3-33 0,1 0 12 0,-1 3-20 16,1 0 16-16,-1-2-32 0,1 2 11 0,-2-1-45 0,1 2 19 15,1-2-71-15,0-1 46 0,-1 0-48 16,1-4 62-16,0 1-43 0,-2-2 62 0,2-6-50 16,-2 13 70-16,2-13-48 0,0 8 42 0,0-8-48 15,0 0 52-15,0 0-48 0,0 0 58 0,0 0-59 0,0 0 57 16,-1-10-39-16,1 10 57 0,0-15-41 0,1 5 59 15,1-1-34-15,1-1 41 0,1 1-14 16,0-2 38-16,0-2-31 0,1 1 30 0,1 1-23 0,2 0 22 16,-2 1-35-16,2 1 21 0,1-1-23 0,0 2 11 15,0 0-24-15,-3 1 17 0,4 2-29 0,-1 1 8 16,0 2-17-16,0 0 12 0,1 1-28 0,-10 3 22 16,17-1-24-16,-17 1 17 0,20 4-22 0,-9 0 19 15,-1 1-24-15,-1 3 26 0,-2 0-22 0,1 0 16 16,0 4-19-16,-2-2 14 0,-2 2-15 0,-1 0 14 15,-1 0-40-15,-2 0 7 0,0 1-45 0,0 0-4 16,-2 0-76-16,-1-1 32 0,-2 1-74 0,1-1-26 16,-1-1-61-16,-1-1-60 0,0-3-352 0,0 0-210 15</inkml:trace>
  <inkml:trace contextRef="#ctx0" brushRef="#br0" timeOffset="14848.27">13032 657 415 0,'3'-9'507'0,"-1"-1"-73"0,1 3-52 15,-3-1-24-15,0 1-43 0,-4 0-64 0,3 1-31 0,-2 0-58 16,3 6-28-16,-6-8-34 0,1 3-18 0,5 5-14 16,-13-2-8-16,13 2-15 0,-19 2-10 15,6 3 18-15,1 1-37 0,-1 0 25 0,0 3-27 0,-2 4 21 16,0 2-22-16,2-1 34 0,1 0-18 0,0 1 8 15,3 2-2-15,-1-3 21 0,6 1-13 0,-1-2 12 16,1 2-10-16,3-3 7 0,1-1-16 0,1 1 7 16,2 0-19-16,1-3-2 0,1-1-10 0,2 1-25 15,2-2-51-15,2-2-47 0,1 0-109 0,2-2 16 16,2-2-91-16,-1-1-53 0,0 0-29 0,3-1-39 16,1-2-291-16,-2 1-213 0</inkml:trace>
  <inkml:trace contextRef="#ctx0" brushRef="#br0" timeOffset="15099.31">13211 751 437 0,'8'-7'417'0,"-1"-2"30"0,-3 2-113 0,0 0 33 16,0-1-16-16,0-1-15 0,0 1-41 0,-2 0-13 15,2-2-28-15,-3 4-15 0,2-1-11 0,-2-1-23 16,0 3-31-16,-1 5-37 0,-1-12-27 0,1 12-26 0,-4-9-23 16,4 9-12-16,-9-5-13 0,9 5-8 15,-11-3-5-15,11 3-10 0,-15 5 3 0,5 1-8 16,3 0 8-16,-2-1-14 0,0 5 10 0,1 0-8 15,-1 2 7-15,3 0-6 0,-2 0 3 0,3 2-11 0,3-2 10 16,-1-1-13-16,2 1 8 0,1 0-7 0,1-1 0 16,3 0-5-16,0-2-12 0,2 0-36 0,2-2-32 15,1 1-45-15,2-4-45 0,1-1-25 0,-1-1-85 16,4-1 42-16,0-1-61 0,0-1-34 0,0-3-32 16,2 1-45-16,-2-1-310 0,2-2-233 0</inkml:trace>
  <inkml:trace contextRef="#ctx0" brushRef="#br0" timeOffset="15848.19">14136 601 507 0,'5'-9'460'0,"-1"0"-41"0,1 3-21 15,-3-3-11-15,0 4-23 0,-2-3-56 0,0 1-50 16,0 2-46-16,-1-2-46 0,1 7-28 0,-5-12-33 16,1 7-24-16,-1 2-16 0,-2-1-17 0,7 4-6 15,-19-2-10-15,19 2-5 0,-20 2-10 0,8 2 0 16,2 1-3-16,-3 1-3 0,3 0 1 0,-1 1-3 0,0 1-4 15,4-1-6-15,0 3 8 0,1-3-19 16,1 2 12-16,2-1-17 0,1 0 10 0,2 1-13 16,2 1 9-16,1 0-17 0,1-1 15 0,3 1-33 0,2 1 8 15,1 0-32-15,3 0 15 0,1 1-43 0,0 1 39 16,2-1-47-16,-1 0 63 0,-1 1-39 0,1 0 59 16,-2 0-31-16,-1-2 43 0,-1 0-36 15,-2 1 46-15,0-3-37 0,0 1 37 0,-4-1 3 0,-1-1-36 16,0 1 44-16,-3-3-33 0,-1 3 51 0,-1-2-27 15,-2 1 36-15,-1-1-8 0,-3 0 43 0,-1-1-26 16,-1 0 24-16,0-1-20 0,-1-1 18 0,0-1-29 16,-2 0 13-16,1 0-31 0,-1-3 9 0,1 0-18 15,11 0 17-15,-23 0-29 0,11-2-34 0,2-2-77 16,1 1-8-16,0-1-83 0,0-2-47 0,5 0-100 16,-2 0-104-16,3-1-261 0,1 0-221 0</inkml:trace>
  <inkml:trace contextRef="#ctx0" brushRef="#br0" timeOffset="16215.09">14479 485 603 0,'-6'-9'560'0,"3"1"3"0,0 1-7 0,-2 2-55 0,3-1-44 15,2 6-22-15,-4-10-80 0,4 10-45 0,-6-8-71 16,6 8-52-16,-2-6-41 0,2 6-33 0,0 0-29 16,-5-5-22-16,5 5-9 0,0 0-17 15,0 0-3-15,-3 9-5 0,3-9-4 0,0 14-4 0,0-3-26 16,1 2 34-16,1 4-37 0,-2 0 30 0,0 0-31 16,1 3 3-16,-1-1 6 0,-1 1 1 0,2 4 3 15,-1 0-4-15,0-3 3 0,-1 1-2 0,-2 0 30 16,3-3-30-16,0 2 21 0,0-2-22 0,0-1 23 15,0-1-32-15,0-2 34 0,0-3-37 0,0 2 34 16,0-2-36-16,3-2 34 0,-2-1-34 0,4-1 25 16,-2 1-27-16,3-3 11 0,2-2-73 0,-1-1-34 15,2-1-52-15,-9-2-58 0,22 0-45 0,-9-4-89 16,1 1-2-16,0-2-103 0,0-2-90 0,0 0-351 16,0-1-470-16</inkml:trace>
  <inkml:trace contextRef="#ctx0" brushRef="#br0" timeOffset="16415.32">14388 666 128 0,'-14'-1'718'0,"1"0"-122"0,13 1-22 0,-17-2-70 16,17 2-70-16,-12-2-76 0,12 2-77 0,-8-3-62 15,8 3-39-15,0 0-43 0,1-8-31 0,7 3-41 16,1 1-45-16,5-2-77 0,1-1-77 0,6 1-100 15,2-2 4-15,2 1-124 0,3-2-99 0,2 1-445 16,-1 1-461-16</inkml:trace>
  <inkml:trace contextRef="#ctx0" brushRef="#br0" timeOffset="16748.25">14771 562 464 0,'-10'3'618'0,"10"-3"-60"0,-6 2-110 0,6-2-91 16,-7 4-81-16,7-4-61 0,-5 6-45 0,5-6-28 16,-1 7-13-16,1-7 1 0,0 13-38 0,1-4-1 0,2 1-29 15,-1 0-1-15,1 2-25 0,-2-2 1 16,4 1-17-16,-4 1 6 0,2 0-20 0,1-1 10 16,0-1-13-16,-3 1-6 0,0 1-2 0,2-4 6 15,-2 1 0-15,0-1-4 0,-1-1 2 0,0-7 1 0,0 12 10 16,0-12 2-16,-4 12 22 0,4-12 32 0,-3 5 13 15,3-5 23-15,-8 4 17 0,8-4 7 16,0 0 29-16,0 0-32 0,-9-4 17 0,9 4-35 0,-3-11-14 16,3 11-14-16,-1-13-14 0,4 5-4 0,-2-3-18 15,3 3-11-15,0-2 26 0,2-2-44 0,2 0 22 16,-1 2-62-16,2-2-2 0,3 0-48 0,1-1-47 16,0 1-48-16,2 1-47 0,0-1-58 0,0 1-71 15,0 3-32-15,0 0-44 0,-1-1-86 0,1 2-394 16,-2 1-472-16</inkml:trace>
  <inkml:trace contextRef="#ctx0" brushRef="#br0" timeOffset="16933.1">15119 562 86 0,'0'0'670'16,"-3"4"-224"-16,3-4-42 0,-4 6-106 0,4-6 60 15,-2 10-42-15,2-10-19 0,-2 13-44 0,1-5-25 16,1 1-53-16,0 0-21 0,0 3-43 0,0-2-10 0,0 2-26 15,0-1-8-15,1 0-25 0,1 0-7 16,-2 0-18-16,1 0-60 0,-1-3-112 0,1 1-34 16,1-1-86-16,-2-8-71 0,2 14-95 0,-2-14-405 15,0 7-391-15</inkml:trace>
  <inkml:trace contextRef="#ctx0" brushRef="#br0" timeOffset="17115.12">15073 481 357 0,'-5'-11'694'0,"2"1"-56"16,-2 2 3-16,4 2-166 0,-2-1-4 0,2 1-144 15,-2 1 3-15,3 5-129 0,-2-10-9 0,2 10-162 16,-3-6-57-16,3 6-130 0,0 0-34 0,0 0-49 16,0 0-49-16,0 0-99 0,0 0-74 0,13 3-359 15,-13-3-359-15</inkml:trace>
  <inkml:trace contextRef="#ctx0" brushRef="#br0" timeOffset="17548.32">15308 572 435 0,'0'0'707'0,"0"0"-137"0,0 0-54 16,0 8-112-16,0-8-72 0,0 0-78 15,0 0-49-15,-1 8-45 0,1-8 0 0,0 12-28 16,0-6-16-16,0 2-28 0,0 1-4 0,0 3-25 15,0-2-7-15,0 2-16 0,0 0-1 0,0 2-14 0,0-2 0 16,0 0-10-16,-2-1-3 0,2 2-2 0,-1-2 2 16,1-2-9-16,0-1 2 0,0 1-16 15,0-4 5-15,0-5-12 0,0 12 14 0,0-12-18 0,0 8 12 16,0-8-30-16,0 0 8 0,0 0-17 0,0 0 19 16,0 0-7-16,8-5 19 0,-6-2-19 0,3-1 23 15,-1 1-15-15,3-3 25 0,-2-1-25 0,3-1 32 16,0 1-15-16,0-1 33 0,0 0-2 0,2 2 18 15,-1-1 10-15,-1-1 6 0,1 2 7 0,1-1 0 16,-4 2-2-16,2 1 3 0,0 2-7 0,-1-1-7 16,-1 2-5-16,1-2-13 0,-1 4-5 0,2-1-6 15,-8 4 0-15,13-5-12 0,-13 5-2 0,16 0 0 16,-16 0-4-16,13 4-1 0,-5-1-3 0,-2 1 7 16,2 1 1-16,-2 3-11 0,-1-1 3 0,-1 2-6 15,0 1 5-15,0-1-18 0,-2 3-15 0,0-1-27 16,-1 1-11-16,-1 0-58 0,0 0-11 0,0 0-79 15,0 0 42-15,0 0-70 0,-1-3-22 0,1 0-31 16,0 0-40-16,0-3-65 0,0-6-197 0,2 11-123 0</inkml:trace>
  <inkml:trace contextRef="#ctx0" brushRef="#br0" timeOffset="18098.09">15850 656 441 0,'6'-9'521'16,"0"0"3"-16,-2 1-67 0,0-1-25 0,-1 0-66 15,-1 0-35-15,0 2-46 0,-1 0-49 0,-2 0-18 16,-1 2-44-16,0-2-38 0,-2 2-33 0,-1 0-14 16,-3 2-25-16,-1-1-15 0,-1 3-12 0,10 1 33 15,-24 2-53-15,12 2 0 0,-3 1-2 0,1 2-6 16,-3 1-1-16,-1 6 4 0,4-3-4 0,-1 2-2 16,2-1-6-16,3 0-14 0,0 0-39 0,3 0-19 15,2 0-34-15,3-3-3 0,0 1-18 0,2-2 9 16,2-1-44-16,1-1 37 0,3 0-64 0,0-1 41 15,4-2-64-15,-10-3 31 0,22 0-28 0,-9-2 24 16,-2-1 34-16,4-1 38 0,0-2 7 0,0 1 35 16,-2-2 13-16,1 0 49 0,-3 0 36 0,1-1 50 15,-2 1 72-15,-2 2-43 0,-1-3 79 0,0 3 10 16,0 0 10-16,-3-1 6 0,-4 6-15 0,9-7-26 16,-9 7-33-16,5-7-26 0,-5 7-29 0,0 0-20 15,9-5-18-15,-9 5-9 0,0 0-2 0,0 0-5 0,5 5 7 16,-5-5-15-16,0 9 7 0,-1-2-14 0,1 1 8 15,0-1-12-15,0 4 8 0,0 0-9 16,1 3 7-16,-1-2-15 0,0 5 1 0,3 0-2 16,-2 0 2-16,-1 0-3 0,1 2 3 0,1-1-1 0,0 0-2 15,-2 0-1-15,2-1 4 0,-2 3-2 0,1-2 1 16,-1-1 2-16,-1 0-3 0,1 0 1 0,-2 2 1 16,0-4 10-16,-1 1-14 0,0-1 13 0,0 0-9 15,-4-2 10-15,1 1-9 0,1 0 5 0,-4-2-6 16,-1 0 10-16,1-2-13 0,-3 1 11 0,1 0-9 15,-1-2 14-15,1-3-6 0,-3 2 3 0,2-1-9 16,-2-2 10-16,1 0-7 0,2-2 4 0,-3 0-9 16,2-1 9-16,-2-2-10 0,1 0 8 0,-1-2-16 15,2-1-58-15,0 0-57 0,-2-2-41 0,1-1-90 16,1-2 23-16,1-1-88 0,3-1-64 0,-2 0-94 16,4-2-291-16,1 0-283 0</inkml:trace>
  <inkml:trace contextRef="#ctx0" brushRef="#br0" timeOffset="18398.29">16247 583 109 0,'10'-6'574'16,"-3"0"-121"-16,-2 2-78 0,-5 4-90 15,9-7-38-15,-9 7-69 0,10-5-41 0,-10 5 19 16,0 0-83-16,13 0 37 0,-13 0-80 0,8 5 41 0,-8-5-75 15,8 5 36-15,-8-5-53 0,4 8 61 0,-4-8-60 16,3 9 55-16,-3-9-54 0,-3 7 40 0,3-7-39 16,-2 7 59-16,2-7-52 0,-8 4 87 0,8-4-8 15,-5 2 61-15,5-2-13 0,0 0 4 0,0 0-21 16,-13 0 25-16,13 0-38 0,0 0-7 0,-6-5-47 16,6 5 1-16,0 0-67 0,0-8-14 0,0 8-72 15,2-5 21-15,-2 5-77 0,8-4-14 0,-8 4-40 16,8-3-55-16,-8 3-50 0,12-6-403 0,-12 6-242 15</inkml:trace>
  <inkml:trace contextRef="#ctx0" brushRef="#br0" timeOffset="18648.18">16385 769 17 0,'0'0'372'16,"-4"9"-90"-16,4-9-62 0,-2 10-49 0,2-10-24 15,-5 10-41-15,5-10-12 0,-4 9 5 0,4-9-1 0,-5 10 8 16,5-10 3-16,-5 9 52 0,5-9-44 0,-7 7 68 16,7-7-54-16,-7 5 60 0,7-5-28 0,-9 2 26 15,9-2-22-15,0 0 15 0,-13-1-22 16,13 1 13-16,0 0-17 0,-12-5-3 0,12 5-35 0,0 0-24 16,-5-6-34-16,5 6-12 0,0 0-30 0,0-9-22 15,0 9-54-15,4-7-28 0,-4 7-78 0,8-6-13 16,-8 6-82-16,9-6-28 0,-9 6-117 0,11-7-491 15,-11 7-457-15</inkml:trace>
  <inkml:trace contextRef="#ctx0" brushRef="#br0" timeOffset="20564.64">17382 560 472 0,'0'0'421'0,"-4"-11"-37"16,4 11-60-16,-1-9-28 0,1 9-3 0,-3-9-5 15,3 9-37-15,-2-5-30 0,2 5-30 0,-3-7-35 16,3 7-28-16,0 0-35 0,0 0-18 0,-4-3-18 15,4 3-16-15,0 0-4 0,-6 7 3 0,4 1 26 16,1 1-2-16,-1 3 15 0,-2 1 7 0,0 3 10 16,3 2-17-16,-3 1-7 0,3 3-15 0,-2 0-6 15,1 0-4-15,0 1-4 0,0-3 5 0,-1-1 4 16,2 1-4-16,0-2-7 0,-1 0 0 0,2-1-9 16,-2-1 0-16,0 0-9 0,1-2 1 0,1-2-8 15,-2 0 3-15,1-1-10 0,1-1 8 0,-2-1-10 16,2-2 6-16,0 1-8 0,0-2 4 0,0-6-14 15,0 12 20-15,0-12-14 0,0 9 3 0,0-9-40 0,0 8-74 16,0-8-63-16,0 0-115 0,3 7-16 0,-3-7-123 16,0 0-111-16,0 0-427 0,0 0-552 0</inkml:trace>
  <inkml:trace contextRef="#ctx0" brushRef="#br0" timeOffset="20848.3">17758 895 56 0,'0'0'624'16,"0"0"-102"-16,0 0-171 0,0 0-21 0,0 0-111 15,0 0 2-15,0 0-93 0,10 1 27 0,-10-1-72 16,2 6 31-16,-2-6-58 0,7 8 15 0,-7-8-47 15,3 9 38-15,0-5-53 0,-3-4 39 0,5 12-53 16,-2-5 39-16,-3-7-44 0,1 13 41 0,0-8-48 16,-1-5 47-16,-1 13-46 0,-2-5 45 0,0-1-50 15,-1 0 46-15,-3 0-53 0,-1-1 19 0,-1 1-78 16,-2-2 11-16,1 2-95 0,-1-4-65 0,0 0-89 16,-1 1-380-16,1-3-210 0</inkml:trace>
  <inkml:trace contextRef="#ctx0" brushRef="#br0" timeOffset="21681.31">18165 630 68 0,'5'-4'511'0,"-5"4"-129"0,9-8-68 0,-9 8-91 15,5-4-27-15,-5 4-46 0,0 0-32 0,8-5-23 16,-8 5-30-16,0 0-6 0,0 0-22 0,0 0 3 16,0 0-9-16,0 0-2 0,0 0 31 0,0 0-50 15,-4 8 38-15,4-8-56 0,-5 4 59 0,5-4-63 16,-6 2 52-16,6-2-52 0,0 0 52 0,-8 4-44 16,8-4 45-16,0 0-45 0,0 0 38 0,0 0-36 15,0 0 45-15,-10-1-58 0,10 1 52 0,0 0-51 16,0 0 41-16,0 0-58 0,-1-7 58 0,1 7-55 15,0 0 53-15,0 0-60 0,0 0 5 0,2-5 55 16,-2 5-57-16,0 0 2 0,0 0 6 0,0 0 45 16,0 0-55-16,0 0-24 0,0 0 43 0,0 0 40 0,0 0-46 15,0 7 47-15,0-7-45 0,0 0 46 0,-6 5-35 16,6-5 33-16,0 0-42 0,-7 2 66 0,7-2-44 16,0 0 65-16,0 0-53 0,0 0 57 15,0 0-50-15,-11-2 50 0,11 2-62 0,0 0 52 0,0-8-72 16,0 8 57-16,5-9-54 0,-5 9 59 0,6-9-62 15,-2 4 3-15,3-1 7 0,-2 0-8 0,2 1 2 16,1 0 4-16,0-1-5 0,-2 4 2 0,4-3 6 16,-1 0-10-16,0 3-4 0,1 0 6 0,0 0 5 15,-10 2-4-15,21 0-3 0,-11 2 60 0,-10-2-68 16,19 3 46-16,-10 1-43 0,0-2 46 0,-1 3-56 16,1-2 50-16,-3 2-54 0,1 2 58 0,-2-2-63 15,0 2 52-15,-1-3-47 0,-2 2 58 0,-2 1-58 16,0 1 62-16,0-2-63 0,-5 4 58 0,0-3-41 15,0 5 42-15,-3-2-51 0,-1 2 50 0,-2-1-54 16,-2 3 47-16,-2 0-54 0,1 0 49 0,-3-1-36 16,4-1 48-16,-2 2-52 0,1-2 50 0,-1 0-47 15,3-1 53-15,0-2-55 0,1 0 49 0,1 0-57 16,2-2 60-16,-1 1-58 0,2-3 52 0,0 2-48 0,1-2 36 16,-1-2-43-16,7-3 54 0,-9 7-67 15,9-7 50-15,-6 5-62 0,6-5 52 0,0 0-53 0,0 0 36 16,0 0-47-16,0 0 48 0,0 0-51 0,-5-4 58 15,5 4-48-15,4-6 59 0,-4 6-57 0,6-9 72 16,-6 9-53-16,7-10 54 0,-5 5-49 0,3 0 56 16,-5 5-52-16,9-8 66 0,-9 8-55 0,8-5 54 15,-8 5-54-15,10-4 63 0,-10 4-48 0,13 0 56 16,-13 0-50-16,11 0 58 0,-11 0-55 0,16 3 59 16,-16-3-51-16,15 5 54 0,-6-4-29 0,0 2 39 15,1 1-38-15,-2 0 39 0,3-2-30 0,-2 1 22 16,3 1-33-16,-1-3 11 0,-2 1-26 0,4 2 14 15,-4-2-25-15,1 1 18 0,3-3-34 0,-3 2-20 16,0-1-63-16,-10-1 15 0,21 0-81 0,-21 0-26 16,19 0-117-16,-9-1-108 0,-10 1-320 0,20-2-229 15</inkml:trace>
  <inkml:trace contextRef="#ctx0" brushRef="#br0" timeOffset="21947.31">18676 827 218 0,'0'0'599'0,"0"0"-201"0,0 0-29 16,0 0-114-16,0 0 4 0,0 0-76 0,6 6 18 0,-6-6-73 16,8 7 11-16,-8-7-55 0,8 9 18 0,-3-2-56 15,0-1 24-15,-1 0-44 0,2 3 28 0,-2-3-54 16,0 2 38-16,1 0-40 0,-2-1 31 0,-2 4-45 15,2-2 50-15,-2-2-46 0,-2 0 33 0,1 3-32 16,-3-3 38-16,1 3-46 0,-2-3 11 0,-3 0-87 16,2 1 14-16,-2-2-86 0,-1 0-50 0,-1-1-88 15,1-1-106-15,-2-1-196 0,1-1-121 0</inkml:trace>
  <inkml:trace contextRef="#ctx0" brushRef="#br0" timeOffset="22548.15">19143 526 507 0,'2'-5'461'0,"-2"5"-60"0,3-11-51 0,-1 6-33 15,2-1-40-15,0 1-55 0,0-1-40 16,1 2-25-16,1-3-29 0,1 3-23 0,-1-1-21 0,1 0-16 16,-1 1-11-16,4 1-19 0,-2 0 4 0,1 1-24 15,1 1 2-15,-10 1-11 0,17-1-3 0,-7 2-4 16,-10-1-8-16,18 3 0 0,-9 0-9 0,-1 1-18 16,0 0-15-16,0 2-10 0,-3 0 4 0,3 1 7 15,-3 0 51-15,-1 1-61 0,-2-1 61 0,1 0-53 16,-3 0 62-16,0 1-57 0,-3 0 61 0,1 0-51 15,-2 0 57-15,-1 1-57 0,-3-2 60 0,-1 3-58 16,0-3 62-16,0 1-64 0,0-1 59 0,0-1-59 16,0-1 62-16,1 1-54 0,1-3 60 0,1 1-48 15,6-4 47-15,-9 5-50 0,9-5 50 0,-10 5-53 16,10-5 57-16,0 0-59 0,-9 2 45 0,9-2-47 16,0 0 44-16,0 0-34 0,0 0 47 0,0 0-48 15,0 0 47-15,10 0-62 0,-10 0 58 0,0 0-43 16,16-1 42-16,-16 1-53 0,15 1 53 0,-15-1-52 0,16 5 39 15,-8-3-51-15,1 0 42 0,-1 3-39 16,0 1 60-16,1-2-71 0,-1 1 56 0,-2 2-59 16,1-1 62-16,-2-2-52 0,1 4 47 0,-3 1-48 15,2-3 59-15,-3 2-56 0,1-2 60 0,-3 3-58 0,0-3 35 16,0 1-25-16,-1-1 54 0,-2 1-56 16,-2 1 58-16,1-2-59 0,-1 0 61 0,-1-1-58 0,-1 1 53 15,-3-2-54-15,1 1 56 0,-1-1-57 0,0 0 60 16,-2-3-67-16,3 2 61 0,-3-3-53 0,1 1 56 15,1-2-61-15,-3 1 2 0,3 0-80 0,0-3-69 16,-2 3-93-16,2-4-128 0,0 1-217 0,1 0-125 16</inkml:trace>
  <inkml:trace contextRef="#ctx0" brushRef="#br0" timeOffset="22980.44">19691 826 268 0,'13'0'203'0,"-13"0"-50"0,0 0-36 0,11 2-31 16,-11-2-22-16,5 5-10 0,-5-5-11 0,5 5-9 15,-5-5-5-15,3 7-6 0,-3-7-6 0,-1 6 0 0,1-6 10 16,-2 7 15-16,2-7 15 0,-5 7 32 0,5-7 20 16,-6 3 18-16,6-3 11 0,0 0 51 0,-8 6-51 15,8-6 50-15,0 0-59 0,0 0 36 0,0 0-59 16,0 0 35-16,0 0-54 0,0 0 23 0,-9-4-54 16,9 4 16-16,0 0-43 0,4-5 28 0,-4 5-45 15,7-3 31-15,-7 3-34 0,7-2 27 0,-7 2-41 16,0 0 33-16,17 0-41 0,-17 0 36 0,11 2-35 15,-2 1 28-15,-9-3-39 0,10 5 42 0,-10-5-44 16,8 8 44-16,-4-3-49 0,1 1 51 0,-4 0-46 16,0 0 42-16,-2-1-40 0,1 3 40 0,-2 1-35 15,-5-2 35-15,2 1-59 0,-4 1 24 0,0 0-70 16,-3 0 19-16,0-1-80 0,-3 0-47 0,1 0-84 16,-3-2-90-16,2 0-278 0,-2 0-158 0</inkml:trace>
  <inkml:trace contextRef="#ctx0" brushRef="#br0" timeOffset="23447.15">20191 369 512 0,'3'-8'429'16,"1"2"-61"-16,-4 6-87 0,5-12-53 0,-5 12-49 15,4-8-38-15,-4 8-33 0,0 0-30 0,0 0-8 16,0 0-20-16,0 0-6 0,-1 9-11 0,-2 2-3 16,-2-2-5-16,0 4-10 0,1 1-2 0,-2 1-4 15,-2 3 5-15,1 2-1 0,0 0 44 0,-2-1-61 16,3-3 56-16,-2 0-61 0,-1-3 42 0,3 3-45 15,-1-3 53-15,0-2-56 0,0 2 52 0,2-5-56 16,0 0 53-16,1 1-54 0,2-2 60 0,-2-1-39 16,4-6 77-16,-4 9-32 0,4-9 44 0,-1 7-34 15,1-7 24-15,6 5-39 0,-6-5 19 0,9 3-33 16,-9-3 13-16,16 0-22 0,-16 0 27 0,22 0-37 16,-9 0 27-16,0 0-27 0,1-1 21 0,0-1-31 15,0 2 29-15,0 0-28 0,0 0 18 0,2 0-26 16,-2-2 22-16,0 2-25 0,-1 0 27 0,-1 0-35 0,1 0 31 15,-1 0-29-15,-12 0 30 0,19 0-39 16,-19 0 6-16,16 0-64 0,-16 0 7 0,13 0-46 16,-13 0 24-16,12 0-72 0,-12 0-36 0,0 0-85 0,11 0-83 15,-11 0-276-15,0 0-161 0</inkml:trace>
  <inkml:trace contextRef="#ctx0" brushRef="#br0" timeOffset="23714.29">20313 463 553 0,'0'0'422'0,"-5"-4"-80"16,5 4-68-16,0 0-61 0,-6-6-53 0,6 6-28 16,0 0-23-16,0 0-17 0,-10 3-23 0,7 4-10 15,-1 0 7-15,0 1-6 0,-1 4 67 0,1 0-76 16,2 3 41-16,-1 2-56 0,2 0 38 0,-3-1-68 15,3 2 50-15,0 2-47 0,-2-2 40 0,3 1-54 16,-1 0 45-16,-1-2-54 0,1 3 41 0,1-2-47 16,-1-1 56-16,1-1-54 0,-1-1 46 0,-1-2-55 15,1 0 11-15,0-1-110 0,-2-2-80 0,3 0-112 16,0-4-453-16,-1 2-289 0</inkml:trace>
  <inkml:trace contextRef="#ctx0" brushRef="#br0" timeOffset="24063.76">20482 848 260 0,'0'0'517'0,"0"0"-55"0,6-4-160 0,-6 4-5 15,0 0-113-15,0 0 14 0,9-1-92 0,-9 1 21 16,7 2-71-16,-7-2 34 0,7 6-65 0,-7-6 40 15,4 9-61-15,-4-9 37 0,5 7-45 0,-5-7 51 16,0 11-58-16,1-4 47 0,-1-7-52 0,-1 11 47 16,1-11-51-16,-2 10 53 0,2-10-57 0,-4 11 56 15,4-11-52-15,-5 9 53 0,5-9-55 0,-9 7 53 16,9-7-32-16,-5 5 63 0,5-5-48 0,0 0 53 16,-8 5-44-16,8-5 35 0,0 0-49 0,-7 4 36 15,7-4-47-15,0 0 36 0,-3 5-53 0,3-5 42 16,-5 4-38-16,5-4 37 0,-7 9-44 0,7-9 48 15,-7 9-45-15,0-2 45 0,0 1-47 0,-1 1 37 16,-2 1-65-16,-3-1 5 0,0 1-108 0,-2 1-88 0,-2 0-108 16,4-4-399-16,-6 3-258 0</inkml:trace>
  <inkml:trace contextRef="#ctx0" brushRef="#br0" timeOffset="24697.21">21029 493 238 0,'0'0'492'16,"-2"-12"-95"-16,2 12-63 0,-1-8-50 0,1 8-49 16,-1-7-36-16,1 7-41 0,0 0-37 0,-1-7-31 15,1 7-14-15,0 0 0 0,-7 9 26 0,6-1 53 16,0 1-6-16,-2 4-2 0,1 1-1 0,-2 2-22 16,1 2 2-16,1-1-26 0,-2 1 7 0,1 1-28 15,-2-1 2-15,1-1-20 0,2 0-6 0,-1 2-14 16,-2-2 3-16,2-2-20 0,1 0 0 0,-2 0-10 0,1-1 5 15,2-2-15-15,-2 0 3 0,1-2-88 0,0-1-68 16,2-1-111-16,-3-1-9 0,3 0-106 16,0-7-61-16,0 11-427 0,0-11-412 0</inkml:trace>
  <inkml:trace contextRef="#ctx0" brushRef="#br0" timeOffset="25046.86">21358 688 486 0,'0'0'476'0,"0"0"-45"0,4-7-152 15,-4 7-7-15,0 0-117 0,0 0 38 0,0 0-107 16,0 0 26-16,0 0-64 0,0 0 40 0,0 0-67 16,-2 9 43-16,2-9-60 0,-3 8 48 0,3-8-60 15,-5 10 54-15,5-10-58 0,-2 7 48 0,2-7-61 16,-3 7 61-16,3-7-56 0,0 0 48 0,-4 9-33 15,4-9 89-15,0 0-15 0,0 0 52 0,-2 7-3 16,2-7 34-16,0 0-36 0,0 0-3 0,0 0-43 16,0 0-2-16,7 4-33 0,-7-4 10 0,0 0-31 15,0 0 10-15,14 2-16 0,-14-2 12 0,9 0-25 16,-9 0 12-16,11 6-15 0,-11-6 12 0,10 9-25 16,-5-4 25-16,-1 2-21 0,-2 2 21 0,1-1-20 15,-2 2 24-15,-1 1-23 0,0-1 20 0,-3 2-17 16,1-2 19-16,-5 2-40 0,1 1-15 0,-4-1-86 15,0 1 5-15,-3-2-85 0,-1 1-43 0,-4 0-97 0,5-4-103 16,-2 0-247-16,-2-2-210 0</inkml:trace>
  <inkml:trace contextRef="#ctx0" brushRef="#br0" timeOffset="25747.22">21935 606 233 0,'0'0'334'0,"0"0"-90"16,0 0-59-16,0 0-27 0,0 0-37 0,-5-6-36 15,5 6-11-15,0 0-16 0,-12 1-15 0,12-1-3 16,-10 4-10-16,10-4-24 0,-13 1 18 0,13-1 11 15,-13 3 15-15,13-3 12 0,-15 4 28 0,15-4 8 16,-10 1 61-16,10-1-59 0,0 0 49 0,-14 0-64 16,14 0 43-16,-8-4-64 0,8 4 47 0,-5-5-67 0,5 5 51 15,-1-8-63-15,1 8 8 0,2-8-8 16,-2 8-2-16,4-9-6 0,1 3 0 0,0 2-4 16,-1-1-5-16,4 0 0 0,-2 0 1 0,4 1-11 15,-3 1 2-15,2 0-2 0,0-1 2 0,1 3-7 0,-10 1 37 16,17-3-56-16,-17 3 19 0,19 2-15 0,-9-1 47 15,1 2-51-15,-2-1 43 0,-1 1-47 16,0 1 36-16,2-1-36 0,-2 2 42 0,-1 0-57 16,-2-3 49-16,-5-2-52 0,12 10 57 0,-8-6-64 0,-4-4 68 15,4 8-48-15,-4-8 53 0,1 11-58 0,-1-11 61 16,-4 13-59-16,-1-5 59 0,0 1-56 0,-4 1 52 16,0 1-43-16,-3-1 46 0,0 5-47 0,-4-2 45 15,0 1-48-15,-2 1 47 0,-3 2-49 0,2 0 41 16,-1 0-35-16,-1-2 48 0,2-1-50 0,1-2 50 15,2 1-52-15,0-2 47 0,1 0-40 0,2-1 43 16,0-2-50-16,3-1 49 0,1 0-48 0,0-2 50 16,3 0-53-16,-2 0 45 0,8-5-33 0,-9 5 43 15,9-5-45-15,-10 4 37 0,10-4-61 0,0 0 35 16,0 0-51-16,0 0 56 0,-1-6-52 0,1 6 60 16,6-7-53-16,-1 2 58 0,-1 0-56 0,1 0 62 15,0-2-58-15,2 3 51 0,0-2-42 0,0 1 51 16,-1 2-53-16,-1-1 61 0,2 0-61 0,-7 4 63 15,14-4-51-15,-14 4 43 0,13-2-40 0,-13 2 56 16,15 0-37-16,-15 0 42 0,15 2-34 0,-15-2 43 16,19 4-29-16,-11-1 40 0,2-1-31 0,-1 1 26 15,0-2-33-15,1 1 26 0,0 0-46 0,1 1 28 16,-2-2-24-16,-9-1 25 0,20 3-32 0,-20-3-21 0,22 2-81 16,-22-2 19-16,23 1-94 0,-12-1-37 15,-11 0-94-15,25 0-88 0,-14-1-296 0,1-1-197 16</inkml:trace>
  <inkml:trace contextRef="#ctx0" brushRef="#br0" timeOffset="25980.15">22286 844 575 0,'0'0'456'0,"0"0"-26"0,0 0-141 16,12 1 12-16,-12-1-87 0,5 4 16 0,-5-4-63 15,6 8 3-15,-2-3-46 0,0 0-6 0,-2 2-46 16,4 0 9-16,-2 1-35 0,-1 0 12 0,2 1-39 16,-4 1 19-16,2 0-26 0,-3-1 14 0,0-1-23 15,0 1 22-15,-1 1-30 0,-2 0 19 0,-2-1-22 16,1 0-21-16,-3-1-91 0,-2 2-6 0,-2-3-99 16,0 1-86-16,-2-1-106 0,1-2-289 0,-1 0-214 15</inkml:trace>
  <inkml:trace contextRef="#ctx0" brushRef="#br0" timeOffset="26513.83">22728 555 583 0,'4'-9'497'15,"0"2"-54"-15,-1 1-66 0,-3 6-68 0,5-10-81 16,-5 10-59-16,2-7-36 0,-2 7-23 0,0 0-17 16,0 0-18-16,0 8-18 0,-1-4-5 0,-3 4-5 15,3 0 14-15,-2 1-33 0,-1 1 21 0,2-1-40 16,-1 1 28-16,-1 0-40 0,-2 0 30 0,5 0-32 16,-2-1 26-16,-1-2-28 0,2 0 28 0,1 0-36 15,-1-1 30-15,2-6-28 0,-2 8 19 0,2-8-18 16,-2 9 34-16,2-9-32 0,0 0 29 0,4 6-26 15,-4-6 25-15,0 0-34 0,11 1 33 0,-11-1-15 16,12-3 15-16,-12 3-36 0,13-2 39 0,-13 2-33 16,17-2 29-16,-17 2-29 0,15-4 34 0,-4 3-24 15,-11 1 27-15,18-3-28 0,-18 3 29 0,18-1-35 16,-18 1 26-16,20 1-22 0,-20-1 23 0,19 4-43 16,-10 0 43-16,1 0-38 0,-3-1 29 0,1 2-35 15,0 1 34-15,-2 0-29 0,2 1 35 0,-3 0-34 16,0 0 32-16,0 1-34 0,-2 1 27 0,-1-2-23 15,2 3 34-15,-3-2-32 0,1 2 31 0,-2-3-27 16,0 1 31-16,-2 3-26 0,-2-2 30 0,0-1-27 16,0-1 31-16,-3 0-29 0,1 1 30 0,-2-1-25 15,-3-2 21-15,-1 1-23 0,2 0 22 0,-5-1-26 16,2-1 21-16,-4 1-22 0,3-4 25 0,-4 1-31 0,1 3 26 16,2-5-31-16,-2 0 6 0,0-2-111 15,-2-1 13-15,2 0-102 0,-1-2-77 0,-1-4-87 16,4 3-404-16,-2-4-298 0</inkml:trace>
  <inkml:trace contextRef="#ctx0" brushRef="#br0" timeOffset="26680.18">22759 464 72 0,'10'-8'567'15,"1"2"-128"-15,-1 0-80 0,1 0-68 0,2 0-58 16,-3 2-40-16,4-1-38 0,0 0-39 0,0 2-23 15,2 0-28-15,-2 1-33 0,0 0-43 0,-1 2-51 16,-1 2-83-16,2 0-127 0,-1 1-65 0,1-1-220 16,2 4-73-16</inkml:trace>
  <inkml:trace contextRef="#ctx0" brushRef="#br0" timeOffset="26914.51">23314 807 259 0,'0'0'441'0,"-2"12"-72"0,2-12-62 15,0 12-1-15,0-12-99 0,0 13 19 0,2-6-100 16,-2 0 27-16,1 1-79 0,-1 1 10 0,0 0-45 16,0 1 41-16,0-1-66 0,-1 2 44 0,-1 1-70 15,-2-3 60-15,2 1-61 0,-3 1 57 0,-3 0-55 0,2 0 54 16,-2-1-93-16,-1 0-1 0,-2-1-114 0,-1-1-81 15,-2 0-128-15,1-1-241 0,-3-2-125 16</inkml:trace>
  <inkml:trace contextRef="#ctx0" brushRef="#br0" timeOffset="30330.52">23726 526 176 0,'0'0'436'0,"1"-9"-90"0,-1 9-22 0,2-8-46 16,-2 8-22-16,2-7-23 0,-2 7-9 0,0 0-5 16,2-8-21-16,-2 8-19 0,0 0-27 0,0 0-29 15,2-6-30-15,-2 6-22 0,0 0-20 0,0 0-6 16,0 0-2-16,0 9 8 0,0-9 13 0,0 15 29 0,0-4-14 16,0 2 19-16,0 0-22 0,0 4 2 15,0 0-23-15,0 1 6 0,0 0-23 0,0 1 9 16,-1-1-19-16,0 0 7 0,1-1-14 0,0 2 6 15,-2-2-11-15,2-2 4 0,0-1-14 0,0-1-2 16,0-1-11-16,0-1-58 0,0-1-108 0,0-1-41 0,0-1-92 16,2 0-41-16,-2-8-62 0,2 12-77 15,-2-12-257-15,4 9-250 0</inkml:trace>
  <inkml:trace contextRef="#ctx0" brushRef="#br0" timeOffset="30563.51">23928 926 547 0,'0'0'557'15,"0"0"-163"-15,0 0-17 0,3 8-106 0,-3-8-18 16,0 0-80-16,1 4 19 0,-1-4-51 0,6 6 9 16,-6-6-43-16,4 8 1 0,-1-3-30 0,-3-5 9 15,5 12-36-15,-4-5 13 0,2 1-31 0,-1-2 14 16,0 2-25-16,-2 0 16 0,0-1-23 0,0 2 17 15,-2 0-17-15,-3 1 0 0,1-2-17 0,-1 2-6 16,-2-2-76-16,-1 1-20 0,0-2-88 0,-1-2-9 16,-2 2-108-16,1-4-92 0,-1 1-381 0,1-4-301 15</inkml:trace>
  <inkml:trace contextRef="#ctx0" brushRef="#br0" timeOffset="31280.21">24351 644 519 0,'8'-6'567'16,"-2"1"-151"-16,1 0-13 0,-7 5-106 0,9-7-32 16,-9 7-80-16,7-5-23 0,-7 5-61 15,6-6 3-15,-6 6-54 0,0 0 20 0,8-4-54 16,-8 4 27-16,0 0-34 0,0 0 23 0,0 0-47 0,0 0 35 15,0 0-37-15,0 0 38 0,0 0-49 0,0 0 58 16,5 6-40-16,-5-6 45 0,0 0-38 0,0 0 41 16,0 0-38-16,0 0 37 0,-5-6-35 0,5 6 23 15,0 0-36-15,3-10 31 0,-3 10-38 0,5-9 41 16,-1 4-34-16,0 0 3 0,2-2 0 0,0 2 9 16,1 0 7-16,-1-2-4 0,4 2 3 0,-1 0 7 15,0-2-2-15,0 4-4 0,3-2-1 0,-1 3-1 16,1-1 2-16,-1 2 2 0,-2 0-3 0,-9 1-5 15,23 0 28-15,-11 1-29 0,0 0 28 0,-3 2-32 16,2-1 24-16,-1 1-24 0,-1 2 19 0,-2-1-31 16,2 0 30-16,-2 0-28 0,-2 2 11 0,1 0-4 15,-2 1 21-15,-4-1-18 0,1 2 24 0,-1-1-33 16,-1 2 35-16,-1 0-6 0,-4 3-3 0,0-2-28 16,-2 4 31-16,-3 0-24 0,-1 2 19 0,-3 0-25 15,2-1 26-15,-5 3-25 0,2 0 27 0,-1 2-26 16,2-6 25-16,0 3-21 0,0-2 19 0,-1-1-24 15,3-2 24-15,-1 1-24 0,2-2 24 0,2 0-24 16,0-2 18-16,2 0-15 0,1-1 24 0,0-3-28 16,0 1 19-16,2 0-34 0,-1-2 20 0,6-4-36 15,-7 8 36-15,7-8-34 0,-6 5 23 0,6-5-24 16,0 0 39-16,0 0-42 0,0 0 36 0,0 0-44 16,0 0 45-16,6-5-35 0,-6 5 51 0,6-8-47 15,-6 8 49-15,8-8-44 0,-3 3 53 0,1 1-59 16,-1 0 58-16,-1-1-45 0,3 1 43 0,-2 1-48 0,-5 3 56 15,11-5-44-15,-11 5 54 0,14-5-50 16,-14 5 55-16,16-2-25 0,-16 2 36 0,14-1-35 16,-14 1 43-16,16 0-26 0,-16 0 33 0,18 3-12 15,-18-3 22-15,21 1-12 0,-10 1 18 0,-11-2-20 16,18 1 5-16,-18-1-10 0,17 1 3 0,-17-1-20 0,18 0 3 16,-18 0-16-16,17-1 5 0,-17 1-24 15,16-3 8-15,-16 3-35 0,18-3-11 0,-9 1-64 16,-9 2-17-16,17-4-85 0,-17 4 35 0,13-4-69 15,-13 4-29-15,13-5-73 0,-13 5-72 0,14-5-301 0,-14 5-215 16</inkml:trace>
  <inkml:trace contextRef="#ctx0" brushRef="#br0" timeOffset="31796.56">25036 976 154 0,'0'0'415'0,"0"0"-99"0,1-9-44 0,-1 9-25 16,4-6-60-16,-4 6 22 0,7-5-80 0,-7 5 23 15,9-4-75-15,-9 4 30 0,10-1-71 0,-10 1 29 16,11-1-47-16,-11 1 44 0,12 2-54 0,-12-2 40 16,11 3-49-16,-11-3 46 0,8 5-66 0,-8-5 10 15,6 7 55-15,-6-7-51 0,7 9 46 0,-7-9-51 16,0 8 54-16,0-8-56 0,-4 9 51 0,4-9-56 16,-8 8 44-16,8-8-42 0,-9 7 56 0,9-7-59 15,-10 7 58-15,10-7-45 0,-11 2 52 0,11-2-56 16,-11 1 58-16,11-1-57 0,0 0 46 0,-9-3-59 15,9 3 51-15,-5-5-53 0,5 5 54 0,-1-5-54 16,1 5 41-16,3-7-45 0,-3 7 57 0,4-5-48 16,-4 5 47-16,8-8-52 0,-8 8 46 0,7-4-53 15,-7 4 64-15,9-2-58 0,-9 2 52 0,12-1-48 16,-12 1 50-16,11 3-51 0,-11-3 47 0,10 7-51 16,-10-7 56-16,10 7-53 0,-7-1 51 0,-1 0-54 15,1 0 51-15,-2 1-45 0,-1 0 52 0,-3 0-58 0,1 3 51 16,-2 0-48-16,-2-2 45 0,-3 3-50 15,0 0 54-15,-3 0-66 0,-2-1 16 0,0 0-91 16,-4 1-46-16,-1-2-115 0,1 0-95 0,-1-1-192 16,2 0-78-16</inkml:trace>
  <inkml:trace contextRef="#ctx0" brushRef="#br0" timeOffset="32630.3">25708 592 541 0,'0'0'469'0,"0"0"-9"0,-1-5-94 16,1 5-9-16,1-6-88 0,-1 6-64 0,5-9-27 15,-5 9-36-15,8-7-26 0,-3 2-23 0,3 2-25 16,-2-2-9-16,3 1-10 0,1 0-15 0,-1 1-6 15,0 1-6-15,0-1-7 0,1 1-2 0,-10 2-11 16,18-1-2-16,-18 1 3 0,17 1 3 0,-17-1-29 16,15 3 2-16,-15-3-19 0,14 8 31 0,-10-4-48 15,0 2 43-15,-1-1-34 0,-2 2 41 0,-2 0-34 16,-1 2 52-16,-2 0-46 0,-2 2 51 0,-2 0-47 16,-3-2 42-16,-1 2-34 0,-2-2 40 0,0 0-45 15,0 0 53-15,1-1-50 0,0 0 50 0,1-1-45 0,2-2 54 16,-2 2-42-16,6-2 76 0,-2-2-7 0,8-3 28 15,-13 6-19-15,13-6 11 0,-9 3-35 16,9-3 10-16,0 0-34 0,0 0 11 0,0 0-22 16,0 0 22-16,0 0-34 0,7-7 26 0,-7 7-30 0,10-3 22 15,-10 3-24-15,15-2 23 0,-15 2-24 0,17 0 23 16,-7 1-26-16,3 0 19 0,-3 2-28 0,0-1 20 16,2 2-22-16,-1 0 13 0,-2 1-35 15,3 2 25-15,-5-1-38 0,1 2 30 0,1-1-34 16,-3 0 42-16,-2 0-24 0,1 1 36 0,-2 1-27 0,-2-1 32 15,1 1-33-15,-2-1 42 0,-2 1-20 0,-2-1 29 16,-1 1-34-16,1-1 34 0,-3 1-33 0,-3-1 37 16,-1-1-29-16,-1 0 28 0,-1 0-32 15,0 0 32-15,-2 0-20 0,0-3 19 0,0 1-26 16,1-2 21-16,0 0-18 0,1 1 26 0,1-3-27 0,-1 0 14 16,1-1-41-16,0 0-17 0,1-2-73 0,1 1 15 15,1-3-79-15,0 1-39 0,0 0-94 0,2-1-108 16,0 1-207-16,7 3-145 0</inkml:trace>
  <inkml:trace contextRef="#ctx0" brushRef="#br0" timeOffset="32930.36">26007 998 294 0,'0'0'626'0,"0"0"-206"0,8 1-41 16,-8-1-129-16,0 0 10 0,11 4-102 0,-11-4 19 15,13 4-71-15,-6-1 21 0,-1 2-53 0,2-3 20 16,-1 4-43-16,0-2 19 0,-1 2-51 0,-1 1 35 16,-1-1-41-16,2 2 29 0,-4-1-46 0,-2 1 30 15,0-1-33-15,-2 2 41 0,-3 1-35 0,0-3 28 16,-1 2-40-16,-1-1 41 0,-5 0-40 0,0 0 25 15,0 1-85-15,-1-4 23 0,0 2-95 0,-4-3-12 16,6 0-103-16,-3-2-88 0,2 1-377 0,12-3-229 16</inkml:trace>
  <inkml:trace contextRef="#ctx0" brushRef="#br0" timeOffset="33346.47">26563 707 15 0,'5'-12'606'0,"0"3"-59"0,0 0-92 16,-2 1-2-16,1 1-87 0,-4 7-79 0,4-10-56 16,-4 10-52-16,3-9-44 0,-3 9-25 0,0 0-4 0,0 0-38 15,0 0 6-15,0 0-32 0,-2 9 8 0,-2-1-22 16,0 1 16-16,0 3-29 0,-3 2 10 15,2 1-18-15,-2-1 18 0,1 0-21 0,-2 1 17 16,-1 1-20-16,2-2 11 0,0-2-15 0,-2 2 16 16,4-2-14-16,-3-2 10 0,3-1-13 0,0-1 23 0,1-1-20 15,-1 0 29-15,1-2 3 0,4-5 24 0,-2 10-10 16,2-10 1-16,-1 7-17 0,1-7-9 0,5 4 3 16,-5-4 9-16,12 1-17 0,-12-1-4 0,21 0 9 15,-8-1-13-15,1 1-3 0,4-3-1 16,-2 1 2-16,3 1-1 0,2-1-2 0,-2 0 1 0,1 1 0 15,1-1-2-15,-2 1 3 0,2 1-4 0,-2-1 0 16,-1 1 2-16,-2-2-3 0,-2 2-4 0,0 0 10 16,-14 0-15-16,22 0 0 0,-22 0-5 0,21 2-12 15,-21-2-24-15,15 0-30 0,-15 0-49 16,13 0-13-16,-13 0-78 0,0 0 12 0,11 2-149 0,-11-2-68 16,0 0-410-16,0 0-376 0</inkml:trace>
  <inkml:trace contextRef="#ctx0" brushRef="#br0" timeOffset="33613.25">26775 730 265 0,'0'0'558'0,"-5"-8"-159"0,5 8-26 0,-4-7-122 0,4 7 3 15,0 0-105-15,0 0 15 0,-10 2-23 0,10-2 40 16,-6 10-38-16,2-3 23 0,0 3-30 0,0 2 7 15,0 3-29-15,-1-1-10 0,0 2-15 0,1 0-13 16,-1 0-13-16,3 0-16 0,-2 2-5 0,1-1-6 16,-1 0-6-16,2 1-7 0,-2-2-5 0,0 1 5 15,2-2-12-15,-1-1 14 0,-1 1-30 0,3-1 10 16,-2-4-44-16,2 1-82 0,0-1-111 0,-2-2-20 16,3-1-148-16,0-7-112 0,-1 12-270 15,1-12-303-15</inkml:trace>
  <inkml:trace contextRef="#ctx0" brushRef="#br0" timeOffset="33895.54">26986 1010 375 0,'4'-12'613'0,"-4"12"-128"0,4-8-17 0,-4 8-68 16,6-6-63-16,-6 6-58 0,6-8-43 15,-6 8-45-15,11-5-34 0,-11 5-30 0,14-2-26 16,-14 2-19-16,16 0-20 0,-7 2 0 0,0-1-26 16,0 3-12-16,0 1 1 0,-1-1-13 0,1 2 9 0,-3 1-16 15,-1 0 10-15,-1 1-19 0,1-1-8 16,-1 1 9-16,-3 1 16 0,-1-1-15 0,-1 1 7 16,-3 0-5-16,-1-1 9 0,-1 4-32 0,-3-3-38 15,-3 0-91-15,-1-1-10 0,1 0-86 0,-4-3-22 16,-1 1-103-16,1 0-92 0,0-2-286 0,0-1-262 0</inkml:trace>
  <inkml:trace contextRef="#ctx0" brushRef="#br0" timeOffset="34430.37">27514 676 238 0,'5'-7'531'0,"-1"0"-121"0,-4 7-42 0,5-7-129 15,-5 7 4-15,2-7-98 0,-2 7 19 16,0 0-86-16,0 0 28 0,-10 4-66 0,4 1 47 0,1 0-66 16,-2 2 45-16,1 1-67 0,1 0 53 0,-3 0-62 15,3-2 34-15,0 3-36 0,0-2 45 0,1-1-42 16,1 0 59-16,-2-1-51 0,3 1 67 0,2-6-44 15,-3 8 69-15,3-8-4 0,0 0 30 16,0 9-20-16,0-9 17 0,0 0-29 0,13 4 0 0,-13-4-34 16,11 0 10-16,-11 0-29 0,18 0 10 0,-18 0-22 15,18 0 13-15,-18 0-27 0,23-3 16 0,-11 3-18 16,-12 0 18-16,23 0-23 0,-11 3 18 0,0-3-21 16,0 3 12-16,0 1-16 0,-1-1 20 0,-1 1-24 15,1 0 1-15,-2 3 1 0,0-1 1 0,1-1 0 16,-1 2 3-16,-2 1-3 0,-1 1 3 0,2-1 2 15,-3 0 1-15,0 1 10 0,-1-2-14 0,-3 2-1 16,3 1 5-16,-3-2 1 0,-1-1 0 0,0 2 2 16,-2-2 2-16,-2 2 0 0,1-1 3 0,-3 0 1 15,-1 0-3-15,-3-2 9 0,0 1 7 0,-2 1 6 16,0-3-1-16,0 2 0 0,-2-2-2 0,-1 0 1 16,0-1-5-16,-1 0-1 0,0 0-6 0,0-2-1 15,-2 1-3-15,2-1 2 0,-2 0-2 0,-1-2-3 16,2 1 11-16,-1-1-16 0,0 0 13 0,-1-1-36 15,4 1-36-15,-3-3-102 0,1 1-14 0,2-2-85 16,-2 0-57-16,5 0-89 0,-1-1-449 0,1-2-404 16</inkml:trace>
  <inkml:trace contextRef="#ctx0" brushRef="#br0" timeOffset="34629.56">27564 613 590 0,'11'-7'538'0,"1"0"-20"0,-1 0-25 0,2 0-57 16,-2 0-50-16,4 1-41 0,-2 0-46 0,2 0-51 15,1 0-52-15,0 3-34 0,0 0-34 0,0-1-30 16,0 0-27-16,-2 3-18 0,0-2-19 0,0 2-58 16,0 1-64-16,-2-1-78 0,-1 2-98 0,1 1-26 15,-2 1-43-15,0 1-76 0,-1 0-92 0,-2-1-297 16,0 1-323-16</inkml:trace>
  <inkml:trace contextRef="#ctx0" brushRef="#br0" timeOffset="46744.27">511 2552 212 0,'0'0'449'0,"0"0"-98"0,-7 3-44 0,7-3-55 16,0 0-32-16,0 0 15 0,0 0-75 0,-6 4 32 15,6-4-73-15,0 0 29 0,0 0-56 0,0 0 5 16,0 0-18-16,0 0 19 0,0 0-47 0,0 0 16 15,0 0-41-15,0 0 22 0,1-6-41 0,-1 6 30 16,5-6-35-16,-5 6 38 0,8-8-32 0,-8 8 26 16,9-8-34-16,-4 3 26 0,3-1-26 0,-1 1 21 15,1 3-29-15,1-5 26 0,1 2-24 0,2 2 24 16,-2-1-26-16,3 1 21 0,-2 0-28 0,2 1 32 16,-3 0-24-16,3 2 24 0,0 0-23 0,-13 0 25 15,21 0-21-15,-10 2 15 0,-1 0-24 0,0 1 24 16,-1 0-22-16,-1 1 28 0,-1 0-27 0,4 2 18 15,-6-1-21-15,0 2 31 0,0 0-26 0,-2 2 29 16,-1-1-30-16,-2 2 27 0,0 1-21 0,0-2 19 0,-1 2-21 16,-3 0 21-16,0 0-24 0,2-1 17 0,-5 3-16 15,2-1 22-15,-4-1-26 0,4-1 27 16,-4 0-28-16,3 1 28 0,-3-3-22 0,1 1 35 16,-1-3-1-16,3 2 12 0,-2-2-17 0,0-2 25 0,2 3-19 15,-1-2 21-15,7-5-10 0,-11 6 23 0,11-6-12 16,-9 7 25-16,9-7-6 0,-8 5 6 0,8-5-15 15,-6 3-6-15,6-3-21 0,0 0-10 0,0 0-9 16,-9 2-1-16,9-2-11 0,0 0 3 0,0 0-10 16,0 0 8-16,1-7-12 0,-1 7 10 0,4-4-10 15,-4 4 9-15,8-8-8 0,-8 8 7 0,8-6-9 16,-8 6 5-16,10-5-1 0,-10 5 5 0,14-7-7 16,-8 5 8-16,-6 2-9 0,13-5 11 0,-13 5-14 15,18-3 11-15,-18 3-12 0,14-3 10 0,-14 3-12 16,18-1 9-16,-18 1-13 0,15 1 5 0,-15-1-5 15,18 4 10-15,-10-2-13 0,1 2 8 0,-2-3-7 16,1 5 9-16,0 0-9 0,-2-1 14 0,2 2-10 16,-3-2 10-16,-1 4-8 0,0-1 9 0,-2 0-8 15,2 1 14-15,-2 0 1 0,1-1-3 0,-3 1 3 16,-1 1-3-16,1 0 4 0,-4-3-3 0,0 3 4 16,2-1-3-16,-5 1 1 0,2 0 1 0,-1-2-2 15,-3 2 1-15,-2-2-5 0,1 0 7 0,-1-1-1 0,-2 1 1 16,0-2 0-16,0 0 1 0,1-2-1 0,-5-1-3 15,4-1 6-15,-2 0 4 0,2-1-5 0,-2-1 1 16,1-1 0-16,-4-3-3 0,1 1-6 0,1-1 5 16,-1-3-3-16,2 1-10 0,1-1 8 0,-2-1-10 15,3 2 13-15,1 0-11 0,0-1 8 0,3 1-17 16,-1 2 1-16,4-3-52 0,-2 3-27 0,3-2-77 16,5 6-12-16,-9-10-60 0,8 5 8 0,1 5-86 15,0-9-77-15,0 9-416 0,4-9-349 0</inkml:trace>
  <inkml:trace contextRef="#ctx0" brushRef="#br0" timeOffset="47278.33">1467 2426 50 0,'0'0'494'0,"0"-11"-127"0,0 11-10 0,-2-13-102 16,1 5 14-16,0 1-85 0,-2 0 33 0,1-1-83 15,-1 0 28-15,-1 2-68 0,-1-1 35 0,0 0-56 16,0 2 24-16,0 0-55 0,0 1 27 0,-2 0-51 16,1 2 26-16,6 2-38 0,-14-2 33 0,14 2-47 15,-16 4 38-15,8 1-43 0,0 2 39 0,0 1-51 16,-1 1 53-16,2 3-45 0,0 2 40 0,1 1-40 15,-2 4 39-15,3 1-44 0,0 2 40 0,1 1-31 16,1 2 39-16,1 1-42 0,2 2 42 0,-1 1-36 16,-1 3 36-16,1-4-39 0,1 6 37 0,0-5 3 15,-1 0-3-15,1 0-1 0,-3-2-7 0,3 2-2 16,-1-3-12-16,0-1 0 0,-1-1 3 0,0 1 3 0,-1-6 0 16,2 0-3-16,-1 0-3 0,-1-2-11 0,0-1-65 15,1-1 22-15,-1-5-96 0,2 0-63 16,-3-2-107-16,0 0-118 0,2-3-222 0,-3 0-166 15</inkml:trace>
  <inkml:trace contextRef="#ctx0" brushRef="#br0" timeOffset="47444.36">1120 2871 312 0,'-1'-8'508'0,"0"-1"-34"15,-1 2-156-15,4-1 4 0,-1-1-99 0,0 0 5 16,3-2-72-16,1-1 2 0,2 1-59 0,3 0 4 15,-1-1-43-15,1 3-7 0,4-4-18 0,1 2 15 16,3 0-72-16,-2 0 2 0,3 1-91 0,-2 0-56 16,2 1-108-16,0-2-97 0,0 2-303 0,-4 3-181 15</inkml:trace>
  <inkml:trace contextRef="#ctx0" brushRef="#br0" timeOffset="47794.33">1511 2617 376 0,'0'0'543'0,"0"0"-144"0,0 0-28 16,0 0-112-16,0 0-5 0,0 0-97 15,0 0-2-15,0 0-61 0,0 0 21 0,0 0-55 16,4 4 32-16,0 1-51 0,0 0 32 0,0 2-51 16,-1 1 32-16,4 1-33 0,-5 0 29 0,2 0-43 0,-1 0 34 15,1 1-3-15,-2 1-16 0,1-3 1 0,-2 2 4 16,0 0-1-16,1-3 0 0,-2 3 4 0,0-3 4 15,-2 0 11-15,2-7 13 0,-2 12 16 0,2-12 22 16,-5 10 1-16,5-10-5 0,-4 7 3 0,4-7 3 16,-7 3-14-16,7-3-15 0,0 0-7 0,-7-5-13 15,7 5-8-15,-4-8-12 0,4 8-4 0,-4-12-13 16,4 5-3-16,0 0-5 0,1-1 5 0,1-2-11 16,-1 0 2-16,3-1-5 0,1 0 7 0,0 2-10 15,0-2 9-15,0 1-18 0,3-2-9 0,2 2-32 16,-2 0-26-16,-2 3-50 0,5-3-41 0,1 1-63 15,0 1 50-15,3 1-56 0,-2 1-36 0,2 0-85 16,0 1-86-16,2 2-242 0,0 1-199 0</inkml:trace>
  <inkml:trace contextRef="#ctx0" brushRef="#br0" timeOffset="48210.5">1947 2559 606 0,'0'0'468'0,"-4"-6"-6"16,4 6-72-16,-5-2-16 0,5 2-80 0,-8-5-25 15,8 5-58-15,-10-2-24 0,10 2-47 16,0 0-11-16,-15 0-41 0,15 0-6 0,-17 8-28 16,9-4 6-16,1 4-28 0,-3-1 12 0,1 3-25 0,0 0 9 15,0 2-16-15,1 1 11 0,2 0-4 0,-2-1-9 16,4 1-2-16,-2 0-3 0,2-3-4 0,3 2-12 16,-1-2-8-16,1 0-8 0,1-3-19 0,1 1-1 15,1-1-7-15,0-1-14 0,-2-6-21 0,9 5-11 16,-9-5-4-16,12 1-45 0,-12-1 45 0,14-3-39 15,-4-2 41-15,-2 0-36 0,1-4 41 0,1 3-23 16,-1-4 33-16,0 2 1 0,1-3 37 0,-2 2-5 16,-2-1 51-16,2 1 0 0,-2-1 60 0,-2 1-28 15,1 1 75-15,-1-1-37 0,-2 1 68 0,1 1-24 16,1 1 47-16,-4 6-33 0,4-11-7 0,-4 11-36 16,5-7-4-16,-5 7-38 0,0 0 5 0,0 0-18 15,0 0 16-15,0 0-23 0,9 7 16 0,-9-7-21 16,1 13 17-16,0-4-26 0,2 0 23 0,-2 1-14 0,2 0 14 15,-2 0-17-15,1 2 17 0,1-2-6 16,0-1-11-16,-1 1 4 0,1 0-5 0,-1-1-13 16,1 0 11-16,-2-1-31 0,2-1-91 0,-1-1-58 15,1 1-72-15,-3-7-106 0,2 7-99 0,-2-7-338 0,0 0-307 16</inkml:trace>
  <inkml:trace contextRef="#ctx0" brushRef="#br0" timeOffset="48860.51">2213 2578 112 0,'0'0'750'0,"-3"-7"-154"0,3 7-53 0,0 0-82 16,-2-3-83-16,2 3-76 0,0 0-57 0,0 0-59 16,0 0-27-16,-8 3-34 0,8-3-22 0,-1 12-15 15,1-5-16-15,-2 2-15 0,1 0-7 0,1 2-11 16,0 1-4-16,1 0-7 0,-1 0-5 0,2-2-9 15,-2 2 0-15,0 0 0 0,1 0-5 0,-1-3-1 16,0 0-3-16,0-3-6 0,0 2 2 0,2-3-5 16,-2-5-8-16,3 12-4 0,-3-12-6 0,3 7-4 15,-3-7-4-15,0 0 8 0,0 0 1 0,7-4-6 16,-7 4 0-16,7-11 1 0,-3 4 2 0,-2-1 0 0,3-1 7 16,-1-3 3-16,1 0 2 0,0 0 0 15,-1-1 5-15,1 0-1 0,-1 1-1 0,1 2 13 16,0-2 3-16,-1 3 6 0,0 1-4 0,-2-1 0 15,1 3-3-15,1 1-9 0,-4 5 10 0,7-9 5 0,-7 9 3 16,0 0-1-16,12 0 1 0,-12 0 2 0,9 6-10 16,-5 0 5-16,2 1-3 0,-2 0-2 0,0 3-4 15,0-1 1-15,-2 1-1 0,2 2-8 0,-1-2 3 16,-1 0-4-16,1 2-1 0,-2-2-7 0,3-1 7 16,-3 1-4-16,0-3-13 0,1 1 17 0,0-3-1 15,-2-5 7-15,1 11-1 0,-1-11-4 0,2 5-9 16,-2-5-5-16,0 0 0 0,0 0 3 0,0 0 2 15,5-7 0-15,-3 1 7 0,1 0 3 0,0-2-3 16,-1-2 1-16,2-1 1 0,0 0 0 0,0-1-6 16,-2-1 12-16,2 1 7 0,1-1 14 0,-1-1 6 15,0 4 1-15,1-1 4 0,-1 2-1 0,1-2 0 16,-1 5-11-16,0-3 3 0,1 2-6 0,-1 2-6 16,2 0-2-16,-6 5-2 0,9-7-1 0,-9 7-7 15,10-2 5-15,-10 2-2 0,13 2 1 0,-13-2-5 16,11 9 4-16,-4-3 2 0,-2-1-5 0,2 4 4 15,0 1 8-15,-2-1-6 0,0 4 2 0,-1-2 6 16,2 2 5-16,-2-1-3 0,-1 0 4 0,-1 1 2 0,1-2-5 16,-2 1-2-16,2 0 0 0,-2-1-2 15,-1 0-7-15,1 0 4 0,-1-3-4 0,0 0-2 16,-1 1-8-16,1-2-51 0,-1 1-66 0,1-8-100 0,-3 12-60 16,3-12-122-16,-5 8-127 0,5-8-356 0,-5 6-446 15</inkml:trace>
  <inkml:trace contextRef="#ctx0" brushRef="#br0" timeOffset="49244.6">2739 2715 304 0,'0'0'590'0,"0"0"-98"0,0 0-78 0,0 0-51 16,0 0-86-16,0 0-69 0,0 0-39 0,0-9-31 15,0 9-36-15,7-10-25 0,-2 3-11 0,-2 0-12 16,3-2-9-16,-4 0 1 0,5-2 5 0,-4 1 10 16,1 1 13-16,0-1 12 0,0 0 10 0,-3-1 2 15,2 1 0-15,-2 2-1 0,-1-1 5 0,-1 2-8 16,1-3-9-16,-3 3-11 0,2-1-5 0,-2 3-14 16,1-2-14-16,-3 2-6 0,5 5-8 0,-9-8-11 0,9 8-5 15,-12-2 1-15,12 2-3 0,-12 1 0 0,12-1-2 16,-13 8 3-16,5-3-6 0,0 3 1 15,2 0 4-15,1 1 4 0,0 1 3 0,1 0 8 16,0 2 4-16,3 0-1 0,-3-2 10 0,4 2 5 0,0 0 2 16,4 0 1-16,0-2-5 0,-2 1 11 0,3-1-22 15,2 0 3-15,-1 2-13 0,2-5 10 0,1 1-19 16,-2-2 2-16,2-2-51 0,3 2-49 0,-2-4-61 16,3-1-55-16,-3-2-64 0,2 0-35 0,-1 0-45 15,1-2-83-15,-2-1-62 0,1 1-404 0,1-3-460 16</inkml:trace>
  <inkml:trace contextRef="#ctx0" brushRef="#br0" timeOffset="49593.53">3014 2501 649 0,'0'0'624'16,"-3"-10"-57"-16,3 10-41 0,-2-10-88 0,2 10-58 16,-4-5-47-16,4 5-50 0,-4-5-43 0,4 5-43 15,0 0-41-15,-9-4-37 0,9 4-24 0,0 0-22 16,-11 2-14-16,11-2-9 0,-8 5-12 0,8-5-7 0,-4 7-10 15,2-1-7-15,2-6-4 0,-3 11-10 16,3-11 1-16,1 12 1 0,2-7-1 0,-2 2-3 16,3 1-1-16,1-1-6 0,-1 0-4 0,0 1-3 0,2 0 0 15,1 1-1-15,-1-2-1 0,-1 0 1 0,2 1 2 16,-1 0 3-16,-1 0-4 0,0-1 6 0,-1 1 3 16,1 0-3-16,-1-1 6 0,0 2-2 0,-2-4 3 15,1 3 2-15,-2-2 10 0,-1 2 13 0,-1 0 12 16,-2-2 17-16,-2 3 11 0,1-2 30 0,-1 1-2 15,0 0 9-15,-3-3-12 0,0 2-3 0,0 0-11 16,0-3-22-16,-1 2 7 0,-2-4-19 0,3 3 1 16,-1-2-17-16,-2-1 0 0,2 1-27 0,0 1 5 15,9-4-67-15,-17 0-73 0,17 0-73 0,-14 0-93 16,14 0-87-16,-15 0-117 0,15 0-171 0,-13-1-362 16,13 1-658-16</inkml:trace>
  <inkml:trace contextRef="#ctx0" brushRef="#br0" timeOffset="50578.36">603 3277 91 0,'0'0'429'0,"0"0"-85"0,-9 4-45 0,9-4-35 15,0 0 28-15,0 0-99 0,-9 4 57 16,9-4-67-16,0 0 25 0,0 0-48 0,0 0 22 15,0 0-37-15,0 0 18 0,0 0-31 0,0 0 9 16,0 0-25-16,0 0-3 0,0 0-13 0,0 0 6 0,0 0-14 16,0 0 9-16,15-1-17 0,-15 1 6 0,10-2-6 15,-10 2-5-15,17 0-7 0,-17 0-2 16,20-2 19-16,-7 2 2 0,3-3 9 0,0 3-25 0,2 0 18 16,1-2-29-16,4 2 30 0,0 0-34 0,3-2-9 15,1 2 2-15,-1-1 3 0,3 0-8 0,-1 0 3 16,1-1 0-16,-1 0-1 0,0 2 9 0,2 0-5 15,-2-3 2-15,1 3-2 0,-1 0-2 0,-2-3 1 16,2 3 13-16,-1 0-9 0,0-1-3 0,-2 1 3 16,1-1 1-16,-3 1 4 0,0 0-4 0,0-2-5 15,1 2 0-15,-1-1-5 0,4 1-5 0,-3-1-2 16,3 0-2-16,-2-1 0 0,1 1-4 0,1 0-4 16,0 0 0-16,-1-1-5 0,0 2-2 0,1-2-4 15,1 1 2-15,-1 0-6 0,1 0-3 0,-1-1-2 16,-2 1-2-16,2 1 3 0,-1-1-5 0,-3 1 2 15,5 0-2-15,-5-3 1 0,0 3-4 0,-1 0 0 16,1-2 4-16,0 2-2 0,-2-1-31 0,1 0 40 0,1 1-34 16,-1-1 41-16,1 0-35 0,-4 1 40 15,4-2-34-15,-1 2 34 0,-2-1-34 0,2 1 42 16,-2-1-39-16,1-1 38 0,0 1-35 0,1 0 37 16,1 0-38-16,-2 1 35 0,0-2-36 0,1 2 35 0,0-1-39 15,1-1 38-15,0 2-35 0,0-1 34 0,-1 1-37 16,1-1 39-16,-1 0-35 0,3 1 37 0,-3-1-34 15,1 1 42-15,-1-2-42 0,1 1 43 0,-2 1-34 16,1 0 32-16,-2 0-43 0,-2-2 42 0,0 2-45 16,-4 0 52-16,1 0-42 0,-2 0 54 0,-13 0-43 15,23-2 60-15,-23 2-49 0,19 0 1 0,-19 0 12 16,14 2-3-16,-14-2 8 0,13 0 0 0,-13 0 5 16,12-2-6-16,-12 2 9 0,0 0-9 0,14-1-9 15,-14 1-10-15,0 0 0 0,0 0-7 0,14 0 0 16,-14 0-2-16,0 0-3 0,0 0-10 0,0 0-3 15,10-2 0-15,-10 2 0 0,0 0 0 0,0 0-53 16,10-1-47-16,-10 1-51 0,0 0-31 0,0 0-127 16,0 0-67-16,5-4-63 0,-5 4-130 0,0 0-86 15,0 0-177-15,3-7-606 0,-3 7-1048 0</inkml:trace>
  <inkml:trace contextRef="#ctx0" brushRef="#br0" timeOffset="59343.48">1174 3904 279 0,'1'-7'265'0,"-1"7"-39"0,0 0-41 16,0 0-4-16,0 0-37 0,0 0-8 0,0 0-33 16,0 0 9-16,0 0-40 0,0 0 13 0,0 0-29 15,0 0 12-15,0 0-39 0,0 0 31 0,4-5-33 16,-4 5 24-16,0 0-4 0,0 0 4 0,0 0 5 16,0 0-12-16,0 0 2 0,0 0 2 0,0 0-3 15,0 0 3-15,0 0-8 0,0 0-2 0,0 0-16 0,0 0 5 16,0 0-8-16,0 0-4 0,0 0-3 15,0 0-2-15,0 0 2 0,1 7-8 0,-1-7 16 16,0 0 4-16,0 0 8 0,0 6-5 0,0-6-1 0,0 0-6 16,1 8 4-16,-1-8 6 0,2 8 2 0,-2-8-7 15,0 5-2-15,0-5 0 0,1 12-7 16,-1-12 8-16,0 7-4 0,0-7 3 0,1 12-4 16,-1-12-4-16,2 10 3 0,-2-10 0 0,1 13-2 15,-1-13-2-15,0 13 4 0,1-7 4 0,1 2-6 0,-2-2 13 16,0 2 0-16,1-1-2 0,-1-1 0 0,0 2-1 15,1 0 0-15,-1-2-4 0,0 1 0 0,3 1-1 16,-3-1 1-16,0 0 1 0,0 1 4 0,0-1-5 16,0 2-6-16,1-2 8 0,-1 1 1 0,0 0-12 15,0-1 9-15,0 0-1 0,0 1-3 0,0 0-7 16,0-2 5-16,0 4-4 0,1-4 1 0,-2 2-3 16,1-8 0-16,1 14-2 0,-1-7-4 0,3 1 3 15,-3-1 1-15,0 0 0 0,1 1 3 0,-1 1 4 16,0-3 2-16,1 2-2 0,-1 0 26 0,0 0-7 15,0-1-1-15,0 0-5 0,0 1 12 0,1 1-24 16,-1-4 16-16,0-5-22 0,2 15 15 0,-2-7-22 16,0-8 19-16,0 13-24 0,0-13 19 0,1 14-21 0,-1-14 18 15,0 13-23-15,0-6 22 0,0-7-18 16,0 14 19-16,0-9-21 0,0 2 19 0,0 2-16 16,0-3 23-16,0 2-23 0,1 0 23 0,-1-1-24 15,0 0 19-15,2 0-14 0,-2 2 41 0,0-1-27 0,0 0 23 16,0 0-26-16,0-1 17 0,1 1-25 0,-1 1 24 15,0-1-27-15,1-1 25 0,-2 2-28 16,2-1 23-16,-1-1-25 0,0 1 19 0,0 0-20 0,0 0 29 16,0 1-11-16,0-2 23 0,0 2-31 0,0-1 24 15,0 1-27-15,0-2 24 0,0 3-29 0,0-1 29 16,0 0-26-16,0 1-4 0,-1 0 8 0,1-2 20 16,0 4-28-16,-1-2 23 0,1 0-18 0,0-1 18 15,0 1-19-15,-2 0 23 0,1 1-25 0,1-1 26 16,0 0-30-16,0-1 31 0,0 1-26 0,-1 1 32 15,1 0-33-15,0-2 25 0,-2 1-30 0,1 0 26 16,1-1-22-16,0 0 26 0,0 0-27 0,-1 0 27 16,1 1-29-16,0-2 32 0,-1 1-33 0,1-1 38 15,-3 0-20-15,2 2 32 0,1 1-25 0,0-2 26 16,-1 3-27-16,1-3 20 0,-2 1-29 0,1 1 21 16,1-2-28-16,0 1 22 0,-1 1-29 0,0-1 20 15,1-2-18-15,-2 3 24 0,1-3-26 0,1 1 27 16,-1 1-4-16,-1-1-4 0,2-1-11 0,-1-1 9 0,1 3 1 15,0-3-4-15,-1 3 0 0,1-3-2 16,-2 2-1-16,1-1-8 0,0 1 10 0,1 1-1 16,-1-3-1-16,1 1-2 0,-2 0 3 0,1 1-3 0,1-1-9 15,-1 0 11-15,-1 0-1 0,4-2 0 0,-4 2-3 16,1 0-2-16,1 1-6 0,-1-2 13 0,-1 1-3 16,-1-3 1-16,3 4-1 0,-1-1 4 0,-2 1-6 15,3 0-3-15,-1-1 6 0,-2 2 1 0,2-2-1 16,0 3 0-16,-2-3-3 0,3 2-25 0,-2 0 22 15,0-1-13-15,1 0 29 0,0 1-28 0,-2-1 28 16,3 1-26-16,-1-2 24 0,-2 1-23 0,1 1 26 16,2 0-29-16,-1-1 28 0,-1-1-24 0,1-1 25 15,0 2-27-15,-1 1 19 0,1-3-16 0,0 1 24 16,1 1-25-16,-1 1 25 0,-1-3-29 0,1 5 33 16,1-5-29-16,-1 3 26 0,-1-2-26 0,1 1 24 15,1 0-23-15,-1 2 24 0,-3-4-25 0,4 4 24 16,-1-3-25-16,1 2 27 0,-2-3-28 0,1 2 26 0,1 0-28 15,-1 0 19-15,1 0 11 0,-1 1-5 16,1 0-1-16,-3-1 2 0,2 0-4 0,1 2-4 16,-1-1-3-16,2 1 5 0,-1-3 0 0,-1 6-1 15,-1-4-25-15,1 0 32 0,1 2-1 0,-1 0-10 0,1 0 6 16,-2-2-1-16,1 2 4 0,0 2 12 0,1-2-22 16,-1 0 20-16,-1 1-43 0,1-2 47 15,1 2-23-15,-1-1 20 0,1 2-20 0,-3-4 22 0,3 3-25 16,-1-2 4-16,1 1 2 0,-1-1 2 0,1-2 2 15,-2 3-6-15,1-1 1 0,1 2 17 0,-1-1 4 16,-1-2-2-16,1 4-6 0,1-4-3 0,0 2-3 16,-2-2 0-16,1 2-7 0,1 0 3 0,-2-2 2 15,1 2-1-15,1-3-3 0,0 1 2 0,-1 2-2 16,1-2-8-16,-2 0 9 0,4-1-2 0,-2 1 0 16,0 2-3-16,-2-2-2 0,1 2 7 0,1 0 0 15,0 1 4-15,-1-1-2 0,0 1 3 0,-2 0-6 16,3-1-3-16,-1 2-2 0,-3-2 6 0,4 3 2 15,-1-3-3-15,1 1-1 0,0 1 2 0,-2 2-3 0,1 4 6 16,1-7 41-16,-1 1-44 0,1 0 34 16,0 0-47-16,0-2 41 0,0-1-40 0,0 3 32 15,0-2-35-15,0 0 36 0,0-2-39 0,0 2 39 0,0-2-49 16,0 0 51-16,0-1-44 0,1 0 38 0,-1-1-39 16,0 1 44-16,0-2-47 0,-1 2 46 15,1-1-42-15,0 0 41 0,-2-1-43 0,2 2 41 16,0-2-47-16,-1-1 49 0,1 6-44 0,0-7 34 0,1 2-36 15,-2 0 24-15,1-7-49 0,0 13 24 0,0-13-34 16,-1 12 21-16,-1-5-28 0,0-2-8 0,1 2-18 16,1-1-4-16,0-6-26 0,-4 13-2 0,4-13-13 15,-1 12-21-15,1-12-29 0,-3 8-39 0,3-8-39 16,-5 7-67-16,5-7-35 0,-4 7-129 0,4-7-386 16,0 0-440-16</inkml:trace>
  <inkml:trace contextRef="#ctx0" brushRef="#br0" timeOffset="61275.82">378 3970 168 0,'0'0'222'0,"0"0"-29"0,0-7-24 16,0 7-10-16,0 0-7 0,0-8 16 0,0 8-19 15,0 0 34-15,2-7-39 0,-2 7 41 0,0 0-10 16,0 0-10-16,1-6-10 0,-1 6-36 0,0 0 5 16,0 0 10-16,0 0-10 0,0 0-5 0,0 0-7 15,0-7-15-15,0 7-12 0,0 0-19 0,0 0-11 16,0 0-10-16,0 0-9 0,0 0-8 0,0 0-5 16,0 0-11-16,0 0-1 0,0 0-2 0,0 0 0 15,0 0-3-15,0 0 0 0,0 0-10 0,0 0 14 0,0 0-8 16,0 0-2-16,0 0 1 0,0 0-2 0,0 0 0 15,0 0-3-15,0 0 5 0,0 0 3 0,0 0-2 16,0 0 0-16,0 0 0 0,0 0-4 16,0 0-2-16,0 0 7 0,0 0-1 0,0 0 1 0,0 0 3 15,0 0 1-15,0 0 0 0,0 0-5 0,0 0 12 16,0 0-6-16,0 0-4 0,0 0 4 0,0 0-3 16,2-9 2-16,-2 9-7 0,0 0 2 0,1-8 3 15,-1 8-3-15,0-8 4 0,0 8 0 0,0-6-2 16,0 6-5-16,0-9 18 0,0 9 20 0,0-8 0 15,0 8-8-15,0 0-7 0,0-12 0 0,0 12-7 16,0-7 1-16,0 7-2 0,-1-6-4 0,1 6 1 16,0-8 4-16,0 8-4 0,0 0-9 0,-2-8 7 15,2 8-3-15,0 0 1 0,0 0-1 0,0 0 0 16,-1-6-2-16,1 6 0 0,0 0 0 0,0 0-6 16,0 0 5-16,-2 6 0 0,2-6 2 0,-1 12 1 15,1-4 0-15,0-2-1 0,0 5-2 0,-2 1 2 16,2-1 2-16,-1 4 3 0,1 2-6 0,0 1 9 0,0 0 2 15,1 3 0-15,-1-3 11 0,2 3 0 16,-2 1 2-16,0 0 1 0,1 3 1 0,-1 0 1 16,0-2-9-16,0 1 1 0,2 2 2 0,-2-3-7 15,3 3 20-15,-3-3-25 0,1 0 20 0,-1 1-25 0,0 1 28 16,1-2-32-16,1 1 26 0,-2 1-29 0,1-3 28 16,-1 0-29-16,0 1 21 0,0 2-18 15,1-3 25-15,-1 0-23 0,0 2 3 0,1 0 1 0,-1 0 2 16,0 1 1-16,2-1-2 0,-2 0-1 0,0-2-1 15,0 1-1-15,0 0-2 0,-2-2 3 0,2 1 23 16,-1-2-33-16,1 1 32 0,0 0-34 0,0 0 31 16,0 0-37-16,-1-2 25 0,1 0-22 0,0 1 30 15,0 0-34-15,0-2 32 0,0 0-31 0,0 0 29 16,-1 0-34-16,1-1 34 0,0 0-7 0,0 0 1 16,0 0-4-16,0 0 2 0,-2 0-1 0,2 0-12 15,0-1 11-15,0-1-31 0,0 0 31 0,0 2-26 16,0-3 28-16,0 2-28 0,0 1 24 0,0-1-22 15,0 1 30-15,0-3-31 0,2 3 29 0,-2-3-28 16,0 1 34-16,0 0-39 0,0-1 38 0,0 2-32 16,0 0 32-16,0-2-32 0,0 2 32 0,0-3-33 15,0 1 30-15,-2 1-27 0,2 0 28 0,0 0-30 16,0-2 31-16,-1 1-36 0,1 2 28 0,0-3-22 0,0 0 32 16,0 1-32-16,0-1 27 0,0 0-25 0,-1 0 30 15,1 0-37-15,0 1 35 0,0-2-31 16,0 4 31-16,0-3-32 0,-2-1 32 0,2 1-39 0,-1 0 34 15,1-3-23-15,0 3 29 0,0 1-2 0,-2-4-7 16,2 2 3-16,0 0-5 0,0-2-7 0,0 3-1 16,0-2 8-16,0 0 0 0,0 0-3 0,-1 0 2 15,1 1-2-15,0-1 1 0,0-1-1 0,0 2 0 16,-2-2 1-16,2 2-4 0,-1-2 2 0,1 1-11 16,0-1 10-16,-1 2 2 0,1-3-4 0,0 1 1 15,0 1-4-15,-2-1 4 0,1 1-7 0,1-2 6 16,0 3 0-16,0-2 1 0,0 0-1 0,0-1-27 15,0 2 33-15,0 0-31 0,0-1 36 0,0 0-31 16,0 0 33-16,0 1-30 0,0-1 30 0,0 0-30 16,0 2 26-16,0-3-24 0,0 0 30 0,0 2-29 15,0 0 29-15,-1-2-34 0,1 2 37 0,0-1-36 16,0 2 36-16,0-3-32 0,0 1 32 0,0 2-33 0,0-3 34 16,0 3-36-16,0-1 33 0,0 0-32 15,0-1 32-15,0 0-32 0,0 2 27 0,0-2-27 0,0 2 24 16,0-1-17-16,0 0 29 0,0-1-34 15,0 2 34-15,0 0-34 0,0-2 33 0,0 2-13 0,0 0 8 16,0-3-5-16,1 4-1 0,-1-2-4 0,0 0 3 16,0 0-7-16,0 1-3 0,1 0 8 0,-1-2 1 15,0 2 0-15,0-1-1 0,0 0-2 0,2 0 2 16,-2 0-10-16,-3-1 10 0,3 1-2 0,0-1 3 16,0 2-4-16,1-2 4 0,-1 0 2 0,0 1-2 15,0-2 9-15,2 0-2 0,-2-2 1 0,0 1-1 16,0 1-1-16,0-2-8 0,0 0 6 0,0 1 2 15,0 0-1-15,0-2-3 0,0 4 2 0,-2-3-7 16,2 1-5-16,0-1 9 0,0 0-2 0,0 2 2 16,0-2-4-16,-1 1 0 0,1 0 1 0,0-1-10 15,0 0 9-15,0-7 2 0,0 12 0 0,0-12-3 16,0 10 0-16,0-10 6 0,0 8-11 0,0-8 13 16,0 8 3-16,0-8-2 0,0 0-4 0,0 0-5 15,0 8-14-15,0-8-36 0,0 0-44 0,0 0-65 16,0 0-91-16,-1-9-55 0,0 2-83 0,-1-1-159 15,1 0-536-15,0-5-700 0</inkml:trace>
  <inkml:trace contextRef="#ctx0" brushRef="#br0" timeOffset="65108.52">360 3806 4 0,'0'0'189'0,"0"0"-11"15,0 0-43-15,0 0-10 0,0 0-16 0,0 0-9 16,0 0-4-16,-13 1-11 0,13-1-8 0,0 0-7 16,0 0-1-16,0 0-15 0,0 0-4 0,0 0-16 15,0 0 5-15,0 0-9 0,0 0 4 0,0 0 8 16,0 0 33-16,0 0-14 0,0 0 18 0,0 0-18 15,12 3 39-15,-12-3-16 0,0 0-6 0,11 3-1 16,-11-3-3-16,14 1-19 0,-14-1-1 0,13 3-4 16,-13-3 4-16,18 3 3 0,-18-3-10 0,19 0-13 15,-5 2 12-15,-2-1 20 0,1 0 12 0,2-1-7 16,1 0-9-16,1-1-10 0,3 0-16 0,0-1 23 16,0 2-15-16,2-3 10 0,-1 0-19 0,4 1 8 15,-1-1-16-15,3 0-6 0,-3-1-1 0,3 1 10 16,0 0-20-16,-3 0 11 0,3-1-19 0,0 3 18 0,0-2-19 15,-1 0 14-15,1 1-15 0,0 0 12 0,-4 0-11 16,4 1 12-16,-2 0-20 0,0 0 16 0,-2 1-17 16,0-2 20-16,0 2-14 0,0 0 16 0,0 0-19 15,1 0 18-15,-2 0-7 0,2 0 17 0,-1 0-6 16,0 0 13-16,-1-3-7 0,1 3 4 0,0 0-10 16,-2 0 14-16,0 0-19 0,1 0 9 0,-1 0-10 15,0 0 6-15,-2 0-13 0,3 0 5 0,-3 0-9 16,0 0 10-16,3 3-9 0,-4-3 10 0,2 0-18 15,0 0 17-15,0 0-12 0,0 2 16 0,0-2-15 16,0 1 8-16,0 0-6 0,0-1 7 0,0 1-9 16,0-1 10-16,1 1-11 0,-2-1 21 0,1 1 2 15,1-1 11-15,-2 2-18 0,0-2 14 0,2 0-16 16,-2 1 14-16,1-1-20 0,-2 0 13 0,2 1-16 16,1-1 10-16,-3 1-15 0,1 1 14 0,0-2-15 15,-2 3 15-15,2-3-16 0,-1 1 15 0,1 1-18 16,0-1 17-16,-1 0-14 0,1 0 17 0,-1 0-16 15,3 0 17-15,-2 1 9 0,0-1 32 0,1 0-8 0,2-1-10 16,-1 0-37-16,0 2 56 0,1 1-35 0,1-3-6 16,-3 1-1-16,3-1-3 0,0 1 0 0,0-1 0 15,-1 2-5-15,2-1-18 0,3-1 19 16,-1 1-16-16,-1 0 19 0,-2-1-2 0,4 1 2 0,0-1-1 16,-4 1 0-16,5-1-5 0,-5 0 5 0,0 0 2 15,3 0-7-15,-2 0 12 0,3 0 1 0,-3 0-3 16,-1 0-2-16,1 0 2 0,1-1-4 0,-1 2-2 15,0-1-1-15,-2 0 0 0,2 0-1 0,-1 0-1 16,3 0 0-16,0-1 0 0,-2 1 3 0,1 0-4 16,3-1 0-16,-1 1-3 0,1-1 6 0,-1 1 1 15,1-1 0-15,1 0 2 0,1-1-1 0,-1 1 2 16,2 0-4-16,0-2 6 0,-1 1-3 0,2 1-7 16,3 0 4-16,-3-2 2 0,2 2-4 0,1-1-1 15,1-1 2-15,-1 2-8 0,1-2 8 0,0 0-7 16,-2 1 8-16,2-1 10 0,4 1 21 0,-3-2 3 15,0 1-15-15,1 1 0 0,3-2-6 0,-3 1-2 16,2 0-4-16,1-1-4 0,-2 2 1 0,1-2-1 0,9 0-5 16,-3 0 3-16,1 0 1 0,-1 0-5 0,1-1 3 15,-1 2 0-15,1-2-8 0,0 1 6 16,-2 1-1-16,3-2-1 0,-4 1-1 0,4-1 4 0,-2 4-6 16,1-5 2-16,-1 1-1 0,3 2 2 0,-2 1-3 15,0-1-1-15,1-2 5 0,0 1-7 0,-1 1 4 16,1 0-1-16,-1 1 2 0,-6-1-1 0,0-1 2 15,1 2 3-15,-1 0-12 0,7-2 10 0,-7 2-2 16,-1-1 0-16,2 2-2 0,-1-4 2 0,0 3-2 16,1-1-8-16,0 2 10 0,4-2 0 0,-5 0 0 15,0 3-2-15,1-3 4 0,-1 0-3 0,1 1 1 16,-1 1-2-16,-1-2 2 0,-1 0-3 0,1 2 0 16,-2-2 4-16,1 2-3 0,-1 0 4 0,-1-2-3 15,1 1 2-15,-2-1-4 0,0 0 5 0,1 3-7 16,-1-2-1-16,-2 0 8 0,3 1-5 0,-2 0 3 15,0 0-2-15,-3-1 0 0,4-1 1 0,-4 3-9 16,4-2 10-16,-5 2 1 0,0-2-21 0,0 1 20 0,1 0 4 16,0 0-5-16,0-1-2 0,0 1 5 0,-1 0-1 15,-1 1 2-15,1-3-5 0,0 3 5 16,-1-1-7-16,1-1 8 0,-2 1-2 0,2 0 2 16,-2-1-4-16,1 1-1 0,-1 0 3 0,3 0-6 0,-2-1 5 15,-1 1 6-15,3 0-3 0,-3 1 9 0,2-1-4 16,1-1-2-16,-1 2-8 0,1-1 6 0,-2 1 2 15,2-2 0-15,0 1-1 0,0 0 0 0,0-2 1 16,0 2-7-16,4 1 7 0,-4-3-1 0,2 3-1 16,-2-2-3-16,0 1 4 0,-1 0 11 0,1 0-13 15,3-1 12-15,-4 2-12 0,1-1 8 0,0-1-17 16,6-1 21-16,-10 2-27 0,8-2 21 0,0 3-13 16,-4-1 1-16,4-1 3 0,-4 2-2 0,6-2 0 15,-10 1-5-15,10 0 10 0,-2 0-4 0,0-1 4 16,1 2 0-16,0-1 2 0,-5-2 20 0,-1 2-33 15,4-1 30-15,1 1-25 0,-4 0 25 0,3-1-23 16,-3 0 19-16,2 1-16 0,3-1 0 0,-6 0 2 16,1 1 16-16,0 0-21 0,-2-1 20 0,1 1-29 0,2 0 27 15,-1 0-25-15,4 0 24 0,-4 0-27 16,3-2 22-16,-4 3-22 0,0-1 26 0,1 0-36 16,0 1 33-16,-1-2-24 0,1 2 22 0,1 0-25 15,-1-2 27-15,-2 2-26 0,1 0 7 0,0-3-1 0,-1 2 24 16,1 1-25-16,0-1 22 0,-1 0-28 0,1 0 28 15,-2 1-23-15,2-1 24 0,-3 1-26 0,3-1 24 16,-2-1-23-16,2 2 27 0,-2-1-42 0,2 1 40 16,-3 0-27-16,4 0 20 0,-1-3-21 0,-3 3 26 15,4-1-28-15,-4 1 23 0,5 0-20 0,-5 0 22 16,3-1-20-16,1 1 25 0,-4 0-25 0,3 0 30 16,-2 0-39-16,1-2 32 0,0 2-20 0,1 0 26 15,-2 0-29-15,3 0 30 0,-2-1-31 0,-1 1 24 16,3 0-25-16,-1 0 27 0,-1-2-27 0,1 2 30 15,2-2-36-15,-2 2 28 0,1 0-22 0,-2-1 25 16,2 1-26-16,0-1 27 0,0 1-36 0,1 0 42 16,1 0-39-16,-2 0 38 0,1-2-32 0,4 2 28 15,1 0-31-15,-6 0 32 0,1 0-32 0,1 0 28 16,3 0-26-16,0-1 27 0,-5 1-25 0,6 0 27 16,-6 0-56-16,5 0 61 0,-4-3-30 0,2 3 30 15,-2 0-32-15,0 0 29 0,-1-1-31 0,0 1 32 0,0 0-42 16,1 0 38-16,-1 0-28 0,0 0 31 0,0 0-33 15,1 0 32-15,-2 0-37 0,0 0 30 16,-1 0-25-16,0 0 32 0,-1 0-28 0,2 0 24 0,-2 0-25 16,-1 0 27-16,0 0-35 0,2 0 38 0,-5 0-34 15,2 0 32-15,0-1-28 0,1 1 31 0,-1 0-32 16,-4-2 30-16,1 2-33 0,-2-1 36 0,2 1-37 16,-1-1 36-16,0 1-39 0,0 0 33 0,2 0-29 15,-4-1 35-15,2-1-37 0,-1 2 35 0,2-3-33 16,-1 3 36-16,-1 0-43 0,0 0 44 0,1-2-36 15,-2 2 32-15,2 0-31 0,-2-2 34 0,1 2-29 16,-1-1 28-16,1 1-27 0,0-1 35 0,1 1-34 16,-4-1 36-16,4 1-44 0,-1 0 40 0,-1-3-36 15,0 3 37-15,-1 0-39 0,2-1 34 0,-2 1-49 16,2 0 54-16,-2 0-43 0,1 0 41 0,1 0-37 16,-2 0 35-16,2 0-41 0,-3 0 44 0,3 0-41 15,-2-3 39-15,1 3-35 0,-1 0 43 0,2 0-41 16,-3 0 48-16,3 0-46 0,-2 0 49 0,2 0-40 0,0 0 20 15,1 0-20-15,-2 0 38 0,1-3-41 16,1 3 30-16,0 0-39 0,1 0 44 0,-2 0-45 0,4 0 40 16,-1 0-51-16,1 0 41 0,2 0-32 0,-1 0 40 15,2 0-44-15,-3 0 42 0,2 0-44 0,-1 0 30 16,1 0-28-16,-1-1 45 0,1 1-49 0,0 0 48 16,-1 0-40-16,1 0 38 0,0-1-39 0,-1 1 40 15,3 0-45-15,-5 0 46 0,3 0-46 0,-1-2 42 16,-1 2-40-16,1 0 30 0,1 2-33 0,-1-4 45 15,1 4-40-15,0-2 35 0,-2-2-42 0,2 2 43 16,-1 0-40-16,0 0 42 0,1 2-45 0,0-2 44 16,-1 0-38-16,1 1 36 0,0-1-38 0,0 0 41 15,0 0-45-15,-1 0 45 0,0 0-41 0,1 1 41 16,0-1-48-16,-1 0 42 0,0 0-31 0,0 0 40 16,-3 0-42-16,3 0 37 0,-4 0-46 0,2 3 47 15,0-3-40-15,-3 0 41 0,2 0-40 0,4 0 41 16,-4 0-46-16,2 0 39 0,-2 0-32 0,1 0 38 0,0 0-40 15,0 0 38-15,1 0-43 0,-2 0 43 16,0 0-38-16,3 0 33 0,-4 0-35 0,4 3 44 0,-3-3-45 16,2 0 40-16,-2 0-46 0,-1 0 49 0,0 1-39 15,0-1 40-15,3 1-41 0,-3-1 40 0,0 0-39 16,1 2 37-16,0-2-35 0,-1 0 37 0,0 0-37 16,2 1 35-16,-3-1-33 0,3 0 31 15,-2 1-33-15,0-1 24 0,0 0-22 0,0 0 38 0,0 0-36 16,-3 1 36-16,3-1-47 0,0 0 42 0,-2 0-33 15,0 0 38-15,2 0-38 0,-1 0 34 0,1 0-38 16,0 0 38-16,-1 0-38 0,1 0 18 0,-1 0-19 16,1 0 42-16,1 0-38 0,-1 0 31 0,1 0-29 15,-1 0 35-15,1 0-39 0,3 0 38 0,0 0-34 16,1 0 33-16,-1 0-40 0,-1 0 37 0,0 0-34 16,3 0 36-16,-1 0-33 0,-2 0 34 0,3 0-38 15,-1-1 32-15,0 1-20 0,0-1 23 0,0 2-38 16,-1-2 37-16,0 1-34 0,2-1 29 0,-2-1-27 0,1 1 32 15,0 1-36-15,2 0 36 0,-1-1-43 16,-1 1 45-16,0 0-33 0,2 0 27 0,-2 0-28 16,0-3 32-16,1 3-34 0,-1 0 36 0,2 0-42 0,-2 0 42 15,-1 0-37-15,2 0 36 0,-1 0-38 0,0-3 38 16,-1 3-29-16,1 0 25 0,0-1-27 0,-1 1 31 16,1-1-34-16,-1 1 35 0,0-2-36 15,-1 2 35-15,-2-1-33 0,1 1 30 0,2-1-29 0,-4 1 36 16,4-1-35-16,-3-1 34 0,1 1-37 0,-3 0 33 15,5 0-27-15,-4 1 31 0,2-2-34 0,2 2 29 16,-6-1-28-16,2 1 29 0,5-2-29 0,-6 1 28 16,4 0-28-16,-1-1 30 0,-2 1-32 0,0 0 25 15,0 1-24-15,0 0 30 0,0 0-34 0,0-3 34 16,0 3-32-16,0 0 14 0,0-2-10 0,0 2 29 16,0-1-25-16,0 1 25 0,0-1-27 0,0 1 27 15,0-1-29-15,0 1 29 0,0 0-27 0,0-1 25 16,0 1-28-16,0-1 30 0,-1 1-29 0,2 0 24 0,-2 0-22 15,1 0 28-15,1-2-38 0,-1 2 37 16,0 0-29-16,0-1 29 0,4 1-34 0,0 0 33 16,0-2-32-16,-3 2 28 0,3-1-26 0,-3 1 27 15,4 0-29-15,-5-1 32 0,5 1-14 0,-2 0 8 0,2 0-18 16,-1 0 22-16,-1 0-26 0,0 0 22 0,1 0-19 16,1 0 25-16,0-3-26 0,-1 6 26 15,1-6-26-15,0 3 23 0,-1 0-30 0,1 0 28 0,-2 0-26 16,-2 0 31-16,2 0-28 0,-1 0 27 0,-2 0-31 15,1 0 27-15,0 0-22 0,1 0 16 0,-1 0-13 16,1-1 24-16,-4 1-28 0,4 0 21 0,-2 0-16 16,-2 0 18-16,1 0-21 0,1-2 26 0,-1 2-26 15,-2 0 22-15,2-1-22 0,-3 1 23 0,3-1-26 16,-3 1 28-16,1-1-20 0,1 0 24 0,-3 1-27 16,2-1 27-16,-1 1-23 0,-1-2 25 0,0 2-26 15,-1-2 24-15,1 2-27 0,-2-2 22 0,2 1-18 16,1-1 14-16,-3 2-18 0,1 0 22 0,0-1-27 15,2 0 23-15,-2 0-19 0,1 1 23 0,0-2-27 16,-2 1 26-16,2 0-24 0,0 0 22 0,1 1-24 16,-1-1 24-16,-1-1-25 0,2 2 28 0,-2-1-27 15,2 1 24-15,-2 0-24 0,2-1 24 0,0 1-12 0,-1-2 5 16,-1 1-19-16,2 1 23 0,0 0-19 0,1 0 18 16,-2-1-12-16,2 1 14 0,-2 0-20 15,1 0 19-15,2 0-22 0,-1 1 22 0,-2-1-20 0,3 0 24 16,-1 3-27-16,-1-3 26 0,2 0-25 0,-1 0 22 15,-1 0-22-15,0 1 23 0,2-1-22 0,-3 0 21 16,2 0-27-16,-2 0 30 0,-3 0-20 0,1 0 14 16,-1 0-13-16,-1 0 14 0,0 0-23 0,-2 0-6 15,-12 0-80-15,19 0-11 0,-19 0-82 0,15 0-49 16,-15 0-89-16,0 0-103 0,0 0-127 0,0 0-158 16,-7-4-529-16,-10 3-859 0</inkml:trace>
  <inkml:trace contextRef="#ctx0" brushRef="#br0" timeOffset="69076.05">311 6972 300 0,'0'0'321'0,"0"0"-66"0,0 0-24 16,0 0-21-16,7-5-17 0,-7 5-47 0,0 0 34 16,0 0-42-16,0 0 17 0,0 0-23 0,9-2-2 15,-9 2-9-15,0 0-23 0,0 0 13 0,10 2-17 0,-10-2 6 16,0 0-15-16,0 0 4 0,15-2-20 0,-15 2 4 16,0 0-12-16,13 2-61 0,-13-2 130 15,0 0-66-15,15 0-19 0,-15 0 31 0,12 3-17 0,-12-3 21 16,10 0-23-16,-10 0 26 0,14 1-30 0,-14-1 27 15,13 1-29-15,-13-1 26 0,15 2-39 0,-15-2 33 16,18 1-40-16,-18-1 33 0,20 2-34 0,-8-2 41 16,1 1-31-16,1-1 34 0,0 1 3 0,0-1-10 15,5 0-9-15,-1 0-13 0,1 0-5 0,2 0-4 16,-2 3 3-16,4-6-4 0,-3 3 1 0,2 0-1 16,0-1 1-16,1 1-5 0,0-1-4 0,1-2 3 15,2 1-4-15,-1 1 1 0,1-3-4 0,-3 2-4 16,-4 2-6-16,5-2-11 0,-1 1 16 0,0 0-2 15,-1 0-1-15,1 1 3 0,-1-2 26 0,0 2-31 0,0 0 19 16,1 0-20-16,0 0 24 0,0 0-33 16,-1 0 30-16,1 0-37 0,0 2 36 0,1-1-73 15,1 0 79-15,0 2-36 0,1-3 47 0,-1 2-43 0,1-2 46 16,-2 3-46-16,-2-1 43 0,5 0-49 0,-3-1 43 16,1 1-50-16,-2-1 51 0,-1 0-52 15,1 2 54-15,3-3-43 0,-3 2 55 0,-1-2-47 16,0 2 35-16,4-1-42 0,-3 0 36 0,4 2-43 0,-1-2 41 15,-1 1-42-15,-2-1 40 0,4 0-39 0,-4-1 36 16,4 0-37-16,-7 0 40 0,4 3-33 0,1-3 33 16,-1 0-33-16,-2 0 42 0,1 0-4 0,1 0-7 15,0 0-4-15,-2 0-6 0,1 0-4 0,0 0-7 16,1 0 3-16,-2 0 0 0,1 0-4 0,1 0-1 16,-1 0 0-16,1-3-2 0,0 3 4 0,-1 0-11 15,1 0 5-15,-1 0 2 0,0 0-2 0,4 0 4 16,-3 0-6-16,3 0 6 0,0 0-1 0,-2 0 1 15,3 0 1-15,-1-1-2 0,-1 1 1 0,1-1-4 16,-1 1 0-16,1 0 0 0,0-2 0 0,0 2 0 16,0-1 0-16,-1 1-6 0,0 0 4 0,1-2-1 15,1 2 2-15,-1-1-1 0,1 1-2 0,-1 0-1 0,1 0 2 16,-1 0-6-16,1 0 3 0,0 0 2 0,-1 0 4 16,1 0-6-16,0 0-1 0,0-1 4 15,2 1 2-15,-1 0-6 0,0 0 7 0,2 0-7 16,0 0 5-16,-2-1-2 0,3 1 1 0,-1-2 2 0,1 2 0 15,0 0-1-15,-2-2 2 0,2 2-1 0,0 0 3 16,5-3 8-16,-5 3 4 0,5-1 4 0,-1 1 1 16,0-1-3-16,1-2-6 0,1 1 7 0,-1 0-7 15,0-1 4-15,2-1-3 0,0 2-3 0,-1-2-5 16,2 0-1-16,1 1 0 0,4-2-6 0,-7 1 2 16,8 1 1-16,1-4 0 0,-6 3-9 0,-2 1 10 15,0 0 0-15,2-1-3 0,-1 2-2 0,-2-2 1 16,4 2 0-16,-4 0-1 0,2 1 2 0,0-2-1 15,-3 2-1-15,1 0 1 0,1-2-1 0,-1 2 0 16,0-1-1-16,-1 0 5 0,3 1-2 0,-2-1-3 16,2 1 2-16,-2 0-2 0,3-2 2 0,-3 2-1 15,2 0 1-15,0-2 1 0,-1 1 1 0,1-2-2 0,-2 2 1 16,2 0 3-16,-2-1 3 0,2-1 7 0,-2 2 7 16,3-3-33-16,-3 2 37 0,3-1-31 0,-1 1 39 15,-2 0-39-15,2-2 38 0,-1 1-36 16,2 2 30-16,-2-2-25 0,-1 1 34 0,8-2-36 0,-9 0 32 15,3 7-42-15,-1-4 40 0,-2-1-39 0,2 1 37 16,-5-1-34-16,6 0 30 0,-5 2-39 0,1-2 37 16,1 1-34-16,-1-1 27 0,1 1-22 0,-1-1 37 15,-3 1-35-15,4 0 37 0,-2-1-35 0,-2 1 34 16,4-2-36-16,-4 1 29 0,3 1-33 0,-3 0 35 16,3-1-37-16,-3 0 36 0,3 0-34 0,0 1 35 15,-2 0-33-15,-2-1 32 0,3 1-31 0,-1 0 31 16,-3 1-31-16,3-1 35 0,2 0-31 0,-5-1 27 15,0 1-34-15,-1 2 33 0,2 0-32 0,1-1 35 16,-2 0-29-16,-2-2 30 0,2 2-27 0,3-2 35 16,-3 2-34-16,1-1 29 0,-1 1-31 0,1-2 23 15,2 2-19-15,-2 0 22 0,0 0-26 0,3-3 23 0,0 3-21 16,0 1 10-16,-1-1-15 0,2-1 25 0,0 0-29 16,-5 1 26-16,3-1-23 0,2-1 25 15,1 1-18-15,-8 1 23 0,7-2-25 0,0 0 20 0,-2 1-14 16,1 0 13-16,-4 1-12 0,-2-3 13 0,7 1-14 15,-6 1 11-15,1 2-16 0,5-4 9 0,-3 2-7 16,0 0 8-16,0-1-10 0,2 2 15 0,-3-2-15 16,3 1-4-16,-1 0 0 0,-2 1 0 0,5 0 0 15,-3-2 0-15,2 2 0 0,-4-1 0 0,3 0 0 16,-5 2 0-16,6-3 0 0,-4 2 0 0,3 0 0 16,-2-1 0-16,-5 1 0 0,5-1 0 0,-2 0 0 15,-1 1 0-15,2-1 0 0,-1 2 0 0,1-2 0 16,5 2 0-16,-5-2 0 0,-1 1 0 0,1 0 0 15,0 1 0-15,1 0 0 0,-1-1 0 0,0 1 0 16,0 0 0-16,1 0 0 0,-1 0 0 0,2-2 0 16,-2 2 0-16,0 0 0 0,0 0 0 0,0 0 0 15,0-1 0-15,0 1 0 0,0-1 0 0,1 0 0 0,-2 1 0 16,1-2 0-16,4 2 0 0,-2-3 0 0,3 3 0 16,-1-2 0-16,0 0 0 0,0 1 0 0,-2-1 0 15,4-1 0-15,-2 2 0 0,1-2 0 0,-1 2 0 16,1-1 0-16,3 0 0 0,-3 0 0 0,1 0 0 15,-1 1 0-15,3-1 0 0,-2-1 0 0,-1 1 0 16,2 0 0-16,0 1 0 0,-2-3 0 0,0 3 0 16,2-1 0-16,0 0 0 0,-2-1 0 0,3 1 0 15,-1-1 0-15,0 0 0 0,-1 0 0 0,2 0 0 16,0 2 0-16,1-3 0 0,-1 1 0 0,2 0 0 16,-1 2 0-16,1-3 0 0,-1 2 0 0,-1 0 0 15,1-1 0-15,-2 1 0 0,1 0 0 0,-3 0 0 16,4-1 0-16,-4 3 0 0,0-2 0 0,0 0 0 0,1 1 0 15,-2-1 0-15,1 0 0 0,-1 2 0 16,-4-3 0-16,6 3 0 0,-6-2 0 0,0 2 0 16,0 0 0-16,1-2 0 0,-1 2 0 0,-1-1 0 0,2 1 0 15,-2 0 0-15,1 0 0 0,0 0 0 0,0 0 0 16,-2 0 0-16,1 0 0 0,1 0 0 0,-1 1 0 16,-1-1 0-16,1 0 0 0,1 2 0 15,-1-2 0-15,-2 0 0 0,4 0 0 0,-1 2 0 0,-1-2 0 16,1 0 0-16,5 3 0 0,-5-3 0 0,5 0 0 15,-1 1 0-15,1 2 0 0,0-2 0 0,0 0 0 16,0-1 0-16,0 1 0 0,0-1 0 0,0 0 0 16,1 2 0-16,-2-2 0 0,1 0 0 0,3 3 0 15,-3-3 0-15,0 0 0 0,0 2 0 0,2-4 0 16,-1 4 0-16,-1-2 0 0,0 0 0 0,2 0 0 16,-3 0 0-16,1 2 0 0,2-2 0 0,-2 0 0 15,2 0 0-15,-2 0 0 0,-1 0 0 0,1 0 0 16,1 0 0-16,-6 0 0 0,5-2 0 0,-1 2 0 15,-3 0 0-15,1-2 0 0,0 2 0 0,3 0 0 16,-5-3 0-16,1 3 0 0,-2-2 0 0,0 1 0 16,-1 0 0-16,2 1 0 0,-2-1 0 0,-1-1 0 0,2 0 0 15,-2 2 0-15,2-3 0 0,-3 3 0 0,1-2 0 16,1 2 0-16,-2 0 0 0,0-2 0 0,-1 1 0 16,1 1 0-16,-1-1 0 0,0 1 0 0,-1-2 0 15,-1 2 0-15,-1-1 0 0,-2 1 0 0,3 0 0 16,-2 0 0-16,0 0 0 0,-1-1 0 0,2 1 0 15,-1 0 0-15,0 0 0 0,-1 0 0 0,2 0 0 16,-1 0 0-16,0 0 0 0,-1 0 0 0,0 1 0 16,1-1 0-16,0 0 0 0,-3 0 0 0,3 0 0 15,0 1 0-15,0-1 0 0,-1 2 0 0,1-2 0 16,0 1 0-16,0 0 0 0,0-1 0 0,2 2 0 16,2-2 0-16,0 2 0 0,-1-2 0 0,0 0 0 15,1 0 0-15,0 3 0 0,0-3 0 0,0 0 0 0,1 1 0 16,0 0 0-16,0-1 0 0,0 2 0 0,0-1 0 15,2-1 0-15,-2 1 0 0,1-1 0 0,1 1 0 16,0-1 0-16,0 0 0 0,-1 2 0 0,2-2 0 16,-1 0 0-16,1 0 0 0,0 3 0 0,3-1 0 15,-2-2 0-15,-1 0 0 0,1 2 0 0,0-2 0 16,0 1 0-16,0 0 0 0,-3 0 0 0,4 1 0 16,-1-1 0-16,0 0 0 0,0 0 0 0,-1 0 0 15,-1 0 0-15,1 2 0 0,1-3 0 0,-1 1 0 16,-1 0 0-16,1-1 0 0,0 2 0 0,-2-2 0 15,1 0 0-15,0 1 0 0,-3-1 0 0,4 0 0 16,-3 0 0-16,1 0 0 0,-1 0 0 0,-1 0 0 16,1-1 0-16,-1 1 0 0,0 0 0 0,0 0 0 0,-2 0 0 15,2-2 0-15,-4 2 0 0,3 0 0 16,-2 0 0-16,-1 0 0 0,1 0 0 0,-1-1 0 16,0 1 0-16,1 0 0 0,0 0 0 0,-1 0 0 0,-2 0 0 15,2-1 0-15,-1 1 0 0,2 0 0 0,-1 0 0 16,-1 0 0-16,0 0 0 0,1 0 0 15,-2 0 0-15,1 0 0 0,1 0 0 0,0 0 0 16,0 0 0-16,0 0 0 0,0 1 0 0,0-1 0 0,0 0 0 16,5 0 0-16,-3 1 0 0,1-1 0 0,1 2 0 15,0-2 0-15,1 1 0 0,0 0 0 0,-1-1 0 16,2 1 0-16,1 1 0 0,-1-1 0 0,1 0 0 16,-1 0 0-16,0-1 0 0,3 2 0 0,-2-1 0 15,0-1 0-15,2 1 0 0,-1 1 0 0,5-1 0 16,-7-1 0-16,3 2 0 0,-2-1 0 0,0-1 0 15,1 2 0-15,-2-2 0 0,2 1 0 0,-2-1 0 16,1 0 0-16,-1 0 0 0,-1 0 0 0,2 0 0 16,-2 0 0-16,1-1 0 0,-3 1 0 0,2 0 0 0,-1-1 0 15,1 1 0-15,-1-1 0 0,-2 0 0 16,3 1 0-16,-2-2 0 0,-4 2 0 0,2-1 0 16,-1-1 0-16,0 2 0 0,-3-1 0 0,3 1 0 0,-1-1 0 15,-2 1 0-15,0-2 0 0,1 2 0 0,0 0 0 16,-3 0 0-16,2-1 0 0,-2 1 0 0,1-1 0 15,0 0 0-15,-5 1 0 0,4 0 0 0,-5-2 0 16,4 2 0-16,-2 0 0 0,0-1 0 0,-2 1 0 16,4 0 0-16,-3-1 0 0,2 1 0 0,-3 0 0 15,1-1 0-15,2 1 0 0,-1 0 0 0,2-3 0 16,-2 3 0-16,0 0 0 0,-1 0 0 0,2 0 0 16,0 0 0-16,0 0 0 0,-1 0 0 0,0 0 0 15,2 0 0-15,-2 1 0 0,2-1 0 0,-3 0 0 16,2 2 0-16,0-2 0 0,0 0 0 0,-3 1 0 15,4-1 0-15,-2 0 0 0,0 1 0 0,0-1 0 16,1 0 0-16,-2 1 0 0,1-1 0 0,0 0 0 0,0 0 0 16,0 2 0-16,-1-2 0 0,0 0 0 0,2 0 0 15,-2 0 0-15,1 1 0 0,-1-1 0 0,1 0 0 16,-2 1 0-16,0-1 0 0,2 0 0 0,-2 0 0 16,1 0 0-16,0 0 0 0,0 0 0 0,-1 0 0 15,0 0 0-15,0 0 0 0,-1 1 0 0,1-1 0 16,1 0 0-16,-14 0 0 0,23 0 0 0,-10 0 0 15,-13 0 0-15,20 0 0 0,-20 0 0 0,21 0 0 16,-21 0 0-16,20 0 0 0,-20 0 0 0,18 0 0 16,-18 0 0-16,19 0 0 0,-19 0 0 0,17 0 0 15,-17 0 0-15,19 0 0 0,-19 0 0 0,19 0 0 16,-19 0 0-16,16 2 0 0,-16-2 0 0,16 0 0 16,-16 0 0-16,16 0 0 0,-16 0 0 0,14 0 0 15,-14 0 0-15,11 0 0 0,-11 0 0 0,12 1 0 16,-12-1 0-16,0 0 0 0,16 0 0 0,-16 0 0 15,0 0 0-15,14 0 0 0,-14 0 0 0,0 0 0 0,13 1-128 16,-13-1-136-16,0 0 2 0,0 0-121 0,0 0-16 16,9-2-101-16,-9 2-127 0,-6-3-73 0,-1-2-861 15,-7 0-1205-15</inkml:trace>
  <inkml:trace contextRef="#ctx0" brushRef="#br0" timeOffset="74007.64">401 4884 138 0,'0'0'345'0,"0"0"-84"0,0 0-4 16,0 0-41-16,0 0-1 0,0 0-52 0,0 0 30 15,0 0-10-15,0 0-26 0,0 0 0 0,0 0-19 16,-8 1-17-16,8-1-13 0,0 0 5 0,0 0-9 15,0 0 2-15,0 0-7 0,0 0-3 0,0 0-5 16,0 0-9-16,0 0 1 0,-5 5-4 0,5-5-15 16,0 0-2-16,0 0-7 0,0 0-3 0,0 0-11 15,0 0 6-15,0 0-4 0,-4 5-6 0,4-5 4 16,0 0 4-16,0 0-3 0,0 0-3 0,0 0 2 16,0 0-11-16,0 0-13 0,0 0 6 0,-4 5-4 15,4-5-4-15,0 0-5 0,0 0 7 0,0 0-2 16,0 0-7-16,8 4 22 0,-8-4 9 0,0 0 5 0,9 3 0 15,-9-3-2-15,9 1 4 0,-9-1-2 16,14 3 1-16,-14-3 0 0,13 0 0 0,-13 0 0 16,15 2-9-16,-15-2 2 0,18 0-3 0,-18 0 2 15,19 0 3-15,-7 0 19 0,-12 0-34 0,24 0 22 0,-11 0-26 16,-2-2 16-16,1 2-21 0,0 0 19 0,1-4-25 16,1 4 19-16,-2-1-29 0,1-1 13 15,1 1-11-15,-3 0 18 0,4 0-19 0,0 0 15 0,-2 0-18 16,2 0 5-16,0-1-5 0,-1 1 19 0,1 0-22 15,2-1 22-15,1 1-21 0,-3 0 19 0,3-2-20 16,0 2 9-16,-1 0-9 0,0 1 19 0,-1-1-19 16,-1 1 15-16,2 0-20 0,-2-2 21 0,0 2-12 15,2-1 12-15,-2 1-18 0,2 0 16 0,-2-1-15 16,3 1 15-16,-2 0-14 0,0 0 15 0,3 0-14 16,-2 0 16-16,-1 0-19 0,1-3 16 0,1 3-17 15,-4 1 17-15,4-1-12 0,-1 0 18 0,0 0-14 16,0 0 17-16,1 0-7 0,0 0 18 0,-1 0 0 15,-1 0-2-15,1 0-2 0,-1 0-3 0,1-1-6 16,1 1-1-16,-2 0-20 0,0 1 15 0,0-1 0 16,0 0 1-16,0 0-3 0,0 0-1 0,0 0-1 15,1 0 0-15,1 2-10 0,0-2 10 0,1 2-2 16,-4-2 0-16,2 0-2 0,2 0-7 0,-1 0 9 0,1 0 5 16,0 0-18-16,-1 2 11 0,1-2-2 0,0 0 3 15,2 0-3-15,-1 0 3 0,2 0 10 16,0 0 9-16,-1 1 0 0,2-1-5 0,2 0 3 0,-5 1-8 15,6-2 7-15,-3 2 0 0,5-2 0 0,-3 1 6 16,1 0-21-16,1 0 7 0,0-1-4 0,-2 1 4 16,3 0 1-16,-5 0-3 0,4 0 32 0,-4 0-51 15,1 0 40-15,1 0-33 0,3 0 37 0,-1 0-39 16,-1 0 33-16,0 0-47 0,2 0 46 0,0 0-36 16,-1 0 34-16,1 0-44 0,2 0 44 0,-2 1-43 15,0-1 38-15,1 0-38 0,-1 0 41 0,2 0-37 16,-1 0 38-16,-1 1-41 0,3-1 38 0,-2 0-39 15,1 0 36-15,-1-1-35 0,-1 1 44 0,0 0-43 16,2 0 38-16,-2 0-47 0,0 0 49 0,0 0-37 16,0 0 36-16,0-1-36 0,2 1 43 0,-2 0-31 15,0 0 36-15,1 0-25 0,-2 0 32 0,1 0-40 16,0 0 29-16,0 0-31 0,1 0 28 0,-1 0-33 0,1 0 20 16,-1 0-21-16,3 0 30 0,-3 0-31 15,3 0 29-15,-2 0-33 0,0-2 29 0,2 2-24 16,-3 0 29-16,2-1-33 0,-1 1 29 0,-1 0-30 0,0-1 35 15,0-1-31-15,0 2 28 0,0-1-27 0,-1 1 27 16,-1-2-28-16,1 2 24 0,0-1-25 0,-2 1 27 16,-2-1-30-16,5 0 31 0,-6 0-29 0,5 1 27 15,-4 0-29-15,4-1 26 0,-1 1-24 16,1-2 27-16,0 2-29 0,0-1 26 0,1 1-24 0,-1 0 25 16,1 0-23-16,0 0 21 0,1-2-26 0,2 1 28 15,-3 1-24-15,2-1 19 0,-1 0-15 0,2 1 27 16,-2-2-19-16,3-1 31 0,-3 3-22 0,2-1 21 15,-2 0-29-15,2-1 23 0,-1-1-31 0,0 3 26 16,-3-2-2-16,4 0-3 0,-3 1-10 0,1-1 8 16,2 0-2-16,-2 0-3 0,1 1 2 0,2-1 5 15,2 0-15-15,1-2 30 0,-1 2-5 0,2 0 15 16,2 0-23-16,1-1 13 0,-2-1-4 0,1-1-6 0,1 2-3 16,1-1-4-16,-1 0-7 0,-1-1 3 15,1 1-1-15,0 2-1 0,-2-2-7 0,0 0 6 16,2 0-4-16,-1 1 0 0,-1-1-1 0,-1 2-1 15,2-1-1-15,-4 0 1 0,2 1-1 0,0-1-6 0,-3 1 7 16,-1-1-1-16,-1 2 0 0,1-1-3 0,-3 1 2 16,3-2 2-16,-1 2 0 0,-2 1-3 0,3-2 2 15,-1 0-2-15,-2 1 2 0,2 0-2 0,-2-1-4 16,2 1 5-16,-2 1 2 0,1-1-2 0,-1 1-2 16,-1-1 4-16,0 1 1 0,2 0-7 0,-2 0 4 15,0 0 0-15,-1 0 1 0,1 0-4 0,0 0 4 16,-3-2-6-16,2 2 11 0,0 0-6 0,1 0 0 15,-1 0 1-15,0-1 0 0,0 1-1 0,-1-2-4 16,1 2 6-16,1-1-1 0,-2 0 1 0,2 1-4 16,0-2 4-16,2 1 1 0,-2 0 5 0,1-1 5 15,0-1 1-15,2 2-1 0,-3-2-1 0,2 2-2 16,-1-2-6-16,2 0 6 0,-2 2 2 0,2 0-5 16,-2-2 0-16,2 1 0 0,-1-1 3 0,1 2-5 0,4-4 0 15,-5 5 2-15,6-3-3 0,-4 1 1 16,5-1 1-16,-6 0-6 0,3 1 7 0,-3-1 3 15,2-1-3-15,3 1 0 0,-7 3 3 0,2-4 0 0,0 2-15 16,-1-1 18-16,1 1 0 0,0 0-2 0,-2-1-4 16,2 2 6-16,-2-1-8 0,2-1 10 15,-2 2-7-15,1-2 5 0,0 3-12 0,-2-1 10 0,2-2-9 16,-2 2 5-16,1-1-5 0,1 0 6 0,-2 1-19 16,1-1 19-16,-1 0-8 0,2-1 9 0,-1 3-5 15,1 0 5-15,0 0-7 0,0-2 4 0,-1 0-5 16,2 1 7-16,-2 0-11 0,0-1 11 0,1-2-7 15,-1 4 7-15,1 0-10 0,-1 0 10 0,-1-2-16 16,0 2 16-16,0 0-11 0,2-2 10 0,-2 1-11 16,0 0 10-16,-1 1-8 0,1-1 4 0,-3-1-5 15,4 1 10-15,-3 0-8 0,1 1 3 0,1-1-6 16,-1 1 10-16,1-2-10 0,0 2 11 0,-1-3-10 16,0 3 5-16,0 0-5 0,0-1 10 0,1 1-17 0,0-2 16 15,0 2-8-15,0-1 9 0,0 0-11 16,0-1 12-16,2 0-18 0,-2 1 18 0,1 0-12 15,-1 0 11-15,2 1-12 0,-1-4 13 0,-2 3-11 0,1 0 6 16,2 0-7-16,-2-1 11 0,0 1-10 0,1 1 9 16,-1-1-12-16,0 0 16 0,2 0-2 15,-2 0 0-15,0-1 1 0,1 1-5 0,1 1 1 0,-2 0 0 16,1-2-5-16,0 1-9 0,1-1 16 0,-1 1-14 16,3 0 13-16,-2-1-13 0,0 1 11 0,1 1-11 15,0-1 16-15,-1 0-15 0,2-1 12 0,-1 1-13 16,0-1 15-16,-1 2-21 0,2-2 22 0,-2 1-2 15,0 1-1-15,2-1-4 0,-1 0 6 0,-2 1-11 16,3-2 5-16,-2 2 3 0,0-1-2 0,-2 1-3 16,2-1 2-16,-1 1 1 0,-1 0-7 0,2-2 6 15,-1 1 0-15,-2 1-1 0,1 0-2 0,0 0 4 16,0 0-7-16,0 0 5 0,-1 0 0 0,3 0 2 16,-2-2-4-16,0 2 2 0,0 0-1 0,0-1-17 0,-5 0 21 15,4 1 2-15,1 0-4 0,0-1-2 16,0 1 3-16,0-2-6 0,-1 2 8 0,1-1-3 15,0 1-2-15,0 0-2 0,0 0 7 0,1-1-5 0,-2 1 2 16,-1 0-2-16,3 0 1 0,-1 0-2 0,0-1 3 16,0 2 0-16,-1-1-6 0,1 0 8 0,0 0-5 15,0 0 2-15,0 0-2 0,0 0 2 0,-1 0 0 16,0 0 0-16,1 0-2 0,1 0 2 0,0 0-2 16,-1-1-2-16,1 1 4 0,-1 0-5 0,0 0 6 15,2 0 0-15,-2-2-4 0,1 2-1 0,-1 0 6 16,2 0-1-16,-2-1-2 0,1 1 2 0,-2 0-1 15,1 0-2-15,-1 0 0 0,1 0-1 0,3 0-4 16,-3 0 9-16,-1 0-4 0,1 1 0 0,-1-1 0 16,1 0 1-16,-2 2-1 0,0-2 3 0,1 1-1 15,1-1-2-15,0 1-2 0,-2-1 3 0,2 1-2 16,-1-1-2-16,1 0 6 0,-2 0-3 0,3 0 2 0,-4 2-2 16,2-2 1-16,1 1-3 0,-1-1 3 15,1 0 0-15,0 1 2 0,-1 0-6 0,1-1 4 16,0 0-1-16,0 2-4 0,-2-2 4 0,4 0 4 15,-2 0 2-15,-2 0-9 0,2 0 7 0,1 0-9 0,-1 0 8 16,1 0-1-16,-1 0 0 0,0 0-1 0,2 0 0 16,-2 0-2-16,1 0-14 0,-1-2 19 0,2 2 0 15,0-1 2-15,0 0-5 0,2 0 0 0,-2 1-6 16,0-2 7-16,-1 1 0 0,2 1 0 0,-2-1-2 16,2 1 2-16,-3-1-2 0,4 1 1 0,-4-2 0 15,3 1 2-15,-2 0-3 0,2 1 0 0,-2-1 2 16,2 1-7-16,-2-2 6 0,1 2 0 0,-1 0 0 15,2 0-3-15,-2 0 5 0,1-3-3 0,0 3 0 16,-2 0-1-16,2 0 1 0,-1 0 0 0,2-1-5 16,-2 1 9-16,3-1-5 0,-1 1 2 0,-2-2-2 15,3 2 0-15,-1 0 0 0,-2 0 5 0,2-1-3 16,-2 1 2-16,2 0-5 0,-2 0 3 0,1 1 0 0,-1-2-2 16,-1 1 2-16,3 0-6 0,-2 0 7 15,-1 0 2-15,0 0-4 0,0 1-1 0,-1-1 3 16,1 0 0-16,-2 0-1 0,2 0 1 0,0 0-2 15,-2 0-3-15,2 0 3 0,-1 0 0 0,1-1-4 0,-1 1 6 16,1 1 0-16,0-2-1 0,-1 1-2 0,0 0 3 16,1 0-8-16,0 0 5 0,-1 0 3 0,1 0-2 15,-2 0-1-15,1 0 1 0,0 0 0 0,1-1-4 16,-2 1 8-16,-2 0-1 0,3 0-2 0,0 0-6 16,0 0 8-16,-2-1-9 0,3 1 10 0,-6 0-3 15,6 0 2-15,-2-2-2 0,-2 2 0 0,3 0 1 16,0 0-21-16,-2 0 25 0,2-2-2 0,-1 2-2 15,-1-1-1-15,5 1 3 0,-7-1-10 0,3 1 8 16,1-1 0-16,-5 1-1 0,2 0-2 0,3 0 3 16,1-2-1-16,-2 2-1 0,0 0 1 0,1-1 0 15,-1 1-1-15,-2 0-1 0,1 0 3 0,0 0-7 16,2-1 6-16,-4 1 0 0,1 0 0 0,3 0-3 0,1 0 3 16,-2-1-2-16,-1 1 2 0,-1 0 0 15,0 0-1-15,4-2 0 0,-3 0 1 0,-1 2 0 16,1 0-5-16,-1 0 5 0,-1 0 0 0,1 0-1 0,3 0 0 15,-3 0 1-15,1 0-2 0,-2 1 2 0,1-1-2 16,0 0 1-16,-1 0-1 0,-1 1 2 0,1-2 0 16,0 1-6-16,-1 0 5 0,0 0 3 0,-1 0-2 15,2 0 1-15,-2 1 0 0,-1-2-7 0,2 1 6 16,-3 0-1-16,3 0-1 0,-2 0 1 0,-2 0 1 16,1 0-1-16,2-1-2 0,-3 1 4 0,1 1 0 15,-2-1-2-15,0 0 0 0,1-1 2 0,-3 1-6 16,3 0 9-16,-4 0-4 0,4 0-3 0,-4 0 0 15,3 0 2-15,-2 0 1 0,2 0-4 0,0-3 8 16,-1 3-4-16,1 0 3 0,-2 0-6 0,2 0 4 16,-1 0-7-16,-1 0 7 0,2 0-2 0,0 0 1 15,1 0-1-15,1 0 4 0,1 0-3 0,-2 0 2 16,0 0 0-16,1-3-1 0,2 3-2 0,-1 2 2 0,2-2-2 16,-4 0-7-16,2 0 9 0,-1 0-1 15,2 0 0-15,-1 0-3 0,1 1 4 0,-1-1-2 16,2 0 0-16,-3 0 0 0,4 0 3 0,-1 0-2 0,-2 0-2 15,3 0 2-15,-1 0-5 0,0 0 5 0,1 0 3 16,-3 0-4-16,3 0-2 0,-1 0 5 0,0 0-4 16,1 0 3-16,0 3 0 0,-2-3-1 0,1 0 0 15,1 0-2-15,-1 0-3 0,-1 0 0 0,1 0 5 16,1 0 3-16,-2 0-2 0,-1 1 0 0,2-1 0 16,-2 0-1-16,1 0-1 0,-1 1-2 0,2-1 4 15,-3 2-3-15,3-2 2 0,-2-3 0 0,-1 3-9 16,3 0 8-16,0 1 2 0,-2-1-2 0,1 0 2 15,-1 0-1-15,3 0-9 0,-4 0 9 0,3 2 1 16,0-2-4-16,-2 0 0 0,1 0 5 0,0 0 0 16,-1-3-9-16,1 4 7 0,0 2 2 0,-2-3-1 15,0 0-2-15,1 0 3 0,0 0-9 0,0 0 7 16,-1 1-1-16,-1-1 1 0,1 0-1 0,0 0 3 0,-1 0-2 16,0 0-5-16,0-1 7 0,1 1 1 15,-3 0-3-15,0 0 0 0,2 0 1 0,-4 0-7 16,4 0 6-16,-4 0 2 0,5 0-27 0,-5 0 28 0,4 0-4 15,-2 0 5-15,0 0 1 0,2-1-4 0,0 1 0 16,0 0-1-16,0 0 0 0,-2 0 3 0,1 0-10 16,1 0 7-16,-3 0 2 0,3-2-3 0,-1 1-2 15,1 1 2-15,-2 0-4 0,2 0 6 0,0-1-2 16,-3 1 1-16,3 0-2 0,-1 0 2 0,1 0-1 16,-2 0-7-16,2-3 7 0,-3 3 4 0,2 0-8 15,-3 0 6-15,2 0 0 0,0 0 0 0,-2 0-1 16,3 0-1-16,-2 0 0 0,-1 0-1 0,0 0 2 15,2 0-3-15,-2 0-3 0,2 0 8 0,-3 0-2 16,2 0 1-16,-2 0-4 0,1 0 4 0,-1 0 0 16,-1 0-3-16,1 0-5 0,-1 0 6 0,3 0-2 15,-15 0 6-15,24 0-3 0,-24 0-9 0,24 0 8 16,-12 0 3-16,1 0 0 0,-13 0-5 0,23 0 5 0,-11 0-10 16,0 0 7-16,1 0 0 0,-1 3-2 15,1-3 2-15,-2 0 2 0,3 0-2 0,-2 0-4 16,2 0 6-16,-3 2 0 0,2-2 0 0,0 2-4 0,-2-2 5 15,-11 0-10-15,23 1 8 0,-23-1-2 0,23 0 1 16,-23 0-1-16,18 0 3 0,-18 0-2 0,21 1-20 16,-10-2 26-16,-11 1-2 0,19 1-2 0,-8-1 1 15,1 1-2-15,-3 1-4 0,3-2 6 0,-1 1-2 16,1 0-1-16,-12-1-1 0,20 3 2 0,-8-3 0 16,-12 0-1-16,21 2 0 0,-21-2 0 0,17 2 2 15,-17-2-6-15,18 1 4 0,-18-1-5 0,13 3 6 16,-13-3 1-16,14 1-1 0,-14-1-2 0,11 0 2 15,-11 0-4-15,0 0 0 0,13 3 0 0,-13-3-1 16,0 0-1-16,10 0-1 0,-10 0-1 0,0 0-6 16,0 0 2-16,0 0-1 0,11 2 3 0,-11-2-4 15,0 0 3-15,0 0-1 0,0 0-8 0,0 0-7 16,0 0-10-16,11 1-15 0,-11-1-14 0,0 0-18 0,0 0-18 16,0 0-35-16,0 0-49 0,0 0-27 15,0 0-108-15,0 0-45 0,0 0-88 0,0 0-92 16,0 0-90-16,0 0-139 0,-10-3-382 0,10 3-772 0</inkml:trace>
  <inkml:trace contextRef="#ctx0" brushRef="#br0" timeOffset="79240.69">428 5964 349 0,'0'0'346'0,"0"0"-49"0,0 0-27 16,0 0-35-16,0 0-63 0,0 0 8 0,0 0-49 15,0 0 14-15,0 0-39 0,0 0 4 0,0 0-21 16,0 0-24-16,0 0-17 0,0 0 7 0,0 0-25 16,-2 6 10-16,2-6-10 0,0 0 23 0,0 0 14 15,0 0 7-15,5 5 18 0,-5-5-11 0,0 0 27 16,11 5-22-16,-11-5 5 0,9 2-22 0,-9-2 20 16,9 3-20-16,-9-3 21 0,9 3-33 0,-9-3 19 15,12 4-31-15,-12-4 18 0,13 3-26 0,-13-3 26 16,15 4-27-16,-15-4 21 0,17 4-26 0,-7-3 22 15,-1 2-31-15,0 0 29 0,2-1 9 0,1 1 35 16,0-1-20-16,2 1-2 0,-2-2-19 0,5 2 7 16,-2-1-1-16,2 0-5 0,0 1-5 0,2-1-3 15,-1 1-7-15,0-3-12 0,2 2 6 0,-1-2-6 16,0 3-2-16,3-3-4 0,-2 0 0 0,1 1-2 0,1 0-11 16,-2 1 12-16,2-2-3 0,1 0 9 0,-2 0-4 15,0 1-5-15,2-1 25 0,0 2-45 16,0-2 47-16,1 2-27 0,-2-2 24 0,1 0-29 0,-1 0 28 15,0 3-31-15,-1-3 25 0,2 0-28 0,-1 0 29 16,-2 1-35-16,2-1 37 0,1 0-42 0,-1 0 32 16,0 1-25-16,-2-1 39 0,3 0-43 0,-1 0 43 15,-1 0-42-15,1 0 39 0,2 2-44 0,-3-2 40 16,2 0-44-16,0 0 41 0,0 0-53 0,-1 1 53 16,1-1-44-16,0 0 43 0,1 0-42 0,3 0 56 15,0 0-42-15,-1-1 49 0,-1 1-49 0,3-2 30 16,-1 2-29-16,1-1 40 0,0 1-44 0,0-1 34 15,0-2-2-15,-2 3-6 0,2-1-2 0,0 0-7 16,0-2 0-16,-1 1-1 0,1 1-6 0,-1 0-5 16,-2 1 6-16,2 0-4 0,-1-3 1 0,-3 3-1 15,4-2-3-15,-2 2 3 0,1 0-1 0,0-3-2 16,-2 2-1-16,1 1 4 0,1-1-5 0,-1-1-3 0,2 1 1 16,-3-1 5-16,2 1 0 0,-1 0-3 0,1 1 4 15,1-3-2-15,0 3 1 0,-2-1-10 16,2 0 13-16,-3-2 0 0,3 1-2 0,-1 0 2 0,-1 1-4 15,2 0 3-15,-3 0 2 0,3-1 0 0,-5 2-2 16,3-3-1-16,0 3 0 0,-2 0 1 0,-1-1-5 16,0 0 5-16,3 1 2 0,-1-2-5 0,3 1 2 15,-5 1-4-15,2-1-6 0,0 1 15 0,2-3-14 16,-1 3 13-16,-2 0-2 0,4-2 0 0,-1 1-1 16,-1 1-2-16,2-1 1 0,-2 0 1 0,1 1-2 15,0-2-2-15,-2 1-3 0,3 1 4 0,0-1 1 16,-2 1-4-16,3-1 3 0,-2-1 0 0,-2 2-1 15,4 0 1-15,-1 0 11 0,0-1 8 0,1 1 3 16,0-1-1-16,0 1-3 0,-1-1-4 0,0-1 1 16,0 1-7-16,0 1 5 0,1-2-6 0,-1 2 3 15,1 0-5-15,-2-2-2 0,4 0 1 0,-2 1 2 16,0 0-2-16,1 0 5 0,1-1-1 0,-1 2-5 0,1-2 3 16,-1 2 0-16,2-1 1 0,-2-1-2 15,0 2-4-15,2-2 2 0,0 1-4 0,-2-2 3 16,2 1-1-16,-2 1-2 0,-1 0 0 0,4-1 1 15,-3 2-3-15,0-2 2 0,-1 2 0 0,1-1 0 0,1 1 1 16,-1-2 0-16,-2 2-1 0,1-1-6 0,-1 1 5 16,0-1 1-16,-2 1-1 0,1 0 1 15,-4-1-2-15,2 1 1 0,-1 0-1 0,1 0 0 0,-2 0 3 16,1 0-1-16,0 0-3 0,0 0 2 0,-1 0-1 16,1-2 1-16,-2 2-2 0,1 0 2 0,1 0-1 15,0 0 1-15,0 0-3 0,-1 0 3 0,1-1-5 16,-2 1 1-16,2 0 4 0,-2-1 3 0,2 1-6 15,1 0-2-15,-2 0 3 0,-2-1 5 0,3 1-3 16,-1 0 1-16,1-2-1 0,0 2 1 0,-1-2-2 16,1 2 5-16,-3 0-4 0,2-1-1 0,1-1 1 15,1 2 1-15,-3-2 0 0,0 2-1 0,1-2 5 16,1 1 1-16,-1-1-2 0,1 0 0 0,-1 2 0 0,-2-3 3 16,3 1 0-16,0 1-3 0,3-1 8 0,-5-1 2 15,5 2-2-15,-2-2-3 0,2 2 0 16,-5 0 1-16,5-2-5 0,-4 2 0 0,2-2 2 15,2 2-5-15,-1-2 2 0,-1 2-2 0,1 1 2 0,-1-3-2 16,0 1-1-16,0-1-1 0,-2 2 1 0,4 0-1 16,-2-2 1-16,3 1-1 0,-4 1 1 0,1 0 0 15,-2 1 0-15,5-3 0 0,-4 3 0 0,0 0-6 16,1-2 8-16,-1 0 0 0,3 1-1 0,-3 1-3 16,2-2 4-16,-3 0-2 0,2 1 1 0,-1-1-1 15,0 2 0-15,-1 0 0 0,5-2 2 0,-3 2-2 16,0-3 2-16,2 3-2 0,-4-1 1 0,3 0 0 15,-2-1-5-15,3 1 3 0,-1 0 1 0,1-2 0 16,-2 3 0-16,3-2-2 0,-4 1 2 0,2 0-3 16,2 0 3-16,-1-2-8 0,-2 2 10 0,2-2-1 15,1 2-1-15,-2 0-4 0,1-2 4 0,-1 2-2 16,2-2 2-16,-3 2-2 0,3-2 1 0,-1 1-2 0,-1 0 3 16,2-1-2-16,-2 3 1 0,1-3-3 15,1-1 3-15,1 1-1 0,-1 1-2 0,0 0 0 0,0-1 2 16,-1 3-2-16,1-3 3 0,0-1-2 15,0 1 1-15,1 1-2 0,2 0 4 0,-2-1-8 0,0 1 7 16,0 1-3-16,0-1 3 0,-1-2-3 0,1 4 3 16,0-3-3-16,0 0 3 0,-3 2 0 0,3-2 0 15,-3 1-1-15,3 1 1 0,-1-1-1 0,0 0 2 16,-2-1-1-16,1 3-1 0,-2-3-2 0,2 2 3 16,-3-2 0-16,-2 2 1 0,2 0-18 0,-2 1 23 15,3-3-1-15,-2 3 5 0,0-2 0 0,-1 2 8 16,1-3-9-16,1 2 12 0,-1-1-8 0,0 0 4 15,-1 0-10-15,0 1 6 0,-1 0-7 0,3-2-1 16,-5 3 1-16,4-1 3 0,-1-2-7 0,1 2 4 16,-3-1-6-16,3 0 5 0,-3-1-7 0,2 3 6 15,-1-2-4-15,2-1 4 0,-3 3-6 0,1-1 7 16,2 0-11-16,-4-1 16 0,4 0-9 0,-2 1 10 0,1-1-9 16,-1-1 13-16,3 3-18 0,-2-2 21 15,-1 0-11-15,3 1 15 0,-1-1-20 0,0 0 14 16,-1 1-15-16,2 0 10 0,0 0-12 0,-1-1 12 15,1 1-12-15,-1-2 6 0,0 2-9 0,0-1 11 0,1 1-9 16,4 0 12-16,-3-2-14 0,-2 3 11 0,4-2-10 16,-1 2 11-16,2-1-17 0,-1-1 21 0,-1 1-14 15,1-2 14-15,-1 2-15 0,1-2 14 0,1 2-20 16,-3 0 21-16,3-1-16 0,-2 1 17 0,0-1-16 16,0 2 19-16,2-3-17 0,-1 2 15 0,-1-2-13 15,1 1 19-15,-2 0-1 0,2 1-8 0,-1-1 2 16,-1 1-9-16,2-1 3 0,-3 0 3 0,3 1-5 15,-1-1 0-15,-2 0-2 0,3 0 0 0,-2-1-8 16,-1 1 8-16,4 1 3 0,-3-1 0 0,3 0-4 16,-3 0 3-16,3 1-11 0,-3-2 8 0,3 2-21 15,-3-2 25-15,2 1-23 0,-1 0 23 0,1-1-1 16,-2 2-26-16,-2 0 30 0,0 1-2 0,3-3-1 0,0 1-1 16,-1 0-1-16,0 1-6 0,2-2 5 15,-2 2 1-15,-1 0-3 0,-1-1-2 0,1 0 2 16,-3 2 1-16,2-3-2 0,1 3-1 0,-1-1 2 15,-3 0-2-15,4-1-1 0,-1 0 2 0,-1 0-8 0,1 1 10 16,0-2-1-16,-1 3-2 0,0-2 0 0,2 2-3 16,-1-3 6-16,-1 2-2 0,1 0-1 15,0 1-2-15,-2-3 4 0,1 2-3 0,0-2 0 0,1 3-5 16,0-3 6-16,0 3-2 0,-2-1 1 0,3 0 0 16,-2-1 1-16,0 1 1 0,1 0-1 0,-2 1 1 15,2-1-1-15,1-1-2 0,-1 2 2 0,-3-1-2 16,4 1-5-16,0-1 7 0,-1 1 1 0,-2-1 1 15,3 1-4-15,0-2 3 0,-1 2-2 0,1 0 0 16,0-3 0-16,1 3 1 0,-2 0-1 0,2-1 3 16,-1 1-3-16,4-1-7 0,-2-1 9 0,1 2 0 15,0-1 0-15,-3 1-1 0,0-1 0 0,1 1-8 16,-2-1 11-16,2 1-4 0,0 0 2 0,-1-2-3 0,0 2 1 16,-1 0 0-16,2 0-6 0,-3 0 6 0,2 0 2 15,0 0 1-15,0 0-6 0,0 0 8 16,0 0-11-16,-2 0 6 0,2 0 4 0,0 0-2 0,-2 0 0 15,3 0-2-15,-1 0-1 0,-1 0-21 0,-2 0 27 16,3 0 0-16,-1 0-2 0,2 0 1 0,-2 0 0 16,0 0-7-16,1 0 5 0,0 0 1 0,-3 0 1 15,3 0-4-15,0 0 4 0,0 0-1 0,-1-2-2 16,2 2-2-16,-2 0 1 0,1 0-1 0,0 0 1 16,4 0 0-16,-4-1-6 0,1 1 9 0,0 0-2 15,-2 0-1-15,1 0-3 0,3 0 4 0,-2-2-3 16,-2 2 3-16,3 0 1 0,-2-1-1 0,0-1 1 15,1 2-1-15,0 0-1 0,-2 0-5 0,3-1 7 16,-2 1-2-16,-1 0 2 0,-1 0-3 0,2 0 2 16,0 0-1-16,0-1-1 0,0 2 3 0,-1-1-1 15,1 0 2-15,-3 0-1 0,3 0-1 0,2 0-8 16,-5 0 9-16,3 0 2 0,0 0-4 0,0 0 1 0,-2 0 1 16,2 0-9-16,-2 0 9 0,2-1-2 0,-1 1 2 15,0 0-2-15,1 0-2 0,0 0 5 16,-3 0-9-16,3 0 9 0,0-2 0 0,0 2-1 0,0 0-2 15,0 0 2-15,0 0-12 0,1 0 13 0,0 0-2 16,2-1 0-16,-1 1 0 0,3 0 1 0,-3 0-1 16,3 0-8-16,-1-1 8 0,1 1 2 0,-2 0-1 15,1 0-4-15,0-1 6 0,-1 1-10 0,1 0 9 16,1 0 0-16,-2 0 1 0,1-2-1 0,0 2-1 16,-2 0 0-16,3 2-2 0,-4-2 0 0,5 0 0 15,-1 0 1-15,0-2-1 0,1 2 1 0,-1 0-8 16,2 0 9-16,-2 0-1 0,1 0 3 0,-2 0-4 15,3 0 3-15,-1 0-3 0,0 0-1 0,-2 0 2 16,2 0-1-16,1 2 1 0,-2-2-1 0,0 0 3 16,-1 0-10-16,0-2 6 0,-1 2 1 0,-2 0 2 15,0 0 1-15,0 0 1 0,-1 2-3 0,1-2 0 16,-2 0-1-16,0 0 0 0,1 0 1 0,0 0-1 0,-4 0-3 16,5 0-4-16,-3 1 8 0,-1-1 1 15,1 0-1-15,0 0-1 0,-3 0 3 0,3 1-3 16,0-2 0-16,-4 1 1 0,3 0 0 0,1 0 0 0,-3 0-1 15,1 1 0-15,-5-1-5 0,4 0 7 0,-1 0-1 16,-2 0 0-16,0 0-1 0,2 0 2 0,-2 1-6 16,0-1 6-16,1-1-1 0,-1 1 3 0,2 0-3 15,-3 0 2-15,2 0-3 0,-3 0-6 0,1 0 10 16,2 0-2-16,-2 0 0 0,2 0 1 0,-3 0-2 16,2-1-6-16,-2 1 6 0,4 0 3 0,-3 0-2 15,1 0-4-15,-1 0 5 0,1 0-2 0,0 0-7 16,1 0 8-16,-2 0 1 0,3 0 1 0,-2 0-1 15,2 0 1-15,-2 0-10 0,4 0 8 0,-1 0-1 16,0 0 2-16,1 0-1 0,-1 0-2 0,1 0 2 16,-1 0 1-16,1 0-2 0,2 0 2 0,-1 0-4 15,-1 0 1-15,2 0 0 0,0 0-5 0,0 1 5 16,1-1 0-16,1 0 2 0,-3 1 0 0,3-1-1 0,0 0-1 16,0 2 0-16,-1-2 2 0,2 0-1 0,3 2-1 15,0 0 0-15,0-2 1 0,-2 1-10 16,2-1 10-16,-1 0-1 0,-1 2 0 0,-1-2 1 0,3 0 2 15,-4 0-2-15,4 0-2 0,-2 0 3 0,0 0-1 16,-1 0 2-16,0 0-2 0,1 0-4 0,-2 1-4 16,1-1-10-16,-1 0 22 0,3 0-3 0,-2 0 3 15,-2 0-1-15,2 0 0 0,0 0-3 0,-1 0 0 16,-1 0 2-16,2 0-2 0,-1 0-4 0,0 0 5 16,-1 0-10-16,2 0 10 0,-1 2 0 0,-1-2-1 15,0 0-2-15,-1 0 3 0,1 0-8 0,2 0 8 16,-4 0-1-16,1 0-2 0,0 0 2 0,-1 0 0 15,-2 0 2-15,4 0-11 0,-4 0 12 0,1 0 0 16,-2 0-4-16,-1 0-2 0,2 0 0 0,-3 0-3 16,0 0 7-16,1 0 0 0,-1 0 0 0,-2 0-1 15,4 0 1-15,-3 0 1 0,-1 0-27 0,-1 0 29 16,1 0 0-16,2 2-1 0,-2-2-1 0,1 0 0 0,-1 0-10 16,2 0 10-16,-3 0 2 0,1 0-5 15,1 0 2-15,-3 1-18 0,3-1 21 0,-1 0-24 16,2 0 27-16,-3 0-23 0,1 1 25 0,1-1-3 0,0 1-1 15,0-1-10-15,0-1 8 0,1 2 0 0,-1-1 0 16,0 0-2-16,2 2 1 0,-1-4-1 0,-1 4-2 16,3-2 1-16,-2 1 0 0,0-1 1 0,1 0 0 15,0 1-8-15,0-1-1 0,3 0 11 0,0 0-2 16,-2 0-1-16,2 0-1 0,0 3 2 0,0-3-3 16,0 0 0-16,-1 0 1 0,4 0 0 0,-3 0 2 15,0 2 0-15,2-2-3 0,0 1-7 0,0-1 11 16,-1 0-1-16,2 1 1 0,-3-1-5 0,3 0 2 15,-2 1-5-15,0-1 7 0,1 0 0 0,-2 2-2 16,2-2 0-16,-1 1 1 0,1-1 2 0,-2 1-22 16,1-1 24-16,-1 0-1 0,1 0-3 0,-1 1 0 15,0-1 0-15,0 0-26 0,0 2 31 0,1-2 0 16,-1 0-2-16,0 0-2 0,-1 0 1 0,2 0 1 0,-3 0-11 16,3 0 10-16,-1 0-2 0,-2 0 1 15,2 0 0-15,0 0-3 0,-1 0-9 0,1 0 13 0,-3 0-3 16,3 0 1-16,0 0 1 0,-2 0-2 0,2 0 1 15,-1 1-1-15,1-1 1 0,0 0 2 0,-2 1-6 16,2-1-1-16,-1 0 5 0,0 0-8 0,-3 0 10 16,4 0-14-16,-4 3 15 0,2-3-1 0,-2 0-1 15,2 0 2-15,1 0-4 0,-3 0 3 0,2 0-2 16,-2 3-2-16,2-3-2 0,-2 0 6 0,-1 0-9 16,2 0 8-16,0 0-4 0,-2 0 4 0,1 0-1 15,0 0-19-15,0 0 23 0,-1 0 0 0,1 0 0 16,-2 0-4-16,1 0 1 0,-1 0-3 0,1 0-4 15,-1 0 0-15,0 1 8 0,-1-1-1 0,1 0-1 16,1 0-2-16,-1 0 2 0,0 0-2 0,-2 0-3 16,3 0 3-16,-14 0 1 0,25 0 0 0,-14 1-2 15,0-1 1-15,1 0-8 0,-12 0 11 0,24 0-2 16,-10 0 0-16,-2 0-4 0,-1 0 3 0,3 0-10 0,-1 0 4 16,0 0-1-16,0-1 1 0,1 1-3 15,-1 0 1-15,-1 0 0 0,4 0-5 0,-3 0 8 16,0 1-1-16,0-1 1 0,3-1-3 0,-4 1 5 0,4 0-6 15,-2 0 5-15,1 0 4 0,-1 0-1 0,-1 0-4 16,4 0 2-16,-2 0 1 0,0 0-23 0,-3 0 24 16,4 0-2-16,-1 0-2 0,1 0-2 0,-2 0 3 15,3 0-6-15,-2 0 7 0,2 0 1 0,-2 0-1 16,0 0 1-16,2 0 4 0,-2 0-5 0,2 0 3 16,-2 1-2-16,2-2 1 0,-2 2-4 0,2-1 3 15,-2 0 2-15,0 0-8 0,0 0 5 0,0 0 1 16,0 0-2-16,-2 0 0 0,1 0 4 0,0 0-2 15,-1 0 1-15,-2 0 0 0,3 2-4 0,-3-4 2 16,-11 2 0-16,21 0 4 0,-21 0-8 0,22 0 6 16,-22 0 0-16,18 0 0 0,-18 0-2 0,16-1 8 15,-16 1-6-15,16 0 1 0,-16 0 0 0,15-1 1 0,-15 1 0 16,13-1 0-16,-13 1 0 0,13-2-4 0,-13 2 1 16,11 0 4-16,-11 0-2 0,12 0 0 15,-12 0 6-15,11-3-9 0,-11 3 4 0,0 0 2 16,14 0-3-16,-14 0-1 0,0 0 3 0,14-2-1 0,-14 2-3 15,0 0 5-15,13-2-1 0,-13 2-2 0,0 0-2 16,12-1 3-16,-12 1-5 0,0 0 5 0,12-1 1 16,-12 1-1-16,0 0-3 0,13-1 4 0,-13 1-1 15,0 0-4-15,0 0 4 0,13-2 0 0,-13 2 0 16,0 0-3-16,0 0 6 0,10 0-5 0,-10 0 4 16,0 0-5-16,0 0-4 0,0 0-2 0,11-1 3 15,-11 1 0-15,0 0-15 0,0 0 21 0,0 0 0 16,0 0-4-16,0 0 3 0,0 0 2 0,0 0-5 15,11-1 4-15,-11 1-2 0,0 0 4 0,0 0-3 16,0 0 3-16,0 0-1 0,0 0-2 0,0 0 1 16,0 0-1-16,0 0 1 0,0 0 0 0,0 0 0 15,0 0-8-15,11-1-22 0,-11 1-34 0,0 0-34 0,0 0-38 16,0 0-45-16,0 0-64 0,0 0-31 0,0 0-136 16,0 0-59-16,0 0-117 0,-1-7-121 15,1 7-677-15,-9-4-987 0</inkml:trace>
  <inkml:trace contextRef="#ctx0" brushRef="#br0" timeOffset="80724.03">1263 3917 19 0,'0'0'70'0,"0"0"12"0,0 0-33 0,0 0 5 0,3-8-19 16,-3 8 13-16,0 0-26 0,0 0 16 0,0 0-2 15,0 0 11-15,0-7-12 0,0 7 19 0,0 0-12 16,0 0 8-16,0 0-8 0,0-6 10 0,0 6-15 16,0 0-2-16,0 0-7 0,0 0-4 0,0 0-8 15,0 0 1-15,-4-7-11 0,4 7 8 0,0 0-13 16,0 0 9-16,0 0-11 0,-6-4 9 0,6 4-9 0,0 0 3 15,0 0-3-15,0 0-2 0,0 0-23 16,-5-5-6-16,5 5-33 0,0 0 5 0,0 0-32 16,0 0 10-16,-4-5-111 0,4 5 57 0</inkml:trace>
  <inkml:trace contextRef="#ctx0" brushRef="#br0" timeOffset="81139.85">1212 3838 38 0,'-5'-6'111'0,"5"6"-1"0,0 0-11 0,0 0 1 16,0 0-14-16,0 0 9 0,0 0-17 0,0 0-7 15,-1-5-5-15,1 5 4 0,0 0-10 0,0 0-4 16,0 0-12-16,0 0-1 0,0 0-8 0,0 0-5 16,0 0-7-16,-4-5-1 0,4 5-6 0,0 0-1 15,0 0-3-15,0 0-5 0,0 0 3 0,0 0 1 16,0 0 2-16,0 0-3 0,0 0 3 0,0 0 4 15,0 0 6-15,0 0-5 0,0 0 3 0,0 0 0 16,0 0 11-16,-5-5 0 0,5 5 18 0,0 0-12 16,0 0 22-16,0 0-14 0,0 0 16 0,0 0-22 15,0 0 16-15,0 0-29 0,0 0 19 0,0 0-16 16,0 0 24-16,0 0-18 0,0 0-4 0,0 0-17 16,-4-5 5-16,4 5-4 0,0 0 0 0,0 0-2 0,0 0-2 15,0 0-5-15,-2-5-6 0,2 5 6 16,0 0-5-16,0 0 1 0,0 0 5 0,-3-7-11 15,3 7 4-15,0 0-2 0,0 0 2 0,0 0 1 0,0 0-2 16,0 0 2-16,0 0-7 0,-1-6 4 0,1 6-3 16,0 0 1-16,0 0 0 0,0 0-3 0,0 0 4 15,0 0-4-15,0 0 2 0,0 0 2 16,0 0-20-16,0 0 17 0,0 0-9 0,0 8 24 0,0-8-36 16,0 9 25-16,0-9-31 0,1 9 0 0,-1-9-43 15,0 12-20-15,0-3-37 0,0-1-41 0,0 1-30 16,0 0-231-16,0 2 97 0</inkml:trace>
  <inkml:trace contextRef="#ctx0" brushRef="#br0" timeOffset="85505.83">2109 3776 9 0,'0'0'166'0,"0"0"-1"0,0 0-20 16,0 0 2-16,0 0-1 0,0 0-1 0,0 0 5 0,0 0-6 15,0 0-6-15,-4-5-6 0,4 5-6 0,0 0-11 16,0 0-7-16,0 0-40 0,0 0 32 0,0 0-34 16,0 0 26-16,0 0-31 0,0 0 19 0,0 0-33 15,0 0 11-15,0 0-28 0,0 0 10 0,0 0-1 16,-2 7 17-16,2-7 3 0,0 0-1 0,0 10-2 15,0-10-9-15,0 6 4 0,0-6-4 0,0 8 17 16,0-8-17-16,1 14 7 0,-1-14-25 0,1 13 20 16,1-5-6-16,-2 0 26 0,1-2-3 0,-1 6-4 15,0-4-12-15,1 3-3 0,2-1-4 0,-2 0-11 16,-1 1-5-16,1 0-4 0,1 0-1 0,-1-1-8 16,-1 2 3-16,1-2 8 0,-1 3 13 0,0-1 16 15,1-1-1-15,1 2-10 0,-2-1-7 0,1-1-4 16,-1 2-10-16,0-1 2 0,0 0-4 0,0 0-3 0,0 2 14 15,0-2-18-15,1 1 11 0,-1 0-19 0,0-2 18 16,0 4-18-16,0-3 15 0,0-1-34 16,0 2 37-16,-1-1-16 0,1 1 13 0,0-1-17 15,0 1 18-15,0-1-19 0,0 1 16 0,0-1-15 0,-1 0 16 16,1 0-22-16,0 0 19 0,0 0-16 0,-2 1 19 16,2-2-19-16,-1-1 18 0,1 3-2 15,0-3 0-15,0 2 0 0,0 0-2 0,-1 0-3 0,1 0-21 16,0 0 21-16,0 0-19 0,-1 2 19 0,1-2-15 15,0 0 15-15,0 2-19 0,-2-2 10 0,1 3-7 16,1-3 17-16,0 2-19 0,0-1 20 0,0-1-20 16,-1 3 18-16,1-2-17 0,-3 0 16 0,2 0-20 15,1 0 22-15,0-1-19 0,-1 1 19 0,1-1-20 16,-2 2 22-16,1-1-21 0,1-1 17 0,-1 0-17 16,1 0 18-16,-1 0-18 0,1 1 16 0,-2 0-16 15,1-1 20-15,1 1-26 0,-1 0 26 0,-2 0-20 16,3-1 20-16,0 1-22 0,-2-1 21 0,0 0-19 15,1 0 17-15,1 0-16 0,-1 0 19 0,-2 1-22 0,3-2 20 16,-1 2-20-16,0-1 4 0,1-1 0 16,-3 1 20-16,3-1-20 0,-1 1 21 0,-3 0-5 15,4-3-2-15,-1 2-1 0,1-1-3 0,-1-1 1 16,1 3-1-16,0-3-2 0,-2 0 1 0,1 2-3 0,1-2 1 16,0 1 2-16,0 1 0 0,0-1 0 0,-1 0-4 15,1 0 6-15,0 2 2 0,0-2-6 0,0 2 1 16,0-2 2-16,-2 2-5 0,2 0 1 0,0-2 3 15,-1 2 1-15,1 2-4 0,0-4 0 0,0 2 1 16,-1-2 0-16,1 4-1 0,-2-2 1 0,1-2-21 16,1 2 26-16,0 0 0 0,-1 0-6 0,1-1 4 15,0 0-6-15,-1 1 8 0,1 0-5 0,-2 0 1 16,1 0 2-16,1 0-4 0,-1-2 2 0,1 2 4 16,-2-1-2-16,1 0 0 0,1 1 7 0,0-1 25 15,0 0-2-15,-1-1-10 0,0 2 3 0,1 0-3 16,-2-2-4-16,0 2 8 0,2 0 2 0,0 0 8 15,-1 0-1-15,-1-2-3 0,1 2-7 0,1 2-11 16,-1-3 6-16,1 1-5 0,-1-1-3 0,1 0-5 16,-2 2-2-16,2-1 3 0,-1 0 0 0,1 0 14 15,0-1-17-15,-1 0 10 0,1 1-15 0,-2-1 17 16,2 0-24-16,-1 0-2 0,1 0 8 0,0-1 15 0,0 2-15 16,0-3 15-16,-1 1-15 0,1 2 12 15,0 0 11-15,-1-2 18 0,1 1-3 0,0 0-7 0,-2 0-28 16,2-2 21-16,-1 2-45 0,1-1 45 15,0 2-25-15,0-3 18 0,0 1-23 0,0 0 26 0,-1 0-30 16,1-1 20-16,0 1-20 0,-2 1 22 0,2-1-24 16,-1-2 24-16,1 2-29 0,0 1 23 15,-1-2-13-15,1 2 21 0,0-1-24 0,0 0 22 0,-2 0-21 16,1 0 18-16,1-2-24 0,0 2 32 0,-1 1-24 16,1-2 22-16,0 3-25 0,0-3 25 0,0-1-27 15,-1 2 4-15,1 1 3 0,0-3 17 0,-3 4-21 16,3-1 28-16,-1-1-35 0,1 0 32 0,0 1-29 15,0-2 28-15,0 3-27 0,-1-5 24 0,1 3-24 16,-3-1 27-16,3 3-34 0,0 0 33 0,0-3-25 16,0 2 28-16,-1-1-28 0,1-1 25 0,0 0-28 15,0 0 24-15,0 0-18 0,0 0 26 0,0-1-26 16,0 0 31-16,0 0-35 0,0 1 41 0,0 0-41 16,0-2 51-16,0 2-40 0,0-1 36 0,0-2-41 15,0 2 40-15,0 0-41 0,0-1 37 0,0 0-42 16,0 0 39-16,0 1-40 0,0-1 39 0,0 1-46 15,0 0 38-15,0 0 8 0,0-1-67 0,0-1 72 0,0 1-6 16,0 0-12-16,0-7 6 0,0 13-3 0,0-6-5 16,0-7 0-16,0 14-5 0,0-14-2 0,0 12-10 15,0-12 12-15,0 12 4 0,0-12-6 0,-1 12-3 16,1-12-1-16,0 11 2 0,0-11-2 0,0 12 2 16,0-12 0-16,0 9 0 0,0-9-3 0,0 11-1 15,0-11-2-15,0 11 6 0,0-11-2 0,0 9 1 16,0-9-1-16,0 10 0 0,0-10-1 0,0 10 2 15,0-10-18-15,0 9 23 0,0-9-1 0,0 10 2 16,0-10 0-16,0 9-4 0,0-9 11 0,0 10-4 16,0-10 1-16,0 9-1 0,0-9-3 0,0 8 2 15,0-8-8-15,0 7 8 0,0-7 1 0,1 9-6 16,-1-9 3-16,-1 7-9 0,1-7 1 0,0 8 9 16,0-8-3-16,0 8-20 0,0-8 23 0,0 7 3 0,0-7-3 15,0 8-7-15,0-8 7 0,0 8-4 16,0-8 0-16,0 9 0 0,0-9-5 0,0 7-32 15,0-7 43-15,0 7-42 0,0-7 46 0,0 0-35 0,0 9 37 16,0-9-48-16,0 0 42 0,0 0 7 0,1 7-41 16,-1-7 38-16,0 0-40 0,0 0 40 0,0 8-37 15,0-8 40-15,0 0-37 0,0 0 39 16,0 9-37-16,0-9 37 0,0 0-43 0,0 0 31 0,0 7 13 16,0-7-38-16,0 0 39 0,0 0-36 0,0 0 38 15,1 5-26-15,-1-5 32 0,0 0-31 0,0 0 35 16,0 0-33-16,0 0 29 0,0 9-40 0,0-9 39 15,0 0-35-15,0 0 33 0,0 0-37 0,0 0 31 16,0 0-32-16,1 7 20 0,-1-7 8 0,0 0-32 16,0 0 35-16,0 0-31 0,0 0 28 0,0 0-34 15,0 0 37-15,0 0-34 0,0 0 13 0,0 0-6 16,0 0 29-16,0 0-32 0,0 0 19 0,0 0-39 16,0 0-36-16,0 0-69 0,0 0-124 0,3-7-142 15,-3 7-140-15,1-6-202 0,-1 6-579 0,4-15-925 16</inkml:trace>
  <inkml:trace contextRef="#ctx0" brushRef="#br0" timeOffset="87106.01">17153 1310 413 0,'0'0'366'0,"0"0"-78"0,0 0-17 16,0 0-78-16,0 0 11 0,0 0-81 0,0 0 20 15,0 0-22-15,0 0-27 0,0 0-19 0,0 0-18 16,0 0-14-16,0 0-6 0,0 0-8 0,0 0-15 16,0 0-38-16,0 0 43 0,0 0-5 0,0 0 5 15,0 0-6-15,4 5-3 0,-4-5 2 0,0 0-3 16,1 10-1-16,-1-10 6 0,0 7-3 0,0-7-2 15,2 9 2-15,-2-9-2 0,0 8-4 0,0-8-4 16,1 7 3-16,-1-7-24 0,1 8 33 0,-1-8-9 16,0 7 1-16,0-7-5 0,0 0 6 0,1 7-2 15,-1-7-5-15,0 0 6 0,4 6-1 0,-4-6-4 16,0 0 12-16,9 4 6 0,-9-4-3 0,0 0 1 0,16-3 2 16,-16 3-1-16,15-4-3 0,-6 2-2 0,0-1-1 15,1-2-2-15,0 3 2 0,-1-3 3 16,4 0-3-16,-4 2-2 0,1-2 5 0,0 1-2 15,2 1-7-15,-3-2 5 0,1 2-3 0,-1-1-45 0,1-1 50 16,-1 2-8-16,-1-1 3 0,-8 4-10 0,13-5 11 16,-13 5-46-16,12-5 51 0,-12 5 1 0,9-4-62 15,-9 4 65-15,8-3-4 0,-8 3-2 16,7-2-2-16,-7 2-20 0,0 0-21 0,8-3-71 0,-8 3-8 16,0 0-92-16,0 0-117 0,0 0-333 0,0 0-164 15</inkml:trace>
  <inkml:trace contextRef="#ctx0" brushRef="#br0" timeOffset="93004.83">1629 4163 389 0,'0'0'484'15,"0"0"-79"-15,-3-5-36 0,3 5-52 0,0 0-22 16,0 0-53-16,0 0-19 0,0 0-40 16,-1-7-6-16,1 7-31 0,0 0-3 0,0 0-28 0,0 0-2 15,0 0-26-15,0 0 5 0,0 0-33 0,0 0 22 16,0 0-25-16,0 0 13 0,0 0-27 0,0 0 21 16,0 0-24-16,-6 6 17 0,6-6-22 15,0 0 31-15,0 6 3 0,0-6 41 0,1 11-13 0,-1-5 19 16,1 2-23-16,0 3 12 0,2-1-25 0,-2-1 4 15,2 3-3-15,-2 0-8 0,0 1 0 0,-2-1-4 16,4 3-4-16,-1-1 23 0,1 3-45 0,-2-2 31 16,2-1-49-16,-2 3 44 0,0-2-34 0,0 2 28 15,2-1-44-15,-3 0 30 0,3 0-40 0,-2-1 39 16,0-1-42-16,-1 1 38 0,0-2-29 0,2 0 41 16,0 1-30-16,-1-1 35 0,-1-1-19 0,0 0 1 15,0-1-1-15,1 2 2 0,-1-4-7 0,0 0-5 16,0 0 2-16,2-1-9 0,-2-2 2 0,0 2-4 0,0-8 1 15,0 12-3-15,0-12 0 0,0 12 3 16,0-12-2-16,0 7 13 0,0-7 3 0,1 7 2 16,-1-7 0-16,-3 8-3 0,3-8-6 0,0 0 0 15,2 7-5-15,-2-7-2 0,0 0-4 0,0 0-3 0,0 0-5 16,1 5-8-16,-1-5 0 0,0 0-57 0,0 0-40 16,0 0-87-16,0 0-13 0,0 0-113 15,0 0-125-15,0 0-106 0,0 0-148 0,0 0-733 0,0 0-1025 16</inkml:trace>
  <inkml:trace contextRef="#ctx0" brushRef="#br0" timeOffset="102420.57">1363 7335 241 0,'0'0'283'0,"0"0"-91"0,0 0 28 16,0 0-65-16,0 0 38 0,0 0-66 16,0 0 41-16,0 0-53 0,0 0 43 0,0 0-40 15,0 0 34-15,0 0-23 0,0 0 4 0,1-6-16 0,-1 6-11 16,0 0 10-16,0 0-19 0,0 0 6 0,0 0-14 16,0 0 12-16,0 0-17 0,0 0 5 15,0 0-25-15,0 0 12 0,0 0-22 0,0 0 13 16,0 0-18-16,0 0 10 0,0 0-21 0,0 0 9 0,0 0-18 15,0 0 21-15,0 0-26 0,0 0 24 0,0 0-24 16,0 0 19-16,0 0-28 0,0 0 25 0,0 0-24 16,0 0 21-16,0 0-24 0,0 0 17 0,0 0-25 15,0 0 18-15,0 0-17 0,0 0 20 0,0 0-24 16,0 0 24-16,0 0-23 0,0 0 23 0,0 0-22 16,0 0 23-16,3 6-4 0,-3-6 3 0,0 0 4 15,0 0 5-15,2 7-1 0,-2-7 6 0,3 8-3 16,-3-8-5-16,3 6 0 0,-3-6 1 0,2 10-3 15,-2-10-5-15,5 8-2 0,-5-8-3 0,3 11-9 16,-3-11 4-16,2 8-2 0,-2-8-33 0,4 10 32 16,-4-10 2-16,4 8 0 0,-4-8-6 0,2 6 3 15,-2-6 0-15,3 10-4 0,-3-10-4 0,4 5 4 16,-4-5 5-16,0 0 6 0,2 8 5 0,-2-8 8 0,0 0 10 16,8 5-4-16,-8-5 11 0,0 0-24 0,0 0 20 15,14-3-17-15,-14 3 10 0,12-7-19 16,-5 1 12-16,1 1-18 0,0-2 9 0,3 0-15 0,-2 0 16 15,1-3-19-15,3 2 10 0,-1-3-16 0,-1 1 18 16,3-1-43-16,-1 0 45 0,1 0-19 0,0-2 19 16,-1 3-22-16,-3 1 22 0,2-2-17 0,-1 2 8 15,-1 2-15-15,-1-3 20 0,1 1-20 0,-2 2 17 16,-3 1-18-16,3 2 17 0,-2-3-14 0,1 2 20 16,-2 2-17-16,-5 3 26 0,9-6-14 0,-9 6 27 15,7-8-33-15,-7 8 34 0,8-4-29 0,-8 4 25 16,0 0-33-16,8-4 29 0,-8 4-39 0,0 0 5 15,5-4-50-15,-5 4-56 0,0 0-73 0,0 0-112 16,0 0-121-16,0 0-223 0,1 8-551 0,-1-8-800 16</inkml:trace>
  <inkml:trace contextRef="#ctx0" brushRef="#br0" timeOffset="109186.12">18174 1358 150 0,'0'0'300'0,"-3"8"-49"0,1-3-14 0,2-5-46 16,-6 9-5-16,6-9-59 0,-4 11-5 15,1-5-28-15,3-6 16 0,-5 10-42 0,5-10 17 16,-1 10-35-16,1-10 36 0,-3 10-29 0,3-10 43 0,3 7-33 15,-3-7 42-15,8 7-5 0,-1-4-1 0,3-1-8 16,1 0-18-16,4-2-11 0,0 0-5 16,3-3-15-16,3 2 0 0,3-3-4 0,0 0-6 0,0 2-4 15,2-3-48-15,-3-1 44 0,3 2-21 0,-2-1 21 16,-1 1-42-16,-1-1 38 0,-2 2-33 0,-2-1 33 16,0-1-31-16,-2 3 36 0,0-1-32 0,-4 0 31 15,0 1-30-15,-3-1 32 0,2 2-26 0,-11 1 29 16,16-3-29-16,-16 3 22 0,12-3-24 0,-12 3 22 15,11-2-31-15,-11 2 7 0,0 0-46 0,10-2 16 16,-10 2-63-16,0 0 9 0,0 0-82 0,0 0-63 16,0 0-112-16,5 7-404 0,-5-7-251 0</inkml:trace>
  <inkml:trace contextRef="#ctx0" brushRef="#br0" timeOffset="110835.88">2623 4166 447 0,'0'0'392'16,"0"0"-37"-16,0 0-51 0,0 0-30 0,0 0-19 15,0 0-20-15,0 0-39 0,0 0-3 0,0 0-27 16,0 0-9-16,0 0-6 0,0 0 2 0,0 0-16 15,0 0-4-15,0 0-21 0,0 0 12 0,0 0-24 16,0 0 14-16,0 0-24 0,0 0 11 0,0 0-22 16,0 0 10-16,0 0-32 0,0 0 16 0,0 0-37 15,0 0 21-15,-6 1-30 0,6-1 14 0,0 0-25 16,0 0 14-16,0 0-23 0,0 0 15 0,0 0-22 0,0 0 19 16,-4 5-23-16,4-5 13 0,0 0-17 15,0 0 17-15,0 0-17 0,-3 8 20 0,3-8-16 16,0 0 24-16,0 9-22 0,0-9 24 0,0 12-29 0,0-12 28 15,0 11-24-15,0-2 22 0,0-3-19 0,0 2 23 16,0 0-19-16,0 2 18 0,1-1-13 0,-1 3 20 16,-1-1-3-16,1 0-3 0,0 1-2 0,0 0 0 15,0 0-11-15,0-2 6 0,-1 3-5 0,1 0-1 16,0-2-2-16,-1 1 12 0,1-1-14 0,0 0 7 16,0 1-10-16,0-2 0 0,-2 1 0 0,2 1-1 15,-1-3 3-15,1 2-7 0,0-2 8 0,0-1 3 16,0 1 4-16,0-1 5 0,-1-2 1 0,-1 2-4 15,2-8-3-15,0 13 5 0,0-13-2 0,-1 13-1 16,1-13-1-16,0 10-2 0,0-10 6 0,0 10-3 16,0-10 14-16,0 8 18 0,0-8-36 0,0 0 38 15,0 10-29-15,0-10 28 0,0 0-29 0,-1 6 34 16,1-6-33-16,0 0 32 0,0 0-38 0,0 8 41 16,0-8-35-16,0 0 35 0,0 0-40 0,0 0 38 0,0 0-41 15,0 0 35-15,0 7-41 0,0-7 37 16,0 0-36-16,0 0 32 0,0 0-38 0,0 0 26 15,0 0-29-15,0 0 31 0,0 0-34 0,0 0 30 0,0 0-38 16,0 0 37-16,0 0-34 0,0 0 29 0,0 0-32 16,0 0 7-16,0 0-95 0,0 0-68 15,0 0-107-15,0 0-107 0,0 0-83 0,0 0-192 0,0 0-603 16,0 0-869-16</inkml:trace>
  <inkml:trace contextRef="#ctx0" brushRef="#br0" timeOffset="112335.98">2452 5443 74 0,'0'0'91'0,"0"0"34"0,0 0-81 16,0 0 25-16,0 0-78 0,0 0 27 0,0 0-89 15,0 0 33-15,0 0-67 0,0 0 37 0</inkml:trace>
  <inkml:trace contextRef="#ctx0" brushRef="#br0" timeOffset="113285.85">2452 5443 137 0,'0'0'257'0,"0"0"4"0,-9-2-79 15,9 2 37-15,0 0-64 0,0 0 29 0,0 0-50 16,0 0 22-16,0 0-45 0,0 0 29 0,0 0-32 16,0 0 23-16,0 0-9 0,0 0-11 0,0 0 4 15,0 0 1-15,0 0 5 0,0 0-1 0,0 0-1 16,0 0-7-16,0 0 1 0,0 0-9 0,0 0-10 15,0 0-8-15,0 0-6 0,0-5-4 0,0 5-9 16,0 0-2-16,2-8 3 0,-2 8-4 0,0 0-1 0,1-9-1 16,-1 9-5-16,3-10-4 0,-3 10-2 0,3-7-2 15,-3 7-7-15,5-10-17 0,-5 10 11 0,5-10-16 16,-1 3 9-16,0 3-12 0,1-1 9 0,-2 0-9 16,3-2 3-16,-1 2-6 0,1-1 5 0,-2-1-9 15,5 3 2-15,-4-1-5 0,1 0 4 0,2 0-6 16,-1 1 4-16,0 0-8 0,1 2 5 0,0-1-5 15,-2-1 8-15,-6 4-8 0,16-2 6 0,-16 2-7 16,17-2 9-16,-17 2-7 0,15 0 9 0,-15 0-5 16,17 1 3-16,-17-1-5 0,14 3 9 0,-14-3-8 15,13 3 10-15,-13-3-3 0,14 5 3 0,-14-5-7 16,10 6 5-16,-2-3-1 0,-8-3-7 0,9 9 12 16,-9-9 4-16,6 8 2 0,-2-3-4 0,0 2 14 0,-3-4-2 15,2 4-1-15,-2 0-6 0,0-1-2 16,2 0-3-16,-3 2-3 0,0 0-1 0,-3 0-5 15,2-3-1-15,0 5-6 0,-2 0 3 0,1-3-4 0,-2 3 7 16,1-1 0-16,-2 0 0 0,1-1 1 0,-1 1 3 16,-1-1 2-16,-1 4-6 0,2-5 8 0,-1 3-1 15,-3-2-1-15,1 3-3 0,-1-1 2 16,3 0 1-16,-4-3-12 0,1 5 10 0,0-4-6 0,-1 1 15 16,1 0-21-16,0 1 19 0,0 0-22 0,-1-1 0 15,-1-1 1-15,2 2 17 0,-1-2-21 0,1 3 17 16,0-1-18-16,0-1 15 0,2-1-18 0,0 0 17 15,1 1-15-15,-3-2 15 0,4 0-16 0,0 0 18 0,-1 1-17 16,3-3 18-16,-3 2-20 0,2-1 22 16,4-6-29-16,-7 9 27 0,7-9-16 0,-5 8 17 15,5-8-29-15,-5 8 29 0,5-8-19 0,-4 5 17 0,4-5-26 16,0 0 26-16,-7 5-15 0,7-5 16 0,0 0-18 16,-3 7 21-16,3-7-21 0,0 0 19 0,0 0-15 15,0 0 15-15,0 0-17 0,0 0 13 0,5-11-17 16,-5 11 19-16,4-9-16 0,-3 3 15 0,2 0-18 15,-1 0 19-15,1 1-20 0,1-3 17 0,-2 4-17 16,1-4 16-16,1 1-16 0,-1 2 16 0,-3 5-16 0,7-12 17 16,-7 12-18-16,5-7 16 0,-5 7-18 0,5-10 21 15,-5 10-18-15,6-7 16 0,-6 7-17 16,8-5 1-16,-8 5-1 0,6-5 3 0,-6 5-2 0,8-4 6 16,-8 4 2-16,9-2 1 0,-9 2 1 0,10-1-2 15,-10 1 0-15,10 1-5 0,-10-1 7 0,12 1 2 16,-12-1-1-16,13 3-1 0,-13-3-2 0,13 2 4 15,-13-2-9-15,15 3 11 0,-15-3 0 0,14 2-4 16,-14-2 1-16,15 1 1 0,-15-1 2 0,13 0-10 16,-13 0 8-16,15 0 2 0,-15 0-3 15,14-1 4-15,-14 1-6 0,14-2 6 0,-14 2-1 0,13-3 0 16,-13 3-1-16,12-4 0 0,-12 4 0 0,11-5-3 16,-11 5-6-16,12-3 10 0,-12 3-1 0,10-7 0 15,-10 7-2-15,10-5 3 0,-10 5-7 0,8-5-20 16,-8 5-33-16,8-4-43 0,-8 4-61 0,5-6-68 15,-5 6-71-15,0 0-74 0,10-4-65 0,-10 4-116 16,0 0-401-16,7-3-541 0</inkml:trace>
  <inkml:trace contextRef="#ctx0" brushRef="#br0" timeOffset="115318.86">3170 3961 131 0,'0'0'286'15,"4"-5"-44"-15,-4 5-38 0,0 0-5 0,1-10-9 16,-1 10-18-16,0 0-13 0,1-8 14 0,-1 8-36 16,3-4 19-16,-3 4-25 0,0 0 1 0,1-9-17 15,-1 9-30-15,0 0 22 0,0-7-20 0,0 7-1 16,1-6-12-16,-1 6 11 0,0 0-13 0,2-8 10 0,-2 8-16 15,0 0 10-15,0-8-11 0,0 8 9 0,0 0-13 16,0 0 3-16,1-7-13 0,-1 7-4 0,0 0-15 16,0 0-1-16,0 0-14 0,0 0 1 15,0 0-10-15,0 0 4 0,0 0-9 0,0 0 5 0,0 0-13 16,0 0 13-16,0 0-7 0,0 0 8 0,1 10-3 16,-1-10 5-16,0 10-9 0,0-10 10 0,1 14-2 15,1-6 7-15,-2 2-5 0,1-1 12 0,-1 3 0 16,0 0 5-16,3 1-12 0,-3-1 15 0,1 2-6 15,0 1 11-15,-1 2-16 0,1-2 16 0,1 3-12 16,-1-1 14-16,0 0-16 0,1 1 20 0,-1 1-20 16,-1-2 14-16,2 0-18 0,1 1 15 0,-2-1-20 15,-1 0 19-15,3 1-22 0,-2-1 16 0,0-1-5 16,0 1-4-16,1 0-2 0,-1 0-3 0,2-2 1 16,-2 1-4-16,0 2-1 0,1-2 3 0,0 0-6 15,-2 2 2-15,3-1-1 0,-2 0 1 0,0 1 22 16,3 1 46-16,-3 0-12 0,0 0-14 0,2-2-10 15,-3 3-8-15,3-3-4 0,-1 0-12 0,-2 1 1 0,3-1-2 16,-2 0-1-16,2 3-6 0,-2-5 0 0,0 0 2 16,2 1-5-16,-2 0 1 0,2 0-2 0,-2 0 0 15,-1-2-3-15,4-1 3 0,-3 2-8 0,0-1 8 16,0-2 0-16,1 1-1 0,-1 1-2 0,2-2 0 16,-2 1 4-16,0 1-8 0,0-2 9 0,1 2-3 15,-1-2 1-15,2 1-4 0,-2-1 2 0,0 0 5 16,0 1-13-16,1 0 12 0,-1-1-3 0,0-1 5 15,1 1-9-15,0 0 11 0,-1-1-9 0,0 1 6 16,1 0-7-16,-1-2 4 0,-1 2-4 0,1-2 14 16,1 1-15-16,-1 1 6 0,-1-1-7 0,1 1 7 15,1-2-4-15,-1 2 4 0,0 0-6 0,-1-3 9 16,0 3-18-16,3-2 15 0,-3 2-5 0,1-2 7 16,-1 1-11-16,0 2 8 0,1-4-5 0,1 2 6 0,-2 1-6 15,0-1 6-15,1-1-9 0,-1 1 7 16,1 0-5-16,-1-1 15 0,0 0-38 0,0 2 36 15,0-3-14-15,0 3 9 0,1-2-9 0,-1 2 10 16,2-2-9-16,-2 1 7 0,0 0-8 0,0 0 8 0,0 1-11 16,0-2 14-16,0 1-9 0,0 0 6 15,0 1-9-15,0 1 10 0,0-2-10 0,0-1 8 16,0 3-6-16,0-2 8 0,0 2-17 0,0-3 18 0,0 3-7 16,0-1 7-16,0-2-10 0,0 3 15 0,0-1-15 15,0 0 3-15,0 0-2 0,0-2 11 0,0 2-11 16,0 0 8-16,0-2-9 0,-2 2 10 0,2-3-13 15,0 3 11-15,-1-2-6 0,1 0 8 0,0 2-12 16,0-3 15-16,-1 2-5 0,1 0-3 0,0-1 2 16,-1 0 1-16,1 2-3 0,-2-3 1 0,2 1 0 15,-1 1-2-15,1-1 1 0,0 0-1 0,0 0 0 16,0 2 3-16,0-3 2 0,0 0-5 0,0 2-2 16,-1 0 3-16,2-2 1 0,-1 3 2 0,0 0 22 15,-1-2 12-15,1 2-8 0,1-3-2 0,-1 3-3 16,0-2-3-16,0 0-6 0,0 4 1 0,0-4-5 15,0 0-6-15,0 4 2 0,0-3 1 0,1 1-4 16,-1-1-1-16,2 2 5 0,-2-2-7 0,0 1 1 0,0 1 0 16,0 0 1-16,0 0-2 0,1-1-3 15,-1 1 7-15,0 0-10 0,0-1 6 0,0 1 1 16,0-1-2-16,1 0 4 0,-1 0 1 0,0 0 5 16,0 0-12-16,0 0 9 0,0-2 0 0,1 1 0 0,1 2 1 15,-2-5 1-15,0 4-1 0,0-1-6 0,1-1 9 16,-1-2 2-16,0 4-1 0,0-4 6 0,0 1 2 15,0 0 0-15,1 0 4 0,-1 0-1 0,3-1-5 16,-3 0-5-16,0 1 4 0,0-1-23 0,0 2-7 16,1-2 36-16,-1 1-4 0,1-1-32 0,-1 0 35 15,0 1-36-15,0-1 31 0,0-2-35 0,0 3 35 16,0-2-31-16,0 1 31 0,0 1-32 0,0-1 15 16,0 0-11-16,0-2 30 0,0 5-32 0,0-5 35 15,0 3-29-15,0-2 18 0,0 2-25 0,0-2 30 16,0 1-29-16,0 2 3 0,0-4 31 0,0 4-33 15,-1-3 25-15,1 2-24 0,-1-1 34 0,1 1-25 16,0-2 32-16,-3 2-20 0,2-1 13 0,1 0-14 0,0-1 20 16,0 0-19-16,-1 2 16 0,1-1-21 0,-2-1 19 15,1 1-26-15,1-1 19 0,-1 0-20 16,1 1 18-16,0-1-21 0,-1 0 17 0,1-1-19 16,-2 1 22-16,1 0-23 0,1-7 21 0,0 14-21 0,0-14 20 15,0 12-18-15,0-12 15 0,-1 11-12 0,1-11 15 16,0 13-17-16,0-13 19 0,0 11-4 0,0-11-16 15,0 8 20-15,0-8-18 0,-2 9 17 0,2-9-3 16,0 7-25-16,0-7 11 0,0 0 11 0,0 8-9 16,0-8 14-16,0 0-16 0,0 6 11 0,0-6-7 15,0 0 3-15,0 0-10 0,0 0 17 0,0 8-4 16,0-8-1-16,0 0-2 0,0 0-1 0,-1 9-16 16,1-9 23-16,0 0-6 0,3 7 0 0,-3-7-15 15,0 0 11-15,1 7 5 0,-1-7 1 0,0 0-4 16,0 6 1-16,0-6 0 0,0 0-2 0,0 0-8 15,0 0 1-15,1 7-54 0,-1-7-6 0,0 0-94 16,0 0 0-16,0 0-71 0,0 0-85 0,0 0-51 16,0 0-107-16,0 0-82 0,0 0-131 0,-2-7-307 0,2 7-591 15</inkml:trace>
  <inkml:trace contextRef="#ctx0" brushRef="#br0" timeOffset="115968.96">2416 7553 333 0,'0'0'435'0,"-2"-8"3"0,2 8-94 0,0 0-7 16,-2-9-32-16,2 9-8 0,0 0-57 0,0-8 0 15,0 8-46-15,0 0-7 0,0 0-48 0,-1-6-5 16,1 6-40-16,0 0 4 0,0 0-26 0,0 0 10 15,0 0-10-15,0 0 6 0,0 0 4 0,0 0-1 16,9 6-1-16,-9-6-7 0,5 8-13 0,-5-8-5 16,5 5-9-16,-5-5-6 0,6 8-6 0,-6-8 15 15,9 7 9-15,-9-7 6 0,8 6 23 0,-8-6-29 16,10 3 73-16,-10-3-30 0,14 0 45 0,-14 0-31 16,18-4 12-16,-10 0-37 0,7-3 11 0,-3 0-29 15,2 0 10-15,-1-2-10 0,3-2-11 0,-2-2-5 16,3 2 4-16,-3 1-8 0,0-1-6 0,-3 3-8 0,1-2-10 15,1 2-3-15,-3-2-8 0,0 3-3 16,-1 1 0-16,-1-1-3 0,1 0-1 0,-2 2-9 16,1-3 1-16,-2 3 4 0,1 1-2 0,0-1-4 0,-2 1-40 15,-5 4-51-15,12-8-73 0,-8 5-99 0,1-3-89 16,3 3-132-16,-8 3-101 0,9-5-227 0,-9 5-342 16,7-9-768-16</inkml:trace>
  <inkml:trace contextRef="#ctx0" brushRef="#br0" timeOffset="118786.1">3824 4163 119 0,'0'0'444'0,"0"-9"-74"0,0 9-55 15,0-8-10-15,0 8-27 0,-1-8-27 0,1 8-13 16,-3-9-42-16,3 9 15 0,0-8-24 0,0 8 6 16,-2-9-17-16,2 9 6 0,-3-7-13 0,3 7 12 15,-1-7-35-15,1 7 21 0,-3-6-39 0,3 6 5 16,0 0-43-16,-3-7 1 0,3 7-35 0,0 0 1 16,0 0-28-16,0 0 14 0,0 0-25 0,0 0 10 15,-6 7-16-15,6 1 20 0,0 1-17 0,0 2 23 0,0 1-4 16,2 2-4-16,-1 3-2 0,-1 0 9 15,1-2 3-15,2 3-7 0,-1 2 3 0,-1-3 1 0,2 1 20 16,-2 0-20-16,1 2 24 0,0-3-38 0,-2-1 22 16,1 1-24-16,1 0 21 0,-1-2-31 0,-1 0 25 15,1-1-34-15,1-2 23 0,-2 1-26 0,1-2 29 16,-1-1-28-16,0 1 24 0,1-3-30 0,-1-1 29 16,0-7-35-16,1 13 31 0,-1-13-26 0,2 11 29 15,-2-11-31-15,0 8 29 0,0-8-29 0,1 8 23 16,-1-8-51-16,1 7-61 0,-1-7-78 0,0 0-99 15,3 6-62-15,-3-6-84 0,0 0-137 0,0 0-101 16,4 6-304-16,-4-6-551 0</inkml:trace>
  <inkml:trace contextRef="#ctx0" brushRef="#br0" timeOffset="119651.13">3708 5331 610 0,'0'0'566'0,"-11"-2"-94"0,11 2 3 15,0 0-59-15,0 0-28 0,-7-2-41 0,7 2-35 0,0 0-41 16,0 0-41-16,-8-7-26 0,8 7-39 0,0 0-31 16,-1-8-22-16,1 8-23 0,0-7-15 15,0 7-17-15,4-7-7 0,-4 7-13 0,5-7-6 16,-5 7-15-16,5-7 4 0,-5 7-10 0,9-6 16 0,-9 6-13 15,13-7-13-15,-13 7 14 0,14-2-14 0,-14 2-2 16,14-2 14-16,-14 2-4 0,15-3 4 0,-15 3-5 16,16 5 5-16,-6-3-8 0,-3 1 1 0,1 1 2 15,0 1-5-15,-2 0 1 0,2 2-31 0,-3 0 41 16,0 1-23-16,-1 0 20 0,0 3-12 0,-2-3 15 16,1 4-19-16,-3 0 17 0,0-2-16 0,-2 4 11 15,0-1-10-15,-3 0 12 0,1 1-12 0,-1 2 13 16,0-2-16-16,-2 1 16 0,0-1-14 0,-1 0 15 15,-1 1-14-15,1-4 15 0,-2 0-18 0,1 1 21 16,2-2-39-16,-3 2 42 0,2-6-20 0,0 0 21 16,-1 1-17-16,2-2 17 0,0 0-18 0,1 0 16 15,6-5-10-15,-12 6 23 0,12-6-13 0,-11 5 20 16,11-5-21-16,-8 3 24 0,8-3-41 0,0 0 34 0,-10 0-30 16,10 0 20-16,0 0-26 0,-9-3 24 15,9 3-32-15,0 0 25 0,0 0-25 0,0-7 23 16,0 7-22-16,6-4 20 0,-6 4-26 0,7-6 22 0,-7 6-16 15,10-5 16-15,-10 5-17 0,14-4 26 0,-14 4-24 16,15-2 27-16,-4 2-33 0,0-3 29 0,-2 1-23 16,3 1 25-16,-12 1-26 0,21-1 25 0,-7 1-25 15,-2 0 21-15,-2-1-22 0,-10 1 25 0,23 0-25 16,-23 0 26-16,24 1-28 0,-24-1 27 0,19-1-25 16,-19 1 22-16,17 1-32 0,-17-1 16 0,18 0-29 15,-18 0-3-15,14 1-53 0,-14-1-45 0,14 0-32 16,-14 0-56-16,10 1-49 0,-10-1-68 0,12 2-100 15,-12-2-82-15,0 0-474 0,14 3-594 0</inkml:trace>
  <inkml:trace contextRef="#ctx0" brushRef="#br0" timeOffset="123551.39">3829 6344 479 0,'0'0'440'0,"0"0"-46"0,-8 4-90 0,8-4 25 15,0 0-31-15,0 0-32 0,0 0-30 0,-7 2-13 16,7-2-21-16,0 0-40 0,0 0 2 0,0 0-30 15,0 0-7-15,0 0-32 0,0 0-6 0,-9-4-30 16,9 4 6-16,0 0-25 0,0-8 10 0,0 8-14 16,4-6 10-16,-4 6-7 0,6-6-6 0,-6 6-12 15,5-7 9-15,-5 7-11 0,9-8 3 16,-9 8-7-16,12-7 7 0,-12 7-8 0,11-2 4 0,-11 2-10 16,13-4 11-16,-13 4-12 0,14-3 4 0,-14 3-8 15,14 0 8-15,-14 0-11 0,14 2 6 0,-14-2-7 16,13 3 7-16,-13-3-4 0,13 4 5 0,-13-4-7 15,11 7 7-15,-7-2-7 0,1 0 7 0,-1 1-8 16,1 0 8-16,-1 2-6 0,-3-3 9 0,2 2-9 16,-2-1 7-16,0 2-3 0,-1 0 3 0,0-1-7 15,-1 2 10-15,0-4-6 0,-2 4 7 0,2-1-4 16,-3 1 13-16,-1-1-7 0,1-2 1 0,-1 3-4 16,1-2 9-16,-1 0-7 0,-1 0 6 0,-1-2 8 0,1 2-7 15,1-1 5-15,-2-2-1 0,2 2 2 0,-2-1-2 16,7-5 17-16,-11 6-6 0,11-6 23 0,-7 7-6 15,7-7 19-15,-9 5-2 0,9-5-2 16,-7 3-2-16,7-3-18 0,0 0 4 0,-6 5-10 0,6-5-8 16,0 0-7-16,0 0-9 0,0 0 2 0,0 0-15 15,-6-5 9-15,6 5-6 0,0 0 2 0,2-8-6 16,-2 8 0-16,4-5-3 0,-4 5-20 0,5-7 25 16,-5 7-1-16,7-7-2 0,-7 7-1 0,10-7 3 15,-5 3-6-15,-5 4 4 0,10-5-2 0,-10 5-3 16,13-6 0-16,-13 6 0 0,13-1 8 0,-13 1-14 15,14-1 8-15,-14 1-2 0,11 0 2 0,-11 0-3 16,13 1 6-16,-13-1-2 0,14 4 0 0,-14-4 2 16,12 5 0-16,-7 0 0 0,1-1 4 0,-1 2 3 0,-1 0-2 15,1 1-1-15,-2-1-1 0,1 1 1 16,-2 2-1-16,1-1 2 0,-3 0 0 0,1 0-9 16,-1 0 11-16,0 2-3 0,-1-1-41 0,-1 1 49 15,1-1-42-15,-1 1 45 0,-2 0-41 0,1-2 43 0,-2 1-41 16,0 0 47-16,0-1-37 0,-3 1 39 0,2-1-27 15,-2-2 47-15,0 2-34 0,-2-3 41 16,1 1-28-16,0-1 24 0,-1-1-30 0,-2 1 27 0,2-3-23 16,-2 2 24-16,0-3-19 0,-2 0 12 0,4 0-15 15,-3-1 17-15,13 0-15 0,-24-1 12 0,11 0-8 16,0-2 9-16,3 1-4 0,-2-1-14 0,2-1 0 16,0 0-3-16,0-1-4 0,1 1-7 0,0-3-7 15,0 2 0-15,3-2 2 0,-2 0-7 0,1 2-30 16,1-2-21-16,1-1-36 0,1 1-58 0,-1-2-70 15,4 2-77-15,-2 1-106 0,2-3-57 0,1 2-154 16,0-1-140-16,1-1-291 0,-1 1-658 0</inkml:trace>
  <inkml:trace contextRef="#ctx0" brushRef="#br0" timeOffset="125634.07">4211 3751 72 0,'0'0'374'16,"0"0"-40"-16,0 0-71 0,-1-6 19 0,1 6-65 15,0 0-16-15,0 0-23 0,0 0-26 0,0 0-20 16,0 0-21-16,0 0-25 0,0 0 5 0,0 0-30 16,0 0-17-16,0 0-7 0,0 0-2 0,0 0 3 15,0 0 14-15,-5 5 0 0,5-5-1 0,-4 6-3 16,4-6-3-16,-1 10-5 0,1-10 4 0,-3 10 13 15,2-3 2-15,1 1-8 0,-1-1 5 0,1 2-12 16,-3 1 8-16,3 0 3 0,0 1 5 0,-1 1-10 16,0 1-4-16,1-1-12 0,-2 1 0 0,2 0-11 15,-1 2 6-15,1-1-17 0,0 1 12 0,0 1-10 16,1 2 11-16,-1-1-7 0,2 3 83 0,-1-1-20 16,0 1 6-16,-1 0-12 0,3 0-11 0,-2 3-9 15,2 0 1-15,-2-1-10 0,1 0-8 0,2 0-7 16,-1-1 0-16,-1 1-7 0,1 1-2 0,1-3-13 15,-3 0 10-15,3 1-10 0,0 1 13 0,0 0-5 0,-2-2 3 16,3-1-3-16,-1 1 6 0,-2 2-2 0,1-3 3 16,2-1-7-16,-2 0 0 0,-2 1-4 0,4-2 0 15,-2 1-4-15,0 0-1 0,0 0-4 16,1 1 2-16,-3-1 0 0,3 0-6 0,0 1 6 0,-3-1 1 16,3 1-4-16,-1 0 0 0,-2-2 3 0,1 1-1 15,2 0 1-15,-1 0-2 0,-1 1 1 0,-2-4-2 16,3 3-3-16,-2-1 7 0,2 0-2 0,-2 0 1 15,0-1-2-15,2 1-2 0,-2-1 3 0,0 1-1 16,2 0 1-16,-3-3-7 0,3 1 2 0,-2 1 5 16,0 1 1-16,1-1-1 0,0 0 0 0,-1 1-1 15,0-3 4-15,1 1-5 0,-1 1 2 0,0 0 0 16,0 0 1-16,1 1 1 0,-1-2 1 0,-1-1-4 16,3 3 1-16,-3-2 0 0,2-1 1 0,-2-1-2 15,0 1 11-15,0 0-9 0,3 0 22 0,-3-1-5 16,1 0 9-16,-1-1-15 0,1 2 7 0,1-1-19 15,-2-1 14-15,1 1-15 0,-1-1 14 0,1 1-12 16,0-1 9-16,2 0-15 0,-3 0 12 0,1 1-21 0,-1-1 24 16,1 0-15-16,1 2 11 0,-2-4-14 15,0 4 22-15,1-3-19 0,-1 1 12 0,0 1-12 16,0-1 9-16,0 2-9 0,1-1 13 0,-1-1-14 0,0 0 10 16,2 1-11-16,-2 0 13 0,0-2-13 0,0 3 12 15,0-4 1-15,1 2-3 0,-1 2-2 0,0-4 1 16,0 4-2-16,0-2 5 0,0-1-3 0,0 1 7 15,0 2-5-15,0-4 2 0,0 2 5 0,0 0 2 16,0 0 1-16,0 1 4 0,0-1-39 0,0-2 42 16,0 3-38-16,0-1 44 0,0 0-48 0,0 0 44 15,0-1-45-15,0 1 46 0,0 1-45 0,0-3 42 16,0 3-46-16,0-2 43 0,0-1-44 0,1 2 46 16,-1 0-48-16,0 0 46 0,1-2-4 0,-1 2-5 15,2-2 1-15,-2 2-6 0,0 0 2 0,0-2-7 16,0 2 3-16,0 0 0 0,0-2-4 0,0 3 2 15,0-1-5-15,0-1 6 0,0 1-10 0,0 0 8 16,0 0 0-16,0 2-3 0,0-3 2 0,0 1 4 16,0 0-5-16,0 0-19 0,0 0 22 0,0-2-1 0,0 2 0 15,-3 0-2-15,3 0 4 0,0-1-2 16,1 0-3-16,-1 1 0 0,0 0 1 0,2-1 1 16,-2 0-1-16,0 1 8 0,0 0-14 0,0 0 7 0,1-2 2 15,-1 2-1-15,0 0-2 0,0-3 0 0,0 1 2 16,0 0-36-16,0 0 40 0,0-3-39 0,0 3 48 15,0-3-42-15,0 2 49 0,0-3-44 0,0 2 51 16,0 0-37-16,0 0 46 0,0-1-38 0,1 0 33 16,-1 0-33-16,-1 0 26 0,1 1-34 0,0-8 34 15,1 12-35-15,-1-12 35 0,0 13-39 0,0-13 36 16,-1 11-38-16,1-11 36 0,0 10-39 0,0-10 38 16,0 9-37-16,0-9 27 0,0 8-27 0,0-8 36 15,0 8-34-15,0-8 36 0,-1 9-33 0,1-9 31 16,0 9-38-16,0-9 40 0,1 7-37 0,-1-7 34 15,-1 8-38-15,1-8 7 0,0 0 26 0,0 9-25 16,0-9 1-16,0 0 3 0,0 8 2 0,0-8 4 16,0 0-2-16,0 7-3 0,0-7 3 0,0 0 4 0,0 0-5 15,0 0 3-15,-2 7 1 0,2-7 0 16,0 0-1-16,0 0-1 0,0 0 2 0,0 0-1 16,2 7 3-16,-2-7-2 0,0 0-3 0,0 0 0 0,0 0 2 15,0 0-1-15,0 6 2 0,0-6 1 0,0 0 0 16,0 0-2-16,1 10 0 0,-1-10-1 15,0 0-1-15,0 7 9 0,0-7-6 0,0 0-2 0,1 6 0 16,-1-6 0-16,0 0 0 0,0 0 3 0,2 9-1 16,-2-9-2-16,0 0 2 0,0 0-2 0,0 0 2 15,1 8-1-15,-1-8 6 0,0 0-5 0,0 0-1 16,0 0 0-16,0 0-2 0,0 8 2 0,0-8 6 16,0 0-7-16,0 0-2 0,0 0 5 0,0 7-3 15,0-7 0-15,0 0 1 0,0 0 7 0,0 0-7 16,0 0-2-16,0 0 0 0,1 5-1 0,-1-5 6 15,0 0 0-15,0 0-5 0,0 0 0 0,0 0 2 16,0 0-2-16,0 0 1 0,0 0 1 0,-1 7 12 16,1-7-15-16,0 0 1 0,0 0-8 0,0 0-33 0,0 0-28 15,1 7 18-15,-1-7-70 0,0 0 25 16,0 0-58-16,-1 7 29 0,1-7-21 0,0 0-20 16,0 8-17-16,0-8-23 0,-1 9-23 0,1-9-22 0,-3 8-14 15,3-8-10-15,-1 9-10 0,1-9-6 0,-3 8-1 16,3-8-66-16,-2 9-322 0,2-9-189 0</inkml:trace>
  <inkml:trace contextRef="#ctx0" brushRef="#br0" timeOffset="126817.26">3741 7403 526 0,'0'0'389'0,"4"-8"-8"0,-4 8-115 0,0 0-34 16,5-5-41-16,-5 5-22 0,0 0-46 0,0 0-28 15,4-4-12-15,-4 4-2 0,0 0 3 0,0 0-2 16,9 5 2-16,-9-5-3 0,5 8-11 0,-3-1-2 16,1-3-2-16,1 1-9 0,-1 0-11 0,1 2-3 15,-1-2-4-15,1 0 0 0,0 2-1 0,0-2-4 16,-4-5 1-16,6 7 2 0,-6-7 10 0,9 9 13 15,-9-9 16-15,6 6 18 0,-6-6 11 0,8 3 5 16,-8-3 3-16,13-1-11 0,-13 1-10 0,14-6-7 16,-7 2-9-16,3-3-16 0,1 0-8 0,-1-1-13 15,1-1-5-15,1 0-7 0,0-2-8 0,-1 2-2 16,1-3 0-16,-1 3-4 0,1-2-5 0,-2 1-1 0,1 1-2 16,-2-1-1-16,2 2-1 0,-1-1-2 15,0 1 6-15,-2 2-5 0,-2-1 0 0,3 2-1 16,-1 0-1-16,-3-3 4 0,1 4-5 0,-1 0 1 0,1 0 0 15,0 0 0-15,-6 4-1 0,9-7-6 0,-9 7-26 16,7-5-38-16,-7 5-56 0,9-5-59 0,-9 5-80 16,9-3-83-16,-9 3-92 0,8-4-114 0,-8 4-291 15,0 0-391-15</inkml:trace>
  <inkml:trace contextRef="#ctx0" brushRef="#br0" timeOffset="128666.98">19238 1328 413 0,'-6'2'385'0,"6"-2"-41"0,0 0-48 0,-10 3-27 15,10-3-28-15,0 0-21 0,0 0-28 0,-10 3-15 16,10-3 7-16,0 0-8 0,0 0 10 0,0 0-5 15,-9 1-7-15,9-1-13 0,0 0-6 0,0 0-11 16,0 0-18-16,0 0-17 0,0 0-15 0,-9 4 12 16,9-4-49-16,0 0-16 0,0 0-6 0,0 0 18 15,0 0-37-15,-7 3 24 0,7-3-36 0,0 0 26 16,-2 6-31-16,2-6 30 0,-1 8-17 0,1-8 40 16,-2 6-29-16,2-6 25 0,-2 7-36 0,2-7 31 15,-2 9-36-15,2-9 26 0,-1 11-32 0,1-11 23 16,0 7-26-16,0-7 25 0,-1 7-37 0,1-7 30 15,0 0-22-15,1 8 28 0,-1-8-31 0,0 0 30 16,0 0-24-16,3 6 34 0,-3-6-23 0,0 0 31 16,13 0-27-16,-13 0 23 0,12-2-25 0,-3-1 19 15,0 1-25-15,1-3 1 0,-1 0-2 0,3 3 20 16,-1-3-25-16,0-1 24 0,0 2-33 0,0-2 29 16,1 1-26-16,-3 0 25 0,4 0-27 0,-3 0 25 15,-1 2-22-15,1-2 19 0,-1 1-23 0,0 1 25 0,-1 0-29 16,-2 1 26-16,-6 2-37 0,12-7-22 0,-12 7-96 15,11-4-92-15,-11 4-72 0,6-3-65 16,-6 3-134-16,0 0-138 0,0 0-265 0,0 0-476 0</inkml:trace>
  <inkml:trace contextRef="#ctx0" brushRef="#br0" timeOffset="180660.36">4767 4009 359 0,'0'0'402'0,"-1"-8"-16"0,1 8-54 0,-3-5-31 16,3 5-5-16,-2-5-26 0,2 5-14 0,0 0-18 16,-4-7-13-16,4 7-32 0,0 0-14 0,0 0-42 0,0 0-7 15,-5-4-34-15,5 4 1 0,0 0-28 0,0 0 3 16,-8 4-29-16,8 4 27 0,-2-1-22 15,-1 4 18-15,-1 2-24 0,-1 2 13 0,1 1-29 16,-1 1 13-16,-1 4-6 0,1-1-3 0,-2 2-6 0,-1 1-3 16,1-2-3-16,-1 1-2 0,2-1-6 0,-2-1 1 15,1 0-1-15,0-2-9 0,2-2 6 0,0 0-4 16,1-3 1-16,0 0-2 0,-2-3 5 0,3-1-8 16,1-1 7-16,-1-1-3 0,2 1 6 0,1-8 0 15,-4 9 3-15,4-9-6 0,-1 9 6 0,1-9-9 16,0 0 8-16,4 6-7 0,-4-6-1 0,7-3-2 15,-7 3 5-15,14-6-3 0,-5 3 2 0,0 0-3 16,4-2 3-16,0-2-6 0,1 2 1 0,0 2 3 16,2-3-1-16,1 1 0 0,0 0 0 0,-2 2 1 15,3-1-1-15,-3 0-1 0,3 0 1 0,-5 0-4 16,1 3 2-16,-1-1 2 0,1 0-5 0,-4-1 3 16,0 2 1-16,2 0 1 0,-12 1-5 0,18-2 3 15,-18 2-2-15,15 0-3 0,-15 0 5 0,14 0-8 0,-14 0-30 16,11 0-38-16,-11 0-34 0,0 0-45 0,15 3-51 15,-15-3-59-15,0 0-112 0,6 6-104 16,-6-6-463-16,0 0-524 0</inkml:trace>
  <inkml:trace contextRef="#ctx0" brushRef="#br0" timeOffset="180910.54">4881 4123 63 0,'0'0'564'0,"-8"-9"-98"0,8 9-75 0,-6-4-74 0,6 4-42 16,0 0-69-16,-8-4-36 0,8 4-41 0,0 0-17 15,-6 7-28-15,3 1 20 0,2 1-8 0,0 4 11 16,-1 1-19-16,2 3-4 0,0 1-9 0,0 1-12 16,2 1-12-16,-1 1-12 0,0 2-5 0,-1 1-16 15,3-2 8-15,-2-1-19 0,2 1 20 0,-1 2-23 16,-1-6 14-16,2 1-23 0,-2 1 13 0,2-2-89 0,-2 1-39 15,2-2-123-15,-1 0-72 0,2-2-107 16,-3 2-352-16,2-1-291 0</inkml:trace>
  <inkml:trace contextRef="#ctx0" brushRef="#br0" timeOffset="181559.9">4807 5271 389 0,'0'0'491'0,"-8"-2"-49"0,8 2-29 16,-5-6-26-16,5 6-25 0,-8-6-69 15,8 6-26-15,-6-7-47 0,6 7-22 0,-4-9-38 16,4 9-13-16,-2-10-34 0,2 10-13 0,0-12-31 0,0 12 0 15,2-12-23-15,1 6-2 0,2 1-20 0,-2 0 6 16,3 0-17-16,-6 5 11 0,10-7-14 0,-10 7 8 16,16-2-12-16,-16 2 13 0,17 0-9 0,-7 2 6 15,-1 3-11-15,0 0-1 0,0 2 3 0,0 0-1 16,-1 4 4-16,-2 0-4 0,-1 2-1 0,0 2-4 16,-2 1-3-16,-2 0 8 0,-1 1-14 0,-2 1 10 15,-2 2-11-15,-2 3 12 0,-1-4-12 0,-1 1 11 16,-1-1-8-16,-2 1 10 0,2-3-6 0,-1-1 9 15,-3-3-9-15,4-1 11 0,0-1-4 0,-1-3 20 16,2-1 11-16,0 0 2 0,1-2 34 0,1 0-2 16,6-5-9-16,-12 5-12 0,12-5-5 0,-8 2-14 15,8-2-5-15,0 0-4 0,0 0-1 0,-6-4-7 16,6 4 2-16,0 0-5 0,10-7 0 0,-10 7-7 0,12-3 6 16,-12 3-4-16,16-4 0 0,-16 4-2 15,17-1 2-15,-17 1 2 0,22-2-3 0,-11 2 0 16,1 2-1-16,-12-2 0 0,20 1-1 0,-7 0-23 15,-3 0-19-15,0 1-31 0,2-1-32 0,-3 1-67 0,0 1-32 16,1-2-90-16,-10-1-37 0,14 6-104 0,-14-6-70 16,15 5-393-16,-11-1-459 0</inkml:trace>
  <inkml:trace contextRef="#ctx0" brushRef="#br0" timeOffset="182309.27">4694 6341 292 0,'-5'-8'464'0,"5"8"-14"16,-5-12-93-16,5 12-20 0,-5-11-6 0,4 5-77 15,1-1-7-15,0-1-48 0,1-1-1 0,2 0-42 16,-1 1-24-16,2-1-18 0,2 1-23 0,1 0-16 16,-1 1-11-16,0 1-10 0,3 1-9 0,-1 1-7 15,1 0-2-15,0 1-4 0,2 2-2 0,-11 1-2 16,20 1 1-16,-10 0-7 0,-1 4 2 0,0 0-5 16,0 0-2-16,-2 2 0 0,0 0 12 0,-1 3-22 15,-3 1 22-15,-1-2-16 0,2 4 9 0,-4 0-18 16,-1 1 12-16,-3 1-13 0,0 2 10 0,0-4-15 15,-1 0 15-15,-1 2-14 0,-1-2 14 0,0-2-10 16,-1-1 14-16,3 1 11 0,-2-5 23 0,0 2 15 0,3-1 19 16,-1-2 2-16,5-5-10 0,-9 8-15 15,9-8-13-15,-7 6-13 0,7-6-12 0,0 0-5 16,0 0-5-16,0 0-4 0,0 0-2 0,0 0-2 16,0 0-2-16,0 0 1 0,6-5-3 0,-6 5 2 0,10-1-1 15,-10 1 3-15,13 0-4 0,-13 0 0 0,15 1 0 16,-15-1 0-16,15 5-2 0,-7-2-3 0,1-2 6 15,-3 4 1-15,3-2 0 0,-2 4-1 0,-1-3 1 16,1 1 0-16,-2 3 5 0,0-3 9 0,-3 4-11 16,1 0-2-16,-2-1 2 0,-1 1-2 0,-1 1-2 15,-2 0 7-15,-2 1-51 0,-1 2 48 0,-2-1-39 16,-1-1 52-16,-1 0-47 0,0 0 53 0,-2-2-43 16,0 0 63-16,-1 1-41 0,-1-3 48 0,1-2-30 15,-1 1 41-15,0-2-45 0,2 0 51 0,-2-2-57 16,4 2 35-16,-3-3-52 0,13-1 42 0,-19 1-53 15,19-1 45-15,-18 0-69 0,18 0 15 0,-14-2-98 16,14 2-12-16,-14-1-77 0,14 1-72 0,-9-3-104 16,9 3-96-16,0 0-62 0,-8-4-445 0,8 4-585 0</inkml:trace>
  <inkml:trace contextRef="#ctx0" brushRef="#br0" timeOffset="182726.65">4605 7511 648 0,'1'-10'589'0,"2"-1"-115"0,-1 5-47 0,-2 6-42 16,3-12-45-16,-3 12-43 0,2-8-41 0,-2 8-35 15,3-6-17-15,-3 6 0 0,0 0 4 0,0 0-39 0,11 6 41 16,-7 0-65-16,0 2-19 0,1 2-12 16,-1 2-16-16,0-1-18 0,0 5-7 0,0-3-6 15,-1 0-13-15,1-1-14 0,0 0-8 0,-1-7-1 0,-1 7-5 16,2-6 1-16,1 2 16 0,-1-1 19 0,2-2 25 15,-2 0 0-15,-4-5 4 0,14 0-3 0,-14 0-21 16,19-5-5-16,-6-2-17 0,0-2-8 0,1-3-8 16,2-2-4-16,3-3-10 0,0-1-31 0,1-1-72 15,3-5-76-15,0-2-55 0,3 1-146 0,-2 0-54 16,0-3-106-16,-1 2-128 0,4-4-555 0,-4 3-817 16</inkml:trace>
  <inkml:trace contextRef="#ctx0" brushRef="#br0" timeOffset="184576.16">5317 3673 296 0,'0'0'368'0,"-6"-3"-100"16,6 3 18-16,0 0-86 0,0 0 6 0,0 0-62 15,0 0-3-15,0 0-41 0,0 0 10 0,0 0-39 16,0 0 17-16,0 0-36 0,0 0 11 0,-6 3-10 16,6-3 11-16,0 0 17 0,-1 6 5 0,1-6-3 15,-3 8-7-15,3-8 0 0,-1 8 0 0,1-8-6 16,-1 10-5-16,1-2 4 0,-4-3 6 0,4 2 0 15,0 2 0-15,-1 0-12 0,-2 3-8 0,3-1-6 16,0 0-5-16,0 1-1 0,-1 1 10 0,1 1-10 16,0 0 8-16,0 2-18 0,0 4 10 0,0-3-17 15,1 1 18-15,-1 2-10 0,0-2 15 0,1 3-20 16,1-2 12-16,-1 1-18 0,-1 1 15 0,4-2-12 16,-3 2 6-16,-1 0-6 0,1 3 0 0,2-1-4 0,-2-1 3 15,0 2 0-15,2-2-5 0,-2 0 2 16,0-1-6-16,2 2-9 0,-2-3 9 0,2 2-8 15,-2-1 6-15,2 3-3 0,-2-2 7 0,4-1-14 0,-4-2 10 16,2 2-9-16,1 0 9 0,-3 1-6 0,3-1 21 16,-3 1 9-16,3 1 2 0,-1-2-7 15,-2-1-3-15,1 0-6 0,1-1-4 0,-2 1 1 16,4 2-8-16,-5-2 4 0,4-1 0 0,-3 0-2 0,2 0 0 16,-2 2-1-16,2-2-7 0,-2-2 9 0,2 3-7 15,-2-2 3-15,0 0-2 0,2 0 1 0,-2 1-4 16,2 0 5-16,-2 0-12 0,3 0 12 0,-3 1-7 15,0-2 2-15,2 1-5 0,-2 0 8 0,0 0-2 16,2 0-5-16,-2 0 4 0,0 1-2 0,1 0 1 16,-1-2-1-16,2-1 3 0,-2 1-4 0,0 0-2 15,-1 0 0-15,3 1 2 0,-3-2 0 0,1 0-4 16,-1 1 5-16,3-1-3 0,-3 1 4 0,2-1 0 16,-2 0-9-16,1 0 7 0,1 0-5 0,-2 2 8 15,1-2-27-15,-1 0 32 0,1 0-11 0,-1 0 10 16,0-1-10-16,0 2 10 0,0 1-10 0,1-2 8 15,-1 0-9-15,2 1 5 0,-2 0 1 0,0 1-1 16,-2-2 4-16,2 2-7 0,0-1 10 0,0 1-10 0,0-1 0 16,0 0-2-16,0 2 1 0,0-4 2 0,0 2-1 15,2-1 0-15,-2-1-5 0,0-1 10 16,0-1-46-16,1 2 59 0,-1 0-44 0,0-3 74 0,0 1-44 16,1 0 48-16,1 1-53 0,-1-2 45 0,-2 1-50 15,2 0 34-15,-1-2-40 0,1 2 45 0,-1-2-49 16,1 3 43-16,1-3-45 0,-1-1 45 0,-1 1-37 15,0 1 36-15,3-1-45 0,-3 0 47 0,1 0-46 16,0-1 48-16,-1 0-49 0,0 1 46 0,0 1-2 16,0-2-9-16,1 2 1 0,1-1-5 0,-4 1 0 15,2 0-8-15,2 1 4 0,-2-2-2 0,0 3-1 16,0-2-5-16,0 3 3 0,1-1 3 0,-1-1-8 16,0 1 7-16,0 0 1 0,0-1-1 0,0 1-36 15,0-1 62-15,0 1-34 0,0 0 42 0,0-1-43 16,0 1 41-16,0-1-44 0,0 0 39 0,0-1-35 15,1-1 26-15,-1 1-37 0,3 0 44 0,-3-1-41 16,0-1 39-16,1 2-36 0,0-3 32 0,-1 0-33 0,0 1 35 16,3-1-35-16,-3 0 32 0,1 0-14 0,-1-2-16 15,0 1 0-15,1-2 1 0,1 0 5 16,-1 3 2-16,-1-3 5 0,1 2-1 0,1-1 6 16,-1 0 8-16,-1 0-1 0,1 0 4 0,-1 0-4 0,1 0-1 15,1 0 8-15,-2 0-15 0,1 1-3 0,-1-1-1 16,0 1 0-16,1-1 4 0,1 0-5 0,-2-1 1 15,0 0 0-15,1 1 1 0,-1-1 2 0,1-1 5 16,-1 2 6-16,0-1 4 0,0-7 3 0,0 14 4 16,1-7-14-16,-1-7 8 0,0 12-10 0,0-12 2 15,2 13-7-15,-2-13 9 0,0 11-10 0,0-11 11 16,0 12-15-16,0-12 9 0,2 9-13 0,-2-9 13 16,0 10-12-16,0-10 10 0,0 7-11 0,0-7 7 15,0 7-8-15,0-7 11 0,0 0-11 0,0 7 10 16,0-7-7-16,0 0 7 0,0 0-8 0,1 8 4 15,-1-8 1-15,0 0 1 0,0 0-8 0,0 0 6 16,0 0-34-16,0 0-47 0,2 7-87 0,-2-7-109 0,0 0-51 16,0 0-116-16,-3-7-126 0,3 7-135 0,0-10-546 15,0 3-852-15</inkml:trace>
  <inkml:trace contextRef="#ctx0" brushRef="#br0" timeOffset="187743.58">19996 1314 233 0,'0'0'528'0,"0"0"-117"0,4-4-89 16,-4 4-47-16,0 0-40 0,0 0-29 0,7 3-25 15,-7-3-23-15,0 0-30 0,2 10-11 16,-2-10-34-16,3 10 31 0,-3-10-24 0,2 11 10 0,-2-11-17 16,3 10 22-16,-3-10-8 0,5 9 30 0,-5-9-11 15,6 8 51-15,-6-8-8 0,7 7 41 16,-7-7-28-16,13 3 15 0,-13-3-12 0,17 0-29 0,-6-2-39 15,4-3 5-15,-1 0-13 0,2-1-24 0,5-1-14 16,-2-3-12-16,2 3-2 0,0-4-15 0,0 2-1 16,4-3-12-16,-7 3 2 0,0 0-9 0,1 1 2 15,-6 0-16-15,2 2 13 0,-2-2-7 0,0 1-2 16,-4 3-2-16,0-1-36 0,1 1-47 0,-2 0-53 16,-2 0-60-16,-6 4-69 0,12-5-69 0,-12 5-44 15,10-5-129-15,-10 5-104 0,9-2-348 0,-9 2-544 16</inkml:trace>
  <inkml:trace contextRef="#ctx0" brushRef="#br0" timeOffset="197057.5">5769 3914 267 0,'0'-8'378'16,"-1"3"-30"-16,1-3-12 0,0 8-74 0,-2-13 31 15,2 13-49-15,-1-12 22 0,1 12-39 0,0-9 14 16,0 9-40-16,-1-9-9 0,1 9-41 0,0 0-12 16,-2-7-42-16,2 7-4 0,0 0-39 0,0 0 6 15,0 0-26-15,0 0 8 0,-3 8 3 0,1 4 4 16,1 0 2-16,-4 5-4 0,4 0-3 0,-3 5-3 15,1 2-7-15,1-2 1 0,-2 1-4 0,0 0-4 16,-1 1-1-16,1 0-14 0,-1-3 9 0,3 0-10 16,-1-2 9-16,-1-2-12 0,2 0 9 0,-2 0-12 15,1-4 9-15,2 0-12 0,-2-1 8 0,2-3-6 16,-2-1 7-16,1 0-5 0,1-1 16 0,0 0 5 16,1-7 10-16,-2 10-3 0,2-10 1 0,-1 8-4 0,1-8-7 15,0 0-4-15,0 7 1 0,0-7-7 0,0 0 2 16,0 0-7-16,11-3-17 0,-11 3 16 0,11-5 1 15,-11 5-2-15,11-9-4 0,-2 5 3 16,0 0-3-16,0 0-1 0,1 0 2 0,0-2-4 0,1 2 4 16,1 0-2-16,1-1 1 0,0-1-1 0,1 2-1 15,-1-1-1-15,-2 1-1 0,2 1 1 0,-2-2-1 16,1 3 3-16,-2-1-4 0,2-1 2 0,-2 2 1 16,-1-1 0-16,1 0 1 0,-10 3-1 0,16-1-2 15,-16 1 1-15,13-4 0 0,-13 4 0 0,12-1 0 16,-12 1-5-16,9-1 3 0,-9 1-9 0,0 0-12 15,14-2-30-15,-14 2-15 0,0 0-39 0,0 0-35 16,14 3-45-16,-14-3-47 0,0 0-59 0,7 5-81 16,-7-5-64-16,0 0-46 0,0 9-282 0,0-9-280 15</inkml:trace>
  <inkml:trace contextRef="#ctx0" brushRef="#br0" timeOffset="197341.22">5901 4013 54 0,'-7'-8'542'0,"-2"2"-86"16,4 0-51-16,0 0-78 0,0 1 13 0,0 1-44 0,5 4-59 15,-8-5-51-15,8 5-40 0,-6-6-28 0,6 6-24 16,0 0-19-16,-7 7-9 0,4-1 3 0,0 6 10 16,3 3 1-16,0 1-1 0,0 3-4 0,0 6-3 15,3-1-6-15,0 1 13 0,-3 1-20 0,4-1 3 16,-3 3-16-16,3-2 6 0,-1-1-18 0,-1 0-8 15,1 0-1-15,1-3 0 0,-2 2-8 0,1-2-2 16,0-2-1-16,0-2-4 0,1 0 0 0,-1-2-4 16,-1 0-2-16,1-2 2 0,-2 0-59 0,2-3-73 15,-1-1-67-15,1-2-66 0,-2 1-69 0,2 1-19 16,-1-3-99-16,2-3-376 0,-3 3-355 0</inkml:trace>
  <inkml:trace contextRef="#ctx0" brushRef="#br0" timeOffset="198207.54">5876 5124 351 0,'0'-10'375'16,"0"10"-67"-16,0 0-7 0,-3-7-18 0,3 7 9 15,0 0-4-15,-3-7-16 0,3 7-4 0,0 0-15 16,-1-8-2-16,1 8-13 0,0 0-13 0,0 0-18 15,-3-6-16-15,3 6-18 0,0 0-17 0,0 0-38 0,0 0-20 16,0 0-20-16,0 0-16 0,0 0-11 0,-1 11 9 16,2-1-42-16,-1 0 40 0,3 3-32 15,-2 3 44-15,2 2-51 0,0 0 41 0,0 3-52 16,1 1 41-16,-2 0-45 0,1 1 46 0,-1-2-51 0,2-3 44 16,-3 2-48-16,2-1 50 0,0-1-45 0,-1-1 40 15,2 0-48-15,-3-3 44 0,3 1-47 0,-3-3 47 16,1-1-51-16,0-1 46 0,-1-2-46 0,1 1 46 15,-1-2-46-15,0 1 45 0,-1-8-40 0,3 10 32 16,-3-10-39-16,1 10 47 0,-1-10-56 0,1 5-6 16,-1-5-97-16,3 6-18 0,-3-6-60 0,1 7-60 15,-1-7-68-15,0 0-72 0,0 0-51 0,3 8-57 16,-3-8-421-16,0 0-512 0</inkml:trace>
  <inkml:trace contextRef="#ctx0" brushRef="#br0" timeOffset="199207.51">5902 6133 4 0,'0'0'448'0,"0"0"-92"16,0 0-36-16,0 0-55 0,0 0-8 0,-8-2-59 16,8 2 7-16,0 0-64 0,0 0 20 0,0 0-72 15,0 0 24-15,0 0-57 0,0 0-4 0,-6-3 3 16,6 3 57-16,0 0-43 0,1-6 41 0,-1 6-58 16,5-6 46-16,-5 6-56 0,4-5 40 0,-4 5-55 15,9-6 34-15,-9 6-54 0,9-6 47 0,-9 6-54 16,10-3 43-16,-10 3-49 0,14-4 43 0,-14 4-49 15,13-4 47-15,-13 4-50 0,15-2 47 0,-15 2-45 16,13 0 43-16,-13 0-48 0,15 0 52 0,-15 0-52 16,12 2 51-16,-12-2-50 0,10 5 58 0,-10-5-47 15,10 4 45-15,-10-4-6 0,5 8 0 0,-5-8-6 16,4 11-3-16,-4-11-4 0,3 12-6 0,-3-12 3 16,0 14-6-16,-3-7-3 0,2 1 0 0,-3-1 3 15,1 0-6-15,1 1 3 0,-4 1 3 0,2-4-2 0,-1 2 15 16,1 1 14-16,-1-3 10 0,1-1 7 0,-1 3 5 15,5-7 1-15,-7 7 1 0,7-7-2 16,-6 6-8-16,6-6-10 0,-4 6-6 0,4-6-50 0,-5 4 40 16,5-4-6-16,0 0-7 0,-4 6-2 0,4-6-3 15,0 0-3-15,0 0 4 0,0 0-5 0,0 0-1 16,0 0 1-16,0 0-2 0,0 0 0 0,12 0-1 16,-12 0 0-16,0 0 1 0,14-2 1 0,-14 2-3 15,13 2-1-15,-13-2 3 0,14 1 1 0,-14-1-4 16,14 2 0-16,-8 2 2 0,-6-4 1 0,14 4 2 15,-6-2 1-15,-8-2 1 0,13 9-4 0,-8-6-1 16,1 2 2-16,-1-1 1 0,-1 1 1 0,1 1-1 16,-1-1 6-16,-1 1-9 0,-1 1 5 0,-2-2-5 15,0-5 3-15,0 15 1 0,0-9 4 0,-1 1-4 16,-3 1-1-16,0 0 0 0,0-1 4 0,-1 0-2 16,-2 0 10-16,-1 0 16 0,0-1-1 0,-1-1 5 15,-2 1-39-15,2-2 59 0,-3 0-46 0,0 0 52 0,0-1-44 16,-2-1 37-16,2-1-54 0,1 1 42 0,-2-2-49 15,2 1 47-15,-2-2-52 0,13 1 39 0,-19-2-54 16,19 2 31-16,-18-1-72 0,18 1 21 16,-14-2-41-16,14 2-42 0,-14-3-63 0,14 3-64 0,-12-2-74 15,12 2-62-15,0 0-64 0,-12-2-95 0,12 2-245 16,0 0-321-16</inkml:trace>
  <inkml:trace contextRef="#ctx0" brushRef="#br0" timeOffset="199691">5809 7322 305 0,'0'0'526'0,"-7"-2"-134"0,7 2-31 0,-8-5-72 0,8 5 46 16,-6-2-31-16,6 2-39 0,0 0-21 0,-7-6-17 15,7 6-9-15,0 0-12 0,-7-4-65 0,7 4 38 16,0 0-67-16,0 0 36 0,0 0-68 0,0 0 43 16,0 0-43-16,0 0 59 0,-2 8-46 15,2-8 46-15,2 10-41 0,2-3-8 0,-1-2-8 0,0 1-9 16,0 1-11-16,1-1-6 0,-2 2-14 0,2-2-8 15,-1-1-5-15,-1 1-7 0,-2-6-7 0,7 9-1 16,-7-9 1-16,7 10-2 0,-7-10-5 0,5 7 3 16,-5-7-3-16,7 7 5 0,-7-7 2 0,9 2 3 15,-9-2 4-15,11-4 2 0,-3 2-3 0,-2-6-3 16,2 0-8-16,2-4 4 0,-1 2-4 0,3-5-3 16,0 0-2-16,0-2-2 0,2 1 7 0,-3-2-7 15,2 3 33-15,1-1-43 0,-2-1 3 0,2 0 0 16,-4 2-1-16,-1 3 0 0,2 1 3 0,-2 0 0 0,-1 1-18 15,2 0-42-15,-1 2 4 0,-2-3-96 16,-1 5-1-16,2-2-103 0,-2 0-16 0,0 2-94 16,2-2-117-16,-4-1-109 0,7-1-450 0,-5 1-661 15</inkml:trace>
  <inkml:trace contextRef="#ctx0" brushRef="#br0" timeOffset="201373.69">6441 3684 23 0,'0'0'234'0,"-2"-6"-33"0,2 6-26 0,0 0-13 15,0 0-14-15,0 0-8 0,-4-7-2 0,4 7-12 16,0 0-14-16,0 0 1 0,-4-4 1 0,4 4-5 15,0 0 3-15,0 0 5 0,0 0 9 0,-4-5 2 16,4 5-2-16,0 0-3 0,0 0 2 0,0 0-2 16,0 0-5-16,0 0-1 0,0 0-10 0,0 0-2 15,-9-3-5-15,9 3-7 0,0 0-7 0,0 0-6 16,0 0-12-16,0 0-13 0,0 0-3 0,0 0-9 16,0 0-8-16,0 0-9 0,0 0-5 0,0 0-4 15,0 0-7-15,0 0 1 0,0 0-3 0,-6 3-3 16,6-3 2-16,-2 8-3 0,2-8-9 0,-1 9 23 15,1-1-5-15,-1 1 19 0,1 0-11 0,0 3 27 16,0 1-13-16,0 0 16 0,0 4-12 0,0 1 0 0,1 0 6 16,-1 2 0-16,3 1 4 0,-2 2 2 15,0 0-1-15,3 0-9 0,-4 4-3 0,5-3 4 16,-4 1-1-16,3 1 3 0,-3-1-2 0,2 1-2 0,0 0-4 16,-1-1-6-16,2 2-3 0,-1-1-5 0,1-1 0 15,-2 1-2-15,3-1-1 0,-2 0-1 0,-1 2-1 16,2-2 2-16,1 0 4 0,-2 0 13 15,-1 0-5-15,1-2-2 0,2 3-11 0,-1 0 14 0,-2-1-2 16,2 1-1-16,-1-2-4 0,-1 2 7 0,2-1-9 16,-3-1 8-16,2 2 2 0,0-1-4 0,-1-1-1 15,2 0 3-15,-3 0-5 0,2 0-7 0,-2 0 3 16,2 0 0-16,-2-1-6 0,0 0 3 0,2 1-1 16,-2-4-39-16,-1 0 39 0,3 1-35 0,-2-2 49 15,-1 1-32-15,1 1 47 0,0 0-36 0,1-2 1 16,-2 0-2-16,1 2 5 0,-1-1-2 0,0-1 4 15,1 2-2-15,1 0-2 0,-2-2 0 0,0 1 26 16,1 2-33-16,-1-4 27 0,0 3-29 0,0-1 18 0,0 0-24 16,0 1 29-16,0-2-29 0,0 1 30 15,0-1-23-15,0 2 24 0,2-3-22 0,-2 3 25 16,0 0-28-16,-2 0 23 0,4-2-20 0,-2 1 14 16,0-1-19-16,0 2 21 0,0 2-20 0,0-5 18 0,0 3-20 15,0-2 15-15,0 1-17 0,0-1 19 0,0 1-18 16,0-2 15-16,0 2-16 0,0-1 17 0,0 0-15 15,0-1-1-15,1 1 3 0,-1-2-3 0,2 2 1 16,-2 0 0-16,0-2 6 0,1 0-5 0,-1 2 0 16,0-2 1-16,1 0-2 0,1-2-1 0,-2-1 0 15,0 1 8-15,1-1-9 0,-1-1 2 0,1 0-3 16,-1 2 2-16,0-2 0 0,0-2 4 0,1 2-4 16,1-1 14-16,-2 0-12 0,0 0 8 0,1-1-17 15,-1 1 17-15,1-1-8 0,1-1 2 0,-2 4-7 16,1-3 12-16,-1-1-17 0,1 1 15 0,-1 1-10 15,1 0 12-15,1-1-15 0,-2 0 14 0,1 1-14 16,-1 1 15-16,0-1-16 0,1 1 0 0,1 0 1 0,-1-1 15 16,-1 2-12-16,0-2 13 0,1 3-10 15,2-2 5-15,-2 0-10 0,-1 0 13 0,1-1-11 16,0 2 0-16,1-4 1 0,-1 4-1 0,-1-3 6 16,1 1-4-16,1-1 2 0,-1-1-1 0,0 1-1 15,-1-1 2-15,0-1 3 0,1 0 5 0,1-2-11 16,-1 3 2-16,-1-3 1 0,3 2 0 0,-3-3 0 0,1 3 0 15,0-4 3-15,-1 4 1 0,0-3 0 0,1 1-1 16,1 2 0-16,-2-3-2 0,1 0 2 0,-1 2 1 16,0-8 2-16,1 13-1 0,1-6-1 0,-2-7 0 15,1 14 2-15,1-7-5 0,-2-2-42 0,0 2 57 16,1-1-55-16,1 1 61 0,-2-7-48 0,1 13 48 16,-1-7-31-16,0 1 33 0,1 0-53 0,1 0 57 15,-2 0-53-15,1-1 55 0,-1 1-11 0,0-7-37 16,0 11 53-16,0-11-7 0,1 12-5 0,-1-12-2 15,2 8-8-15,-2-8 0 0,1 9 0 0,-1-9-5 16,0 0 6-16,0 8 0 0,0-8-4 0,0 0-1 0,1 7 1 16,-1-7-4-16,0 0-53 0,0 0 40 15,0 0-59-15,0 7 27 0,0-7-81 0,0 0 30 16,0 0-93-16,0 0-9 0,0 0-52 0,0 0-64 16,0 0-64-16,-1-9-59 0,1 9-53 0,-1-9-87 0,1 9-50 15,-3-13-257-15,3 6-434 0</inkml:trace>
  <inkml:trace contextRef="#ctx0" brushRef="#br0" timeOffset="203791.61">20758 1191 279 0,'0'0'417'0,"0"0"-93"0,-1 6-43 0,1-6-35 0,0 0-7 16,0 0-23-16,3 7-19 0,-3-7-35 15,4 8-36-15,-4-8 26 0,4 9-29 0,-4-9 0 16,4 13-28-16,-3-8 9 0,-1-5-27 0,4 13 6 0,-3-6-17 16,-1-7 9-16,5 12-26 0,-3-7 10 0,-2-5-33 15,2 9 17-15,-2-9-21 0,4 9 20 0,-4-9-19 16,3 7 14-16,-3-7-10 0,4 5 29 0,-4-5-1 15,0 0 36-15,10 2-24 0,-10-2 33 0,12-2-33 16,-12 2 20-16,16-5-42 0,-6 2 25 0,-2-1-41 16,1-1 16-16,2 0-29 0,-2 0 20 0,0 0-31 15,2 0 26-15,0 0-34 0,-2 0 27 0,1 1-30 16,-2-1 24-16,-1 0-29 0,2 0 29 0,-1 0-32 16,-2 3 23-16,3-2-43 0,-9 4-4 0,13-6-58 15,-13 6-46-15,10-5-44 0,-10 5-20 0,13-5-33 16,-13 5-56-16,15-3-80 0,-15 3-62 0,13-4-355 15,-13 4-315-15</inkml:trace>
  <inkml:trace contextRef="#ctx0" brushRef="#br0" timeOffset="206073.66">7025 3875 305 0,'0'0'368'15,"-2"-4"-30"-15,2 4-14 0,0 0-26 0,-7-5-26 16,7 5-23-16,0 0-24 0,-4-7-32 0,4 7-16 16,0 0-25-16,0 0-22 0,0 0-11 0,-5-5-24 15,5 5-11-15,0 0-16 0,0 0-12 0,0 0-8 16,0 0-12-16,0 0 0 0,0 0-6 0,0 0-6 16,0 0-2-16,0 0-5 0,0 0-1 0,0 0-4 15,-9 2 1-15,9-2-4 0,-4 7 1 0,4-7-1 16,-3 12 2-16,-1-3 4 0,1 0 3 0,-2 4 3 15,1 2-1-15,-1 2 4 0,-1-2 3 0,1 2-2 16,-2 2-3-16,2 0 7 0,-1-2 1 0,-2 3 1 0,3-1 2 16,0-4 2-16,0 2-4 0,1-2-6 15,-1 1-1-15,0-3-5 0,0-2-2 0,1 1-1 16,1-3-2-16,1 1-2 0,-1-3-2 0,-1 3-10 0,3-4 13 16,-2 0 0-16,3-6 2 0,-2 10-3 0,2-10 16 15,-4 9-13-15,4-9 12 0,-3 8-13 0,3-8 10 16,-1 5-11-16,1-5 4 0,0 0-8 0,0 0 7 15,3 7-8-15,-3-7 9 0,0 0-14 0,14 0 6 16,-14 0-7-16,14-4 10 0,-3 2-8 0,-2 0 3 16,3-1-5-16,-1 2 3 0,2-2 0 0,4-1-1 15,-3 1 0-15,1 0-2 0,0 1 1 0,1 0 0 16,-4-1-2-16,4 2-2 0,-3-2 3 0,-2 2-1 16,2 0-2-16,-2 0 4 0,2-1-1 0,-3 2 2 15,-10 0-5-15,18-2 2 0,-18 2 3 0,18-1-3 16,-18 1 1-16,14 0-13 0,-14 0 13 0,12 0 0 15,-12 0 3-15,0 0-4 0,15 0 1 0,-15 0 1 16,0 0-5-16,13 1-27 0,-13-1-37 0,0 0-45 0,10 2-45 16,-10-2-55-16,0 0-68 0,0 0-78 0,7 3-47 15,-7-3-523-15,0 0-502 0</inkml:trace>
  <inkml:trace contextRef="#ctx0" brushRef="#br0" timeOffset="206356.71">7099 3955 484 0,'0'0'337'0,"-5"-6"-77"16,5 6-56-16,0 0-12 0,-5-5-74 0,5 5 12 16,0 0-24-16,-6 8-9 0,3-3 34 0,3 1-27 15,0 5-4-15,0-1 0 0,-1 5 2 0,1-1-1 16,1 5-4-16,0 0 5 0,1 1-9 0,0 2-4 15,-2 1 0-15,1 1-9 0,3-1-4 0,-4 2-38 16,3-1 1-16,-2-1 14 0,0-2-25 0,1 0 17 16,-1-2-30-16,-1 1 19 0,1-3-23 0,-1 1-7 15,3-1 0-15,-3 0 0 0,1-2 22 0,0-1-30 16,1 0-26-16,-1-2-86 0,0 0-68 0,0-1-45 16,2 1-85-16,-2-2-60 0,2 0-338 0,-2 1-217 15</inkml:trace>
  <inkml:trace contextRef="#ctx0" brushRef="#br0" timeOffset="206890.2">7143 5107 49 0,'0'0'413'16,"-3"-10"-58"-16,3 10-63 0,-4-10 29 0,4 10-61 16,-2-9 32-16,2 9-51 0,-3-10 21 0,3 10-36 15,-4-9 13-15,4 9-17 0,-1-7 0 0,1 7-32 0,0 0 1 16,-4-7-28-16,4 7-6 0,0 0-29 0,-5-6-21 16,5 6-19-16,0 0-18 0,0 0-14 15,0 0-10-15,-4 10-4 0,3-3-1 0,1 5 3 0,0 0 1 16,-1 3 3-16,-1 2-42 0,1 2 56 0,1 0-45 15,-1 1 43-15,1 2-48 0,-1 0 43 0,-1 0-11 16,1-1-5-16,1-2-7 0,0 1-3 0,0-1-8 16,0 0-6-16,0-4 1 0,0 0-7 0,0-1-1 15,0-1 0-15,0-1-2 0,0-2-3 0,0 1 3 16,0-4 0-16,0 3-2 0,0-10-2 0,1 12 4 16,-1-12-28-16,0 11-59 0,0-11-69 0,2 10-63 15,-2-10-68-15,1 7-79 0,-1-7-70 0,0 0-20 16,1 6-77-16,-1-6-343 0,0 0-421 0</inkml:trace>
  <inkml:trace contextRef="#ctx0" brushRef="#br0" timeOffset="209089.63">7030 6183 72 0,'0'0'443'0,"0"0"-76"0,-7 3-37 15,7-3-37-15,0 0-27 0,0 0-59 0,-7 5 22 0,7-5-68 16,0 0 22-16,0 0-21 0,0 0-16 0,0 0-17 15,0 0-9-15,0 0-17 0,0 0-13 0,0 0-8 16,0 0-2-16,-9-5 8 0,9 5 6 0,4-5-37 16,-4 5 48-16,5-7-50 0,-5 7 47 0,7-8-52 15,-7 8 45-15,8-9-59 0,-4 5 46 0,3 0-43 16,-1 0 50-16,1-1-63 0,0 1 43 0,1 0-48 16,1 0 41-16,-3 1-50 0,4-2 43 0,-1 3-36 15,0 0 26-15,0 0-53 0,-9 2 48 0,17-3-47 16,-17 3 49-16,16 0-47 0,-16 0 41 0,16 0-50 15,-16 0 50-15,15 2-47 0,-15-2 46 0,14 3-46 16,-14-3 49-16,13 6-48 0,-7-3 48 0,-2 2-52 16,0-2 52-16,1 5-52 0,-2-2 50 0,1 0-53 15,-1 1 49-15,-2 2-50 0,1-3 47 0,-2 5-49 16,0-2 52-16,-3 3-48 0,2-2 42 0,-3 2-50 0,2 2 49 16,-3-1-4-16,-1 2-4 0,1-1-3 0,-3 1-42 15,0 5 45-15,0-4-48 0,-2-2 49 16,0 3-43-16,-1-2 49 0,1-1-51 0,0 0 51 0,1-2-46 15,-1 1 44-15,0-1-45 0,-1-2 46 0,2 3-45 16,-1-4 48-16,1 0-46 0,3 2 55 0,-2-3-43 16,1-2 49-16,0 1-51 0,2 0 47 0,0-2-43 15,0 0 35-15,1 0-47 0,4-5 49 0,-9 7-49 16,9-7 55-16,-5 7-55 0,5-7 54 0,-5 5-50 16,5-5 52-16,-7 4-48 0,7-4 49 0,0 0-49 15,-5 5 43-15,5-5-50 0,0 0 47 0,0 0-54 16,0 0 49-16,0 0-53 0,0 0 50 0,-10-5-46 15,10 5 44-15,0 0-48 0,0-11 47 0,0 11-50 16,4-10 54-16,-3 4-52 0,2 0 47 0,0 1-47 16,0-1 45-16,2 0-44 0,-1 0 49 0,1 1-36 15,2 0 33-15,0 0-49 0,-2 1 51 0,4 0-47 16,-2 0 48-16,-1 0-50 0,-6 4 50 0,15-4-41 0,-7 1 42 16,-8 3-49-16,17-2 51 0,-17 2-49 15,15-3 53-15,-15 3-48 0,16-2 44 0,-16 2-50 16,16-2 49-16,-16 2-30 0,16 0 29 0,-16 0-48 0,16 0 45 15,-16 0-44-15,15 2 48 0,-15-2-49 0,13 0 51 16,-13 0-50-16,14 0 27 0,-14 0-67 0,12 1-10 16,-12-1-43-16,0 0-44 0,16 1-26 0,-16-1-50 15,12 0-70-15,-12 0-64 0,10 1-44 0,-10-1-57 16,11 2-382-16,-11-2-403 0</inkml:trace>
  <inkml:trace contextRef="#ctx0" brushRef="#br0" timeOffset="209539.56">6999 7212 340 0,'-8'-2'577'0,"8"2"-159"16,-8-4 21-16,8 4-32 0,0 0-40 0,-9-3-48 16,9 3-44-16,0 0-54 0,0 0-41 0,0 0-34 15,0 0-28-15,0 0-22 0,-11 4-13 0,11-4-1 16,0 10-52-16,0-10 57 0,1 12-60 0,0-3 49 15,0 1-53-15,3-1 47 0,-4-1-52 0,3 4 53 16,-1-4-43-16,1 2 42 0,-2-2-56 0,2 0 43 16,-1-2-53-16,-1 1 44 0,2 0-49 0,0-3 59 15,-3-4-46-15,5 8 54 0,-5-8-51 0,8 6 57 16,-8-6-46-16,12-3 42 0,-3-1-55 0,1 0 39 16,-1-2-52-16,0-3 44 0,4 1-55 0,-3-3 49 0,4 2-45 15,-1-4 38-15,1-2-72 0,0 1 1 16,-1 0-99-16,1-1-13 0,0 1-72 0,1-7-117 15,-2 5-45-15,1 0-76 0,-1 0-111 0,1-1-310 0,-4 0-442 16</inkml:trace>
  <inkml:trace contextRef="#ctx0" brushRef="#br0" timeOffset="211223.68">7502 3623 245 0,'0'0'312'16,"0"0"-91"-16,0 0 23 0,0-8-57 0,0 8 18 15,0 0-48-15,0 0-9 0,0 0-3 16,0 0-5-16,0-6-6 0,0 6-6 0,0 0-12 16,0 0-9-16,0 0-17 0,0 0-10 0,0 0-16 0,0 0-12 15,0 0-11-15,0 0-9 0,0 0-5 0,0 0 10 16,0 0 7-16,-4 9 6 0,4-9 7 0,-1 12 7 16,-1-4-23-16,1 0 21 0,1 3-28 0,-1 2 18 15,1-2-22-15,-3 4 34 0,3 2-15 0,0 0 8 16,-1 0 2-16,1 3-6 0,0 1 1 0,-2-2 2 15,2 3-6-15,0 3-3 0,0 1 6 0,0-1 1 16,-1 0-4-16,1 2 2 0,0-2-1 0,0 2 3 16,0-1-8-16,0-1 9 0,0 3-6 0,0-4 0 15,0 3-13-15,0-3 7 0,0 1-12 0,1 0 4 16,-1 0-13-16,2-1 4 0,-2 0-6 0,0 1 1 16,0-2 2-16,1 2-1 0,-1 0 8 0,0-2-4 15,0 0-1-15,3 1-3 0,-3 2 1 0,0-2 5 16,0 0-17-16,0 0 7 0,1-1-1 0,-1 1-3 0,0 1-3 15,0-4 0-15,0 2 3 0,0-2 0 16,0 1 14-16,0-1-7 0,0-1 1 0,1 1 0 16,-1-2-2-16,-1 1-2 0,1-1-4 0,1 0 3 0,-1 1-2 15,0-1-2-15,-1 0 1 0,2-2-5 0,-1 3 3 16,0-2-2-16,0 0-2 0,2 1-2 0,-2-2-41 16,1 1 49-16,-1-1-44 0,1 1 47 0,-1-1-42 15,0 0 45-15,0 0-45 0,1 0 50 0,1-2-47 16,-2 0 45-16,1 2-46 0,-1-1 48 0,0 1-31 15,1-2 28-15,1 2-47 0,-2-3 49 0,1 1-47 16,-1 2 49-16,1-3-44 0,-1 3 40 0,1-1-46 16,-1-1 46-16,2 0-44 0,-2 0 46 0,1 0-38 15,-1 2 36-15,0-1-44 0,2-2 43 0,0 1-44 16,-2-1 47-16,1 3-45 0,0 0 45 0,-1-5-45 16,1 5 45-16,-1 0-46 0,2-2 48 0,-2 2-47 15,1-1 53-15,-1 1-49 0,0-4 40 0,1 4-47 16,1-3 48-16,-1 3-47 0,0-2 48 0,-1 1-48 0,1-3 46 15,1 3-45-15,-1-2 49 0,-1 1-49 16,3-3 48-16,-2 1-48 0,-1 2 46 0,3-2-31 16,-2 0-14-16,0 0 5 0,-1 1 2 0,0-3 4 0,4 2 4 15,-3 0 4-15,-1 0-2 0,3-1-1 0,-2 2 2 16,0-2 3-16,2-1-3 0,-2 3 2 0,-1-2 7 16,3 0-7-16,-1 4 1 0,1-4-1 15,-2-1 3-15,-1 3-1 0,3-1 11 0,-2-2-14 0,0 2 3 16,-1-2 40-16,3 0-48 0,-2 3 43 0,0-2-44 15,2-1 38-15,-2 2-48 0,0-1 53 0,1 1-55 16,-1-4 46-16,0 3-45 0,-1 0 46 0,3-2-50 16,-2 2 48-16,-1-3-48 0,1 2 49 0,1 0-48 15,-1-1 52-15,-1 1-46 0,1-2 39 0,-1 4-48 16,0-4 49-16,1 3-48 0,-1-3 50 0,2 0-50 16,-2 2 35-16,0 1-31 0,1-2 48 0,-1-1-52 15,0 1 52-15,0 1-49 0,0-1 50 0,0-1-52 16,0 0 49-16,0 0-48 0,0 1 46 0,1-3-47 0,-1 3 55 15,0-3-52-15,2 0 42 0,-2 1-48 16,0-1 53-16,0 0-52 0,0-7 50 0,0 16-50 16,0-16 13-16,0 11-7 0,0-11 6 0,1 12 2 15,-1-12 2-15,0 9 5 0,0-9-1 0,0 8 1 0,0-8 0 16,1 5 1-16,-1-5 3 0,0 0-3 0,0 9 3 16,0-9 6-16,0 0-10 0,0 8 2 15,0-8 1-15,0 0 1 0,0 0 2 0,0 7-2 0,0-7 0 16,0 0 0-16,0 0-1 0,1 9 0 0,-1-9 2 15,0 0 1-15,0 0 4 0,2 8-8 0,-2-8 2 16,0 0-1-16,0 0 2 0,0 7-2 0,0-7 1 16,0 0 7-16,2 7-9 0,-2-7 2 0,0 0-1 15,0 6 16-15,0-6-16 0,0 0 6 0,0 6-6 16,0-6-2-16,0 0 2 0,0 8-1 0,0-8-1 16,0 0 13-16,1 7-6 0,-1-7-7 0,0 0-2 15,2 7 4-15,-2-7 1 0,0 0 3 0,0 0-2 16,0 7-4-16,0-7 4 0,0 0-2 0,0 0 1 15,0 0 0-15,-2 8 3 0,2-8 4 0,0 0-8 16,0 0-2-16,0 0 1 0,0 0 0 0,0 0-5 16,2 7-31-16,-2-7-20 0,0 0-37 0,0 0-37 15,0 0 4-15,0 0-86 0,0 0-17 0,0 0-104 0,0 0-70 16,0 0-84-16,0 0-465 0,0 0-541 0</inkml:trace>
  <inkml:trace contextRef="#ctx0" brushRef="#br0" timeOffset="212522.63">21762 1339 502 0,'0'0'383'0,"0"0"-53"0,-2-7-56 0,2 7-60 16,0 0-33-16,0 0-35 0,0 0-25 0,0 0-17 16,0 0-9-16,-7 5-13 0,7-5-10 0,-5 8-6 15,5-8-10-15,-5 11-2 0,5-11 4 0,-1 11-13 16,1-11 1-16,-3 9-8 0,3-9 12 0,0 9-9 15,0-9 14-15,-1 8-12 0,1-8 32 0,1 8 8 16,-1-8 18-16,4 5 7 0,-4-5 27 0,9 1-33 16,-9-1 10-16,11-1-35 0,-3 0 3 0,2-2-36 15,1-1 11-15,0-1-30 0,3 0 14 0,-1-2-34 16,2 2 26-16,-2-2-36 0,2-1 29 0,-2 1-27 0,0-1 21 16,2 3-42-16,-2-4-40 0,1 4-33 15,-2-3-28-15,0 3-21 0,-1-2-5 0,-1 2-12 16,0-1-28-16,-2 3-43 0,-1-2-47 0,1 1-24 0,1-1-49 15,-4 2-285-15,2-1-148 0</inkml:trace>
  <inkml:trace contextRef="#ctx0" brushRef="#br0" timeOffset="-200026.47">8106 3909 94 0,'0'0'169'15,"0"0"34"-15,0 0-59 0,0 0 41 0,7-3-48 16,-7 3 55-16,0 0-46 0,0 0-7 0,0 0 0 16,0 0 31-16,0 0-47 0,0 0 29 0,6-5-34 15,-6 5 1-15,0 0-7 0,0 0-9 0,0 0-3 16,0 0-3-16,0 0-26 0,0 0 14 0,0 0 9 15,0 0-5-15,0 0-1 0,0 0-3 0,0 0-5 16,0 0-12-16,0 0-4 0,0 0-9 0,0 0-13 16,0 0-11-16,-9 5-4 0,9-5-4 0,-7 3-17 15,7-3 11-15,-10 5-12 0,3-1 8 0,-1-1-14 16,2-1 13-16,-4 1-14 0,2 1 8 0,-3 0-6 0,1 0 9 16,0-3-9-16,1 2 10 0,-1-1-7 15,-2 0 4-15,3 0-8 0,-1 0 12 0,10-2-9 16,-18 3 7-16,18-3-8 0,-15 2 10 0,15-2-7 0,-17 2 5 15,17-2-6-15,-13 0 8 0,13 0-8 0,-12 3 6 16,12-3-13-16,0 0 12 0,-14 1-10 0,14-1 9 16,0 0-12-16,-13 1 9 0,13-1-9 0,0 0 8 15,-10 2-10-15,10-2 7 0,0 0 7 0,-9 3-10 16,9-3 4-16,0 0-9 0,-10 5 11 0,10-5-9 16,-7 6 10-16,7-6-8 0,-6 9 7 0,6-9-7 15,-7 9 8-15,5-4-19 0,-3 2 18 0,2-2-6 16,1 3 11-16,-2 1-8 0,0-2 7 0,3 2-6 15,-2-1 7-15,2-2-5 0,-2 2-8 0,1-1 13 16,-1-1-11-16,3 1 12 0,-1 0-13 0,-3 0 12 16,4-2-6-16,-2 2 8 0,2-7-1 0,-3 13-6 15,2-8 2-15,1-5-1 0,-2 10-1 0,2-10-1 16,-1 8 2-16,1-8-6 0,-1 8 5 0,1-8-2 0,-1 5 1 16,1-5-2-16,0 0 5 0,-2 8-1 15,2-8 0-15,0 0 3 0,0 0 0 0,-1 7-1 16,1-7 1-16,0 0 6 0,0 0 4 0,0 0 9 15,0 0 1-15,3 5 2 0,-3-5-1 0,0 0-3 0,0 0-6 16,0 0-4-16,7-3 0 0,-7 3-1 0,9-5-4 16,-9 5 0-16,8-4-4 0,-8 4 1 15,9-5-13-15,-4 2 12 0,-5 3-11 0,13-5 8 0,-13 5-12 16,11-7 14-16,-3 5-16 0,1-1 17 0,-2 2-13 16,1-2 15-16,1 0-17 0,-9 3 16 0,17-5-12 15,-8 3 11-15,-9 2-12 0,16-2 13 0,-16 2-13 16,16-2 8-16,-16 2-8 0,17 0 15 0,-17 0-14 15,18 1 10-15,-7 0-9 0,-2 1 14 0,0 0-21 16,1 2 22-16,-1-2-1 0,0 1-13 0,1 0 15 16,-3 1-1-16,1 0 0 0,2 1-2 0,-2-1 1 15,0 1 0-15,-2 1-2 0,2 0 0 0,-2-2-1 16,0 1-3-16,0 1 5 0,0 0 1 0,-2-1 2 16,2 1 0-16,-2 0 0 0,-1-1 2 0,-1 0-4 15,1 2 5-15,-2-1 0 0,2-1-1 0,-3 4-3 16,0-9 3-16,0 12-5 0,-2-5-1 0,1 1 6 15,-3 0-6-15,2-2 2 0,-2 4-3 0,-1-3 8 16,-3 1 0-16,3-1-8 0,-3 0 12 0,2 0-7 0,-4 1 4 16,2-2-5-16,-1 0 14 0,-2 0-4 0,2-1 9 15,-3 1-1-15,1-1-3 0,-1-1-2 16,2 0 6-16,-3-1-7 0,2 0 4 0,-2 1 4 0,0-3-1 16,1 2 3-16,0-2 2 0,0 0 7 0,1-1-9 15,-1 2 6-15,2-2-12 0,10 0 5 0,-20 0-6 16,20 0 11-16,-17 0-14 0,17 0 9 0,-17-2-19 15,17 2 14-15,-13 0-24 0,13 0 17 0,-12-1-18 16,12 1 12-16,0 0-15 0,-13 0 7 0,13 0-21 16,0 0 16-16,0 0-11 0,-15-1 2 0,15 1-44 15,0 0-59-15,0 0-59 0,0 0-89 0,-9-1-22 16,9 1-104-16,0 0-23 0,0 0-34 0,0 0-515 16,0 0-544-16</inkml:trace>
  <inkml:trace contextRef="#ctx0" brushRef="#br0" timeOffset="-199210">7955 5054 264 0,'0'0'395'0,"2"-8"-53"0,-2 8-14 0,0-7-29 16,0 7-58-16,0-7 28 0,0 7-19 0,0 0-26 16,0-9-13-16,0 9-13 0,0 0-8 0,0-8-27 15,0 8 13-15,0 0-25 0,-2-8 1 0,2 8-20 16,0 0 3-16,0 0-13 0,-1-5-2 0,1 5-13 15,0 0-12-15,0 0-7 0,0 0-15 0,0 0-3 16,0-7-16-16,0 7-4 0,0 0-14 0,0 0 0 16,0 0-14-16,0 0 3 0,0 0-18 0,0 0 14 15,0 0-23-15,0 0 15 0,0 0-13 0,0 0 7 16,0 0-6-16,0 0 8 0,-4 7-7 0,4-7 11 16,0 10-12-16,0-10 17 0,0 13-10 0,0-4 12 15,1-1-3-15,1 3 3 0,-2 0 1 0,0 0 1 16,0 4 2-16,0-2-3 0,0 1-1 0,0-1-37 15,-2 3 41-15,1-2-40 0,1 3 45 0,0-3-45 16,-1-2 41-16,1 3-43 0,-1-2 48 0,-1 1-12 16,1-2-1-16,1 0-3 0,0-3-3 0,-1 1-1 0,1 0-2 15,-2-1 0-15,1-2-8 0,1-1 7 0,0 3-5 16,0-9 3-16,0 11-4 0,0-11 6 0,-1 9-3 16,1-9-2-16,0 9 0 0,0-9-1 15,0 8 2-15,0-8-5 0,0 0 6 0,0 7-9 0,0-7-2 16,0 0-66-16,0 0-61 0,0 8-66 0,0-8-59 15,0 0-50-15,1 6-74 0,-1-6-73 0,0 0-59 16,1 11-455-16,-1-11-562 0</inkml:trace>
  <inkml:trace contextRef="#ctx0" brushRef="#br0" timeOffset="-198327.08">7840 6131 432 0,'0'0'493'0,"0"0"-97"0,0 0 9 0,-5-4-99 16,5 4 7-16,0 0-97 0,-4-7 22 0,4 7-76 15,0 0 14-15,-2-9-66 0,2 9 30 0,1-7-64 16,-1 7 34-16,1-8-58 0,3 1 35 0,-4 7-55 16,3-10 37-16,-1 5-56 0,1-2 44 0,-3 7-47 15,7-9 35-15,-7 9-9 0,8-10-2 0,-8 10-11 16,8-10-5-16,-8 10-3 0,9-7-2 0,-9 7-4 16,10-7-3-16,-10 7-2 0,12-3 2 0,-12 3-4 15,12-1 0-15,-12 1 0 0,13 0-42 0,-13 0 53 16,12 4-48-16,-12-4 50 0,11 5-46 0,-6 0 56 0,-1-1-54 15,1 1 52-15,-1 2-5 0,0 1-2 0,-1-1-3 16,0 2-2-16,-2-2-1 0,1 3-2 0,-1-2-1 16,-1 3-3-16,0-2 1 0,-1 3-2 15,-1-2 0-15,1 1-2 0,-2 1 3 0,0-2 2 0,-1 2-2 16,0-2-1-16,0 1 0 0,-1-1 3 0,0 0-1 16,1 0 2-16,-3-1 3 0,0 0-6 0,1-1 0 15,-1 0 9-15,0-1 7 0,-1 1 3 0,3-2 12 16,-1 1 6-16,-1-2-1 0,0 1-1 0,0-1 0 15,2 0-1-15,5-5 2 0,-10 6 5 0,10-6-2 16,-9 6 0-16,9-6 0 0,-8 6-4 0,8-6-3 16,-6 3 3-16,6-3-53 0,0 0 42 0,-8 5-7 15,8-5-5-15,0 0-4 0,-6 4-1 0,6-4-7 16,0 0-5-16,0 0-1 0,0 0-1 0,-8 4-2 0,8-4-2 16,0 0 9-16,0 0-5 0,0 0-2 15,0 0 0-15,5-5 1 0,-5 5 0 0,8-4 1 16,-8 4 5-16,7-4-2 0,-7 4-3 0,12-5 3 15,-5 2-3-15,-7 3 1 0,15-5 2 0,-6 1-2 0,1 1 4 16,-1 1-3-16,1-3 0 0,0 1 1 0,0 1-4 16,1-1 5-16,0 1-5 0,1 1 0 0,-2-1 3 15,0 0-3-15,-1 0 1 0,1 0-2 0,-10 3 3 16,18-3-2-16,-18 3-3 0,14-1 0 0,-14 1 0 16,16-1-1-16,-16 1-1 0,11 0-3 0,-11 0 0 15,14 0-16-15,-14 0-19 0,0 0-24 0,13 0-29 16,-13 0-41-16,0 0-46 0,15 1-45 0,-15-1-56 15,0 0-56-15,0 0-30 0,13 0-92 0,-13 0-320 16,0 0-307-16</inkml:trace>
  <inkml:trace contextRef="#ctx0" brushRef="#br0" timeOffset="-196293.76">8438 3626 175 0,'0'0'212'0,"0"0"5"0,4-8-63 0,-4 8 24 0,0 0-50 16,3-8 28-16,-3 8-45 0,0 0 9 0,0 0-46 15,1-5 35-15,-1 5-36 0,0 0 36 16,0 0-32-16,0 0 31 0,0 0-43 0,0 0 31 16,3-6-33-16,-3 6 22 0,0 0-25 0,0 0 4 0,0 0-5 15,0 0-3-15,0 0 13 0,0 0-20 0,0 0-4 16,0 0-2-16,0 0-3 0,0 0-3 0,0 0-5 16,0 0-2-16,0 0-5 0,0 0-2 0,0 0-3 15,0 0-3-15,0 0-1 0,0 0-5 0,0 0 4 16,0 0-11-16,-3 7 13 0,3-7-4 0,-1 7-13 15,1-7 16-15,0 11 6 0,0-11 1 0,-2 14 0 16,1-7 5-16,1 3-25 0,0-1 32 0,0 3-25 16,-1-1 30-16,0 1-2 0,1 1 0 0,0-2-3 15,0 3-8-15,-3 0 0 0,3-1-2 0,0 1-7 16,0 3 2-16,0 0 1 0,0 0-1 0,-1 0 3 16,1 3 2-16,0-3 0 0,0 2-20 0,0 0 23 15,0 1 0-15,0 0-5 0,1 0-7 0,-1 0 5 16,0 1-7-16,1-1 0 0,1 1-2 0,0 4-1 0,-2-6-1 15,0 2-1-15,1 0 2 0,1-3-3 16,-1 2 1-16,0 0-21 0,1-1 24 0,-1-1-23 16,0 1 25-16,-1 0-12 0,4-2 10 0,-3 2-30 15,0 0 16-15,1-1 0 0,-1-2 3 0,2 2 2 0,-2 0 17 16,0-1-20-16,0 1 19 0,1-1-21 0,-1-1 21 16,3 4-21-16,-4-4 26 0,1 1-23 0,0 0 18 15,1-1-16-15,-2 1 12 0,1 0-7 0,-1-1 19 16,0-2-14-16,1 2 12 0,1 0-18 0,-1-2 19 15,0-1-18-15,-1 1 11 0,0 1-17 0,0-1 17 16,2-1-21-16,0 0 19 0,-1 2-19 0,-1-1 15 16,0-1-15-16,1 1 16 0,1-2-16 0,-2 3 16 15,1-1-18-15,0-1 16 0,-1 1-15 0,0-2 14 16,0 1-12-16,1 1 12 0,1 0-18 0,-2-2 16 16,1 0-14-16,-1 1 14 0,0-1-14 0,0 1 14 15,1-1-14-15,1 1 0 0,-2-1 2 0,1-1 3 16,0 1-2-16,-1 0 1 0,0-1 2 0,0 1-2 15,2 0 3-15,-2-2-1 0,1 2 0 0,0-2 0 0,-1 2 5 16,0-1-6-16,1 0 2 0,1 1-42 16,-1-2 51-16,-1 2-2 0,1 0 0 0,1 0 2 15,-1-2-8-15,1 2 2 0,-2 0 0 0,1 1-1 0,1-3-2 16,-1 2 2-16,-1 1-3 0,0-1 0 0,3 0-1 16,-3-1 1-16,1 1 2 0,0 0-3 15,-1-1 7-15,0 1-7 0,1 0 2 0,1 0-1 0,-2-2 2 16,1 5 0-16,-1-5-1 0,0 2 7 0,0-2-5 15,0 3 6-15,1-1 24 0,-1-1 13 0,2 1-4 16,-2 2-9-16,0-3-3 0,-2 2-7 0,2 0-4 16,0-2-2-16,0 2-6 0,-1 0 2 0,1 0-3 15,0-1-3-15,0 1 0 0,-1-3-1 0,1 4 0 16,0-2-3-16,-2 0 3 0,1 0 3 0,1-2-2 16,0 2-1-16,0 0 4 0,-1-2 7 0,1 2 1 15,-1-3 3-15,1 3-39 0,0 0 44 0,-2-2-45 16,1 2 47-16,1-2-48 0,0 0 49 0,0 0-52 15,0 1 49-15,-1 0-49 0,1-1 49 0,0 1-48 16,0-1 46-16,0 2-47 0,-2-3 52 0,2 3-53 16,0 0 6-16,-1-2 4 0,1 2 2 0,0 0 47 15,0-2-51-15,0 0 49 0,0 2-53 0,0-2 50 16,0-1-53-16,0 3 49 0,0-4-48 0,0 1 51 0,0 0-53 16,0 1 51-16,0-2-49 0,0 2 45 15,0-3-46-15,0 3 58 0,0-3-55 0,-2 4 43 16,2-3-47-16,0 0 47 0,0 2-46 0,0-2 49 0,0 2-53 15,-1-3 53-15,1 3-50 0,0 0 51 0,0-1-51 16,-2-1 46-16,1 1-43 0,1 1 50 0,0-2-52 16,0 1 51-16,-1 1-52 0,1-2 50 0,0 1-50 15,-3 0 50-15,3-1-44 0,0 1 44 0,0 2-49 16,-1-2 50-16,1 1-46 0,-1-2 72 0,1 3-42 16,-2-2 50-16,2-1-52 0,0 1 46 0,-1-1-55 15,0 0 49-15,1 0-52 0,-2 0 46 0,1-1-51 16,1 2 49-16,0-3-51 0,-1 2 53 0,1-1-52 15,-2 1 55-15,4-2-45 0,-4 2 43 0,1-2-55 16,1-6 50-16,0 12-54 0,0-12 52 0,-1 12-56 0,1-12 50 16,-1 12-51-16,1-12 57 0,0 10-57 15,0-10 52-15,-3 10-44 0,3-3 7 0,0-7-1 16,-1 10 3-16,1-10 2 0,0 7 0 0,0-7 6 0,0 8-2 16,0-8 4-16,0 9-3 0,0-9-6 15,0 8 10-15,0-8-2 0,0 9 5 0,0-9 1 16,-2 9-4-16,2-9-1 0,0 8-3 0,0-8 3 0,0 9 1 15,0-9 1-15,0 8 6 0,0-8-5 0,-2 7-3 16,2-7 3-16,0 9 1 0,0-9 14 16,0 8 0-16,0-8-1 0,2 9-52 0,-2-9 60 0,2 6-58 15,-2-6 60-15,0 8-62 0,0-8 63 0,1 8-63 16,-1-8 59-16,0 0-60 0,0 9 60 0,0-9-51 16,0 0 49-16,1 7-57 0,-1-7 53 0,0 0-54 15,0 0 65-15,0 0-64 0,2 8 67 0,-2-8-68 16,0 0 60-16,0 0-58 0,0 0 56 0,0 0-60 15,0 0 63-15,0 0-86 0,2 6 17 0,-2-6-40 16,0 0-47-16,0 0-50 0,0 0-58 0,0 0-22 16,0 0-131-16,0 0-60 0,0 0-47 0,0 0-24 15,0 0-384-15,0 0-463 0</inkml:trace>
  <inkml:trace contextRef="#ctx0" brushRef="#br0" timeOffset="-195660.3">7931 7218 32 0,'-4'-8'426'0,"4"8"-78"16,-1-7-25-16,1 7-18 0,0 0-10 0,-4-8-50 15,4 8 59-15,0 0-19 0,-3-6-16 0,3 6-11 16,0 0-17-16,0 0-18 0,-1-5-21 0,1 5-27 0,0 0-23 16,0 0-20-16,0 0-22 0,0 0-22 0,0 0-16 15,0 0-8-15,-5-5-53 0,5 5 43 16,0 0-41-16,0 0 66 0,0 0-42 0,5 5 57 0,-5-5-41 16,3 6 42-16,-3-6-51 0,6 10 41 0,-6-10-60 15,4 10 45-15,0-5-59 0,1 1 43 0,-5-6-58 16,5 11 46-16,-1-5-53 0,0-1 50 0,-2 0-55 15,2 0 55-15,-4-5-54 0,7 8 43 0,-7-8-47 16,7 9 46-16,-7-9-43 0,8 5 55 0,-8-5-27 16,8 3 55-16,-8-3-28 0,12 0 10 0,-12 0 4 15,12-8 1-15,-3 0 11 0,1-1-22 0,0-3 19 16,0-2-26-16,3-1 21 0,0 0-21 0,2-3-4 16,-2 2 6-16,4-5 8 0,-2 2-2 0,-1 2 3 15,0-1-2-15,-1 1 2 0,0 0-10 0,0 3 0 16,-1-1-5-16,-3 3-5 0,0 1-5 0,3 0-1 15,-6 2-8-15,2-1-1 0,-2 3 1 0,2 0-6 16,-3-1-2-16,0 3-3 0,-1 0 5 0,0 1-8 0,0 0 3 16,-4 4-26-16,7-8-42 0,-7 8-56 15,5-5-115-15,-5 5-33 0,7-8-93 0,-7 8-54 16,5-4-111-16,-5 4-156 0,5-5-514 0,-5 5-807 0</inkml:trace>
  <inkml:trace contextRef="#ctx0" brushRef="#br0" timeOffset="-191825.83">22677 1356 178 0,'0'0'329'0,"-2"10"-33"16,2-10-40-16,-2 12-35 0,2-12-41 15,0 11-15-15,0-11-22 0,-1 13-7 0,1-13-17 0,0 11 7 16,0-11 1-16,3 9-1 0,-3-9 7 0,5 9 19 15,-5-9-13-15,9 7 17 0,-9-7-14 0,15 3 1 16,-15-3-24-16,22-2 15 0,-9-1-26 0,2 1 14 16,0-3-31-16,2-2 22 0,1-1-33 0,2 0 18 15,2 0-37-15,-2-1-5 0,3 0-4 0,4-2-16 16,-3 1-5-16,-2 1-7 0,0 0-3 0,0 0-5 16,-1 1-3-16,-3-1-2 0,0 4-4 0,-4-2 1 15,1 2-5-15,-2 0-6 0,-1 1 10 0,-3 0-5 16,0 0-2-16,-2 1-18 0,-7 3-35 0,14-5-13 15,-14 5-23-15,11-4-54 0,-11 4-34 0,7-2-71 16,-7 2 13-16,0 0-114 0,0 0-94 0,0 0-395 16,0 0-379-16</inkml:trace>
  <inkml:trace contextRef="#ctx0" brushRef="#br0" timeOffset="-183562.3">9154 3867 211 0,'5'-4'358'0,"-5"4"-47"0,0 0-22 15,4-5-16-15,-4 5-24 0,0 0-18 0,0 0-18 16,0 0-13-16,5-5-34 0,-5 5-11 0,0 0-9 15,0 0-11-15,0 0 1 0,0 0-3 0,0 0-4 0,0 0 3 16,0 0-1-16,0 0-18 0,0 0-16 16,0 0-18-16,0 0-16 0,0 0-15 0,-13 2-8 15,13-2-6-15,-15 7-9 0,6-6-12 0,-3 3 3 0,2 0-5 16,1-2 1-16,-3 3-3 0,1-3 0 0,2 1-1 16,-3-1-2-16,0 1 0 0,3-2-3 0,-1 2 2 15,10-3 0-15,-17 3-4 0,17-3 3 0,-15 2 2 16,15-2-2-16,-13 3-4 0,13-3 1 0,-13 1 3 15,13-1-3-15,-9 1-1 0,9-1 2 0,0 0-3 16,-11 3 1-16,11-3-5 0,0 0 3 0,-12 1-3 16,12-1-1-16,0 0 2 0,-7 4-3 0,7-4 5 15,-5 8-1-15,5-8 2 0,-7 8-1 0,5-3 2 16,-1 2 0-16,-2-1-2 0,4 0 1 0,-3 1 4 16,3 0-2-16,-2 1 1 0,-1-2-5 0,4 0 3 15,-2 3-2-15,-1-2 2 0,2 1 3 0,-2 0-3 16,2-2 2-16,0 0 2 0,-1 0-4 0,0 2-1 15,2-8 0-15,-1 10 2 0,1-10 0 0,-2 10 0 0,2-10 0 16,-1 9-2-16,1-9 3 0,-1 5-5 0,1-5 3 16,0 0-5-16,0 9 3 0,0-9-1 0,0 0-5 15,0 0 1-15,0 0-1 0,1 7 3 16,-1-7 1-16,0 0 1 0,0 0 2 0,0 0-6 0,10 1 8 16,-10-1-1-16,0 0 0 0,13-2 1 0,-13 2-1 15,14-3 1-15,-14 3-4 0,14 0 3 0,-14 0 0 16,18-3 0-16,-9 2 2 0,-9 1-2 0,20-1-2 15,-20 1-5-15,20 0 9 0,-20 0 1 0,23 1-2 16,-13 0 1-16,0-1-3 0,0 3 2 0,1-2-2 16,-1 1 0-16,-1 1 1 0,0-1 1 0,1 2-1 15,-3-1 4-15,1 1-4 0,0 0 6 0,-1 1 1 16,-1 0 2-16,0-1-1 0,-1 1-1 0,0 2-2 16,-1-2 2-16,1-1 4 0,0 4-3 0,-2-2 3 15,-2 0-2-15,2 0 1 0,-2 2 0 0,-1-8-1 16,0 12 0-16,0-3-3 0,-1-3 1 0,-2 3 0 15,-1-1 1-15,0-1-2 0,-2 1-2 0,1-1 2 16,-1 2 1-16,-1-3 2 0,1 1 9 0,-4 0-7 0,2 0 14 16,-1-1 1-16,-2-2 8 0,2 0-5 15,-2 1 1-15,-1 0-4 0,0-2 11 0,2 1 1 16,-3-4 2-16,3 3-6 0,-3-2-8 0,0-1-2 16,3 1 4-16,10-1-6 0,-23-1 3 0,10 1-3 0,13 0-6 15,-20-1 0-15,20 1-6 0,-19-3-2 0,19 3 0 16,-16-2-1-16,16 2-4 0,-14-2 3 0,14 2-3 15,-11-2-7-15,11 2-14 0,-9-1-63 0,9 1-58 16,0 0-88-16,-13-2-59 0,13 2-79 0,0 0-70 16,0 0-51-16,-9 5-412 0,9-5-463 0</inkml:trace>
  <inkml:trace contextRef="#ctx0" brushRef="#br0" timeOffset="-183061.95">8916 5034 319 0,'0'-10'495'16,"0"10"-52"-16,0-9-39 0,0 9-61 0,0 0 2 15,0-9-77-15,0 9-7 0,0 0-52 0,-1-6-21 16,1 6-40-16,0 0-9 0,0 0-36 0,0 0-7 15,0 0-35-15,0 0 8 0,-4 7-27 0,4 1 17 16,-1 2-2-16,1 1 19 0,0 3-13 0,0 0 6 16,0 0-1-16,0 3-3 0,1-3 1 0,-1 3-50 15,0 0 46-15,3 0-44 0,-3 0 44 0,1 0-7 16,0-2-4-16,0-1-9 0,1 0-5 0,-2-1-8 16,1-1-8-16,-1 0-2 0,3-1-7 0,-3-1 3 15,1-1-3-15,0 0-6 0,-1-2 1 0,0 0-2 16,1 0-2-16,-1-7-11 0,2 10-81 0,-2-10-72 0,1 7-86 15,-1-7-94-15,3 7-84 0,-3-7-55 16,0 0-513-16,2 8-590 0</inkml:trace>
  <inkml:trace contextRef="#ctx0" brushRef="#br0" timeOffset="-182045.06">8805 6045 235 0,'0'0'536'0,"0"0"-113"0,0 0-67 0,0 0-31 0,-6-4 8 16,6 4-100-16,0 0 0 0,-3-5-72 0,3 5 26 15,-3-7-69-15,3 7 32 0,2-8-56 0,-2 8 35 16,1-10-57-16,2 3 38 0,-1 2-2 0,1-1-19 16,1-1-5-16,0 2-9 0,-1-1-5 0,4-1-3 15,-4 0-9-15,3 2-7 0,-1-2-7 0,-5 7-5 16,10-8-10-16,-4 3-1 0,-1 1-6 0,-5 4 4 15,12-5-7-15,-12 5-2 0,14-3-1 0,-14 3-1 16,13-2-3-16,-13 2 0 0,14 3-38 0,-14-3 44 16,13 4-45-16,-13-4 51 0,11 9-44 0,-6-3 47 15,3-1-49-15,-4 2 47 0,0 0-46 0,-1 0 49 0,0 1-48 16,1 0 49-16,-3 1-49 0,0 0 54 16,1 3-57-16,-4-3 51 0,1 2-50 0,0 1 46 15,0-2-48-15,-3 2 49 0,1-3-28 0,-2 4 25 16,1-2-48-16,-1 0 48 0,-3 0-44 0,2 1 48 0,0-1-53 15,-3-2 50-15,0 3-49 0,0-3 50 0,0 1-49 16,-1-2 50-16,-1 0-3 0,1 1-44 0,0-2 43 16,1 2-3-16,0-4-4 0,0 3-1 0,0-4-4 15,0 3-2-15,0-2 3 0,-1 0-5 0,4-2-42 16,-1 2 52-16,-2-1-42 0,9-4 52 0,-11 5-49 16,11-5 50-16,-12 5-44 0,12-5 59 0,-9 4-45 15,9-4 57-15,-10 2-47 0,10-2 50 0,0 0-56 16,-9 1 48-16,9-1-55 0,0 0 47 0,0 0-53 15,-14-1 45-15,14 1-43 0,0 0 38 0,0 0-48 16,-6-4 50-16,6 4-52 0,0 0 54 0,0 0-57 16,-4-6 52-16,4 6-52 0,0 0 50 0,0 0-50 15,0-8 48-15,0 8-49 0,0 0 50 0,4-7-50 16,-4 7 50-16,4-5-49 0,-4 5 48 0,6-5-46 0,-6 5 47 16,6-7-42-16,-6 7 41 0,8-3-48 15,-8 3 47-15,9-4-47 0,-9 4 53 0,10-6-49 16,-10 6 44-16,13-4-52 0,-13 4 52 0,15-3-49 0,-15 3 48 15,17-2-45-15,-17 2 51 0,22-1-52 0,-11 0 51 16,2 1-50-16,0-1 51 0,1-1-26 0,0 1 23 16,0 0-32-16,1 1 28 0,-2-3-48 0,4 3 53 15,-3-1-48-15,0 0 57 0,0-1-46 0,0 1 46 16,-1-1-44-16,-2 1 51 0,2 1-49 0,-3-1 51 16,2 0-43-16,-2-1 57 0,-10 2-49 0,18-1 49 15,-18 1-50-15,14-1 50 0,-14 1-49 0,14 0-6 16,-14 0 1-16,10-3-1 0,-10 3 2 0,10 0-2 15,-10 0 2-15,0 0 0 0,13-2 4 0,-13 2-8 16,0 0-1-16,9-2 1 0,-9 2-15 0,0 0-56 16,0 0-10-16,10-3-126 0,-10 3-46 0,0 0-130 15,0 0-104-15,0 0-123 0,9-2-386 0,-9 2-595 16</inkml:trace>
  <inkml:trace contextRef="#ctx0" brushRef="#br0" timeOffset="-176996.02">9408 3462 249 0,'0'0'249'0,"0"0"-77"0,0 0 16 0,0 0-54 15,0 0 35-15,0 0-55 0,0 0 36 0,0 0-49 16,0 0 39-16,0 0-45 0,0 0 35 0,0 0-32 15,0 0 30-15,0 0-17 0,0 0-5 0,0 0-7 16,0 0 4-16,0 0-2 0,0 0-6 0,0 0-3 16,0 0-9-16,0 0-6 0,0 0-10 0,0 0-10 15,0 0-10-15,0 0-7 0,-9 2-6 0,9-2-14 16,0 0 4-16,0 0-7 0,0 0-5 0,-2 7-1 16,2-7 1-16,0 0-5 0,-4 6 0 0,4-6-1 15,-1 7-3-15,1-7 2 0,-3 9-3 0,3-9 3 16,-1 9-7-16,0-2 6 0,1-7-1 0,-2 11-1 15,2-3 4-15,-2-2-1 0,2 3 0 0,-2-3-3 16,1 3 7-16,1-1 1 0,-1-1 1 0,1 2 9 16,-2-2-2-16,2 5 30 0,-1-3-20 0,1 2 24 15,0-1-30-15,0 1 18 0,0-1-24 0,0 1 17 0,0 0-23 16,0-1 21-16,0 1-20 0,-1-1 18 0,1 1-15 16,0 0 21-16,-1 0-14 0,1 1 12 15,0-2-15-15,0 1 16 0,0 0-15 0,-2-1 15 0,2 3-20 16,-1-4 11-16,1 2-16 0,0 1 18 0,0-3-22 15,0 3 17-15,0 0-15 0,0 0 14 0,0-2-2 16,1 2-18-16,-1 0 16 0,0-1 1 0,0 1-1 16,0 1-2-16,2-2-3 0,-2 1 1 0,0 0-15 15,0 0 15-15,0 2-14 0,1-2 17 0,-1 1-16 16,1 0 11-16,-1-1-11 0,0 0 12 0,0 1-4 16,0-2 3-16,0 2-14 0,0-1 14 0,1-2-12 15,1 2 10-15,-2 0-10 0,1-2 12 0,-1 2-11 16,0-3 12-16,3 4-10 0,-3-3 15 0,2 1-5 15,-2-1 19-15,0 0-2 0,2 0 7 0,-2 0-11 16,1 0 0-16,-1-1-7 0,1 1 3 0,-1-1-7 16,1 1-3-16,1 0-2 0,-1 1 0 0,-1-2-3 15,0 0 2-15,1 0-3 0,2 0-1 0,-2 2 3 0,-1-2-1 16,1 1 1-16,-1-1-2 0,0 2 4 0,1-1 0 16,1 1-3-16,-2-1-1 0,1-1-2 15,-1 1 1-15,0 2 0 0,1-4 3 0,1 3-1 16,-2-1-5-16,1-1 3 0,-1 1 0 0,1 0-3 0,-1-1 1 15,0 0 1-15,1 2 3 0,1-3-3 0,-2 1 0 16,1 0-2-16,-1-1 2 0,1 2 0 0,1-4-3 16,-1 2 3-16,0 1 0 0,-1-1-2 0,0 1 3 15,3 1-1-15,-3-3 2 0,1 3 0 0,-1-2-2 16,3 2-1-16,-1-1 1 0,-1 0 0 0,-1 0 1 16,1 2 1-16,1-3 1 0,-1 1-2 0,-1 1-2 15,1-2 0-15,1 1 1 0,-1 0 3 0,-1-1-3 16,1 2 2-16,1-1 1 0,-1 1 0 0,0 0 5 15,-1-2 13-15,0 2 14 0,1 0-6 0,1-1 2 16,-1 1-8-16,-1-1-6 0,1 1-1 0,1 1-7 16,-2-3 2-16,1 3-2 0,0-1-2 0,-1 0 0 15,0-1-3-15,1 1 0 0,-1 0 2 0,2-1-2 16,-2 1 0-16,1-1-5 0,-1 1 3 0,0 0-3 0,0-3-40 16,0 3 56-16,0-2-43 0,0 1 38 15,1 0-45-15,-1-1 54 0,3 1-47 0,-3-1 50 16,0 1-50-16,1 0 49 0,0-1-48 0,-1 1 52 0,0 2-52 15,0-4 49-15,0 2-45 0,0-1 44 0,0 0-48 16,0 1 52-16,0-1-50 0,0 0 50 0,1 0-51 16,-2 0 53-16,1 1-48 0,0-1 42 0,1-1-48 15,-1 1 50-15,0 0-48 0,0 0 48 0,2 1-46 16,-2-1 48-16,0 1-42 0,0 0 55 0,0-1-43 16,0 1 47-16,0 2-46 0,0-2 41 0,0-2-49 15,0 1 44-15,0 0-49 0,0-1 47 0,0 2-51 16,0 0 53-16,0 0-46 0,0-1 38 0,0 0-48 15,0 2 47-15,0-2-46 0,0 1 49 0,0-1-50 16,0 0 42-16,0 1-42 0,0 0 47 0,0 0-47 16,0 0 43-16,0 1-42 0,0-3 46 0,0 3-49 15,0-2 49-15,0 1-50 0,0-1 50 0,0 2-47 16,1-1 46-16,-1 1-41 0,0-1 37 0,0 1-44 0,0-3 49 16,0 3-49-16,0-1 51 0,0-1-54 15,1 1 31-15,-1-3-22 0,2 5 43 0,-2-5-47 16,0 3 45-16,1-2-43 0,-1 2 40 0,1-3-41 15,-1 2 46-15,0 0-48 0,0-3 48 0,0-5-48 0,1 16 51 16,-1-10-46-16,2 4 44 0,-2-4-52 0,0 2 54 16,0 0-53-16,1-1 50 0,-1 2-51 0,0-2 50 15,0 1-48-15,0 0 49 0,0-1-51 0,0 2 8 16,0-2 3-16,0 1 7 0,0 0-5 0,1-1 2 16,-1 2 5-16,0-2-2 0,0 1 4 0,2-1-1 15,-2 1 10-15,0-2-11 0,0 2 4 0,0-1 1 16,0 0 0-16,0 0 4 0,1 1-4 0,-1-2 0 15,0-6 1-15,0 15 1 0,0-15 0 0,0 15 3 16,0-10-37-16,0 4 61 0,0-2-37 0,0 1 55 16,0 0-50-16,0-2 52 0,0 2-58 0,0 1 52 15,1-2-5-15,-1 1-5 0,0-1 12 0,0 3-75 16,0-4 56-16,-1 2 2 0,1 1-6 0,0-3-4 0,0 4-1 16,0-3-1-16,1 2 3 0,-1-1-6 15,2-1 9-15,-2 1-4 0,0-1 0 0,0 2-5 16,1-2-2-16,-1 0-3 0,-1 1 2 0,1-2-5 15,0 2 2-15,0 0 0 0,0-8-3 0,0 12 4 0,0-12-2 16,0 13-5-16,0-7 2 0,0-6-3 0,1 12 2 16,-1-12-1-16,0 12 0 0,0-12 1 15,0 12 1-15,0-6-1 0,0-6 2 0,0 13-2 0,0-7 4 16,0-6-7-16,0 12 2 0,0-12-2 0,0 12 3 16,0-12-1-16,0 12-2 0,0-12 4 0,0 9-2 15,0-9 3-15,0 13-3 0,0-13-2 0,1 9 2 16,-1-9 5-16,0 10-5 0,0-10-2 0,0 10 1 15,0-10 1-15,0 9-2 0,0-9 8 0,0 9-9 16,0-9 0-16,1 8 1 0,-1-8 1 0,0 9-1 16,0-9 2-16,2 8 4 0,-2-8-4 0,0 7-1 15,0-7 2-15,0 7-2 0,0-7 0 0,1 6 7 16,-1-6-7-16,0 8-1 0,0-8 0 0,0 8 1 0,0-8 1 16,0 0 1-16,2 8 5 0,-2-8-10 0,0 0 3 15,2 12-1-15,-2-12 0 0,0 5 2 16,0-5 5-16,1 8-5 0,-1-8 0 0,0 6 0 15,0-6 2-15,1 10-2 0,-1-10 2 0,0 7 24 0,0-7-1 16,0 8 7-16,0-8-6 0,1 8-3 0,-1-8-7 16,2 8 3-16,-2-8-6 0,0 8-1 15,0-8-5-15,1 8 1 0,-1-8-2 0,0 8-3 0,0-8 0 16,0 7 0-16,0-7 1 0,0 0-2 0,1 8-1 16,-1-8 0-16,0 0 5 0,2 10-5 0,-2-10-1 15,0 0 0-15,2 5 3 0,-2-5-1 0,0 0 2 16,0 0 0-16,0 7 0 0,0-7 14 0,0 0 0 15,0 0 5-15,0 0-2 0,0 0 4 0,0 0-5 16,1 7 1-16,-1-7-4 0,0 0-4 0,0 0-1 16,0 0-2-16,0 0-2 0,0 0-12 0,0 0 11 15,0 0-5-15,0 0-10 0,0 0-21 0,0 0-21 16,0 0-40-16,0 0-48 0,0 0-62 0,0 0-55 0,0 0-21 16,0 0-123-16,2-8-43 0,-2 8-92 15,0 0-150-15,-2-11-343 0,2 11-635 0</inkml:trace>
  <inkml:trace contextRef="#ctx0" brushRef="#br0" timeOffset="-172047.03">23535 1472 109 0,'0'0'451'16,"0"0"-79"-16,0 0-37 0,0-8-55 0,0 8-45 15,2-4-9-15,-2 4-23 0,0 0-31 0,0 0-13 16,3-8-41-16,-3 8 13 0,0 0-25 0,0 0-3 15,3-7-10-15,-3 7-2 0,0 0-36 0,0 0-17 16,0 0-1-16,0 0 11 0,4-5-25 0,-4 5 11 16,0 0-17-16,0 0 18 0,0 0-10 0,0 8 13 15,0-8-10-15,3 8 8 0,-3-8-16 0,1 8-4 16,-1-8-2-16,3 11-9 0,-3-11 3 0,2 10 0 16,-2-10-4-16,4 9 5 0,-4-9-1 0,1 10-5 15,-1-10 1-15,4 7 14 0,-4-7-16 0,4 7 5 16,-4-7 5-16,5 5 25 0,-5-5 9 0,9 3 2 15,-9-3-7-15,12 0 13 0,-2-2-26 0,-1 1 10 16,1-3-22-16,3-1 19 0,0 0-29 0,1 2 20 16,0-4-17-16,-1 0 19 0,2 1-28 0,-1 0 28 15,1-1-26-15,-2-1 24 0,2 1-33 0,-2 1 9 16,2-1-1-16,0 0-8 0,-2 0 10 0,0 2 1 16,1-2 0-16,-2 1 0 0,-2 0 3 0,0 1 2 15,-1 1-2-15,-1 1-6 0,0-1 2 0,-8 4 3 0,12-6 0 16,-12 6-2-16,11-6-2 0,-11 6 2 0,9-3-8 15,-9 3 5-15,8-5-6 0,-8 5-25 16,0 0-16-16,8-4-27 0,-8 4-42 0,0 0-48 16,9-4-37-16,-9 4-73 0,0 0-104 0,5-4-129 0,-5 4-276 15,0 0-301-15</inkml:trace>
  <inkml:trace contextRef="#ctx0" brushRef="#br0" timeOffset="-171013.84">24382 1470 134 0,'0'0'405'0,"0"0"-65"0,1-7-32 0,-1 7-44 16,0 0-32-16,4-6-27 0,-4 6-28 0,0 0-17 16,3-6-30-16,-3 6-15 0,0 0-16 0,3-5-9 15,-3 5-12-15,0 0-7 0,4-5-11 0,-4 5 3 16,0 0-6-16,0 0-6 0,5-6 1 0,-5 6-1 16,0 0 1-16,0 0-2 0,0 0 26 0,0 0-22 15,5-4 9-15,-5 4-21 0,0 0 6 0,0 0-24 16,0 0 21-16,0 0-11 0,3 7 11 0,-3-7-18 0,1 6 14 15,-1-6-18-15,3 8 12 0,-3-8-11 16,1 10 6-16,-1-10-20 0,3 10 4 0,-3-10-5 16,2 10 0-16,-2-10-1 0,3 10-6 0,-3-10 1 15,2 9 3-15,-2-9-6 0,3 8 3 0,-3-8 2 0,2 8-1 16,-2-8-5-16,0 6 4 0,0-6 2 0,0 0-3 16,4 6 6-16,-4-6 0 0,0 0 5 15,3 6 6-15,-3-6 9 0,0 0 12 0,0 0 0 16,10 0 16-16,-10 0-32 0,11-2 19 0,-3-2-27 0,0-1-7 15,3 2 22-15,-2-2-26 0,3-2 22 0,-1 1-30 16,1-2 23-16,-1 2-25 0,2-3 25 0,-1 3-28 16,0-1 20-16,1 0-21 0,-1 0 23 0,2 0-30 15,-3 0 8-15,3 2 5 0,-4-2 8 0,1 2 6 16,-1 0-1-16,-1 0 2 0,0 0-1 0,0 0-5 16,-2 3 4-16,2-2 0 0,-3 0-1 0,-6 4-2 15,12-7-3-15,-12 7 0 0,9-5-1 0,-9 5-4 16,9-4 4-16,-9 4-1 0,10-3 1 0,-10 3-1 15,0 0-4-15,9-4 0 0,-9 4-4 0,0 0-6 16,5-5 0-16,-5 5-3 0,0 0-10 0,0 0-13 16,7-3-7-16,-7 3-18 0,0 0-25 0,0 0-30 15,0 0-25-15,0 0-16 0,0 0-21 0,0 0-33 16,0 0-57-16,0 0-68 0,0 0-67 0,0 0-325 16,0 0-234-16</inkml:trace>
  <inkml:trace contextRef="#ctx0" brushRef="#br0" timeOffset="-168813.94">9987 3875 49 0,'4'-4'358'0,"-4"4"-77"0,0 0-40 16,4-5-14-16,-4 5-15 0,0 0-19 15,4-6 14-15,-4 6-66 0,0 0 36 0,0 0-53 0,5-5 45 16,-5 5-48-16,0 0 31 0,0 0-34 0,0 0 30 15,0 0-29-15,0 0 28 0,0 0-21 0,0 0 21 16,0 0-26-16,0 0 5 0,0 0-38 0,0 0 2 16,0 0-40-16,0 0 8 0,0 0-26 0,-17 1 6 15,17-1-19-15,-10 6 8 0,10-6-21 0,-14 1 12 16,14-1-3-16,-14 5-2 0,14-5-2 0,-17 5-14 16,8-3 13-16,0 1-3 0,0-1-1 0,9-2-3 15,-15 4-3-15,15-4 5 0,-15 3 1 0,15-3-4 16,-13 2 0-16,13-2 0 0,-13 3-2 0,13-3 2 15,-10 3-2-15,10-3-3 0,-10 2 4 0,10-2-3 16,0 0 0-16,-12 3-6 0,12-3-12 0,-9 2 21 16,9-2-2-16,-5 4-3 0,5-4 3 0,-6 6 0 15,6-6-4-15,-8 9 3 0,8-9 1 0,-5 7 0 0,5-7-1 16,-5 11 3-16,5-11-6 0,-3 11 3 0,1-5-4 16,2-6 7-16,-3 11 0 0,2-3 1 15,1-8-2-15,-3 12-2 0,3-4 2 0,0-8 1 16,0 12 2-16,0-6-2 0,0-6 0 0,-1 12 1 0,1-12-5 15,0 13 0-15,0-13 5 0,0 9-1 0,0-9-1 16,-1 9-1-16,1-9-4 0,0 0 1 0,0 10 2 16,0-10-2-16,0 0 2 0,1 7-3 0,-1-7-1 15,0 0-5-15,0 0 4 0,1 6 1 0,-1-6 2 16,0 0 0-16,0 0-1 0,0 0 4 0,0 0-3 16,9 5 1-16,-9-5 4 0,0 0-1 0,8-5-1 15,-8 5 1-15,11-3 2 0,-11 3-2 0,13-2 0 16,-13 2 1-16,13-3-1 0,-13 3-1 0,14-4 1 15,-14 4 3-15,16-3-5 0,-16 3 3 0,17-2-3 16,-17 2 2-16,18 0 1 0,-18 0 2 0,18 0-1 16,-18 0 0-16,18 2-3 0,-8 0 3 0,-1 0-2 15,1 1 1-15,-10-3-1 0,16 4 2 0,-8-2-1 16,0 2-2-16,0 0 7 0,-2 0-2 0,2 1 2 0,-3-1 3 16,0 1-4-16,-1-1 7 0,1 1-6 15,-1 0 9-15,-1 1-6 0,0 0 5 0,-2-1-2 16,-1-5-14-16,2 12 13 0,-2-12-19 0,-2 16 22 0,1-11-18 15,-2 3 17-15,-1 0-16 0,0 1 14 0,-1-2-13 16,-2 0 14-16,2 0-12 0,-4 1 19 0,3-3-12 16,-2 2 17-16,-1-2-11 0,-1 0 14 0,1 0-2 15,0-1 3-15,-1 0-11 0,0-2 7 0,-2 2-11 16,2-2 7-16,0 1-14 0,-1 0 7 0,0-1-9 16,2 0 10-16,0-1-10 0,9-1 3 0,-18 3-4 15,18-3 7-15,-14 1-8 0,14-1 5 0,-14 1-8 16,14-1 10-16,-11 0-11 0,11 0 8 0,0 0-9 15,-16 2-3-15,16-2-48 0,0 0-26 0,0 0-66 16,-13 0-21-16,13 0-39 0,0 0-85 0,0 0-20 16,0 0-49-16,-11 2-34 0,11-2-403 0,0 0-321 15</inkml:trace>
  <inkml:trace contextRef="#ctx0" brushRef="#br0" timeOffset="-168312.82">9860 4895 97 0,'0'0'585'0,"-1"-10"-149"15,1 10 4-15,0-8-65 0,0 8 6 0,-2-9-70 16,2 9-14-16,-2-5-46 0,2 5-21 0,0 0-45 15,0 0-26-15,-1-8-42 0,1 8-13 0,0 0-31 16,0 0-2-16,0 0-29 0,0 0 0 0,-5 7-6 0,7-1 15 16,-2 3-1-16,2-1 7 0,-2 5-2 0,1-2 0 15,-1 1 0-15,1 2 2 0,1 1 9 16,-1-1-3-16,0 2-1 0,-1 1-2 0,1-1-14 16,1-2-6-16,-2 0-47 0,1-1 42 0,-1 1-47 0,1 0 46 15,1-1-51-15,-2-1 46 0,1-1-48 0,-1-1 46 16,1 0-46-16,-1-1 47 0,0-1-48 0,0 0 44 15,2-1-48-15,-2 0 45 0,0-7-102 0,1 10-18 16,-1-10-103-16,1 11-20 0,-1-11-114 0,1 8-44 16,-1-8-52-16,2 8-73 0,-2-8-368 0,1 6-425 15</inkml:trace>
  <inkml:trace contextRef="#ctx0" brushRef="#br0" timeOffset="-167530.93">9749 5828 348 0,'0'0'534'0,"0"0"-108"0,0 0 7 15,0 0-28-15,-7-3-53 0,7 3-51 0,0 0-37 16,0 0-36-16,-4-6-26 0,4 6-32 0,0 0-26 16,-2-8-23-16,2 8-11 0,3-10-15 0,-3 10-11 15,4-8-7-15,-1 3-17 0,-1-1-14 0,-2 6-5 16,8-8-6-16,-3 1-2 0,1 4-4 0,-2-2-3 16,4 1-1-16,-2 2 0 0,3-3-5 0,-9 5-5 15,14-3 1-15,-14 3 2 0,18-2-7 0,-18 2 0 0,14 2-1 16,-14-2-6-16,17 5 3 0,-10-2 5 0,1 2-46 15,-1 0 54-15,0 2-55 0,-2-1 49 16,0 0-42-16,-1 5 50 0,0-3-51 0,-1 4 53 0,-2-4-61 16,0 4 45-16,-1 0-50 0,-2 0 36 0,-1 0-47 15,0 0 48-15,0 0-58 0,-3 3-2 0,0-3 10 16,0 2 10-16,-2-2 2 0,-1 2 7 0,0-3 59 16,-1 1-55-16,1-2 53 0,-1 1-48 0,-2-3 52 15,2 1-49-15,1-2 52 0,-1 1-49 0,2-3 54 16,-1-1-45-16,3 1 65 0,-3-1-35 0,9-4 56 15,-13 5-46-15,13-5-2 0,-9 5-2 0,9-5-5 16,-10 3-3-16,10-3-7 0,0 0-2 0,0 0 4 16,-10 3-10-16,10-3 0 0,0 0 0 0,0 0 2 15,2-8-1-15,-2 8 5 0,7-4-9 0,-7 4 3 16,11-4 2-16,-11 4-1 0,16-4-1 0,-7 3 2 16,2 0 4-16,-1-2-6 0,2 1 1 0,0 1-1 15,0 0 3-15,3 1-3 0,-3 0 0 0,3-3 1 0,-2 3 0 16,0 0-1-16,1-2 1 0,-1 2-1 0,1 0 1 15,-3 0 4-15,-11 0-7 0,23 0 1 16,-23 0 0-16,22 0 3 0,-22 0-4 0,16-2-3 16,-16 2-9-16,17-1-26 0,-17 1-32 0,14 0-39 0,-14 0-58 15,11-1-58-15,-11 1-52 0,11-1-39 0,-11 1-63 16,8-3-123-16,-8 3-288 0,6-4-314 0</inkml:trace>
  <inkml:trace contextRef="#ctx0" brushRef="#br0" timeOffset="-165464.83">10433 3539 72 0,'0'0'330'0,"0"0"-113"16,0 0 7-16,0 0-65 0,1-5 31 0,-1 5-62 15,0 0 29-15,0 0-49 0,0 0 36 0,0 0-46 16,0 0 32-16,0 0-38 0,0-7 32 0,0 7-30 16,0 0 7-16,0 0-20 0,0 0-1 0,0 0-2 15,0-7-3-15,0 7-3 0,0 0 1 0,0 0 1 16,0 0-2-16,0 0-32 0,0 0 37 0,0 0-16 16,0 0-5-16,0 0 10 0,0 0-14 0,0 0 7 0,0 0-13 15,0 0 7-15,0 0-6 0,0 0-17 16,0 0 10-16,0 0-14 0,0 0 7 0,0 0-12 15,0 0 5-15,0 0-4 0,-10 4-3 0,10-4 0 0,-2 5-1 16,2-5 2-16,-3 9 2 0,3-9 0 16,-1 12-2-16,-1-6-1 0,1 4 0 0,0-1 0 15,1 0 6-15,-1 2-14 0,-1 0 24 0,4 1-18 16,-4 1 27-16,1 0-18 0,1 2 16 0,0 0-18 0,0 0 14 16,0 2-11-16,0 0 10 0,0 2-8 0,0-1 9 15,0 0-11-15,0 3 11 0,0-3-4 0,1 3 4 16,1-1-13-16,-2 2-8 0,0-2 14 0,0 1-9 15,1-3 3-15,-1 3-4 0,1-2 4 0,-1 1-7 16,0-1 7-16,0 1 0 0,1-1 6 0,1-1-2 16,-2 1-1-16,1 0 2 0,-1 0-11 0,1-1 2 15,1 2-1-15,-1-1 1 0,0 1-10 0,0-3 7 16,2 2 0-16,-2-1-1 0,0 1-2 0,1-1 3 16,0 0 6-16,-2-1-1 0,1 2-34 0,1 0 52 15,-1-3-43-15,0 2 45 0,1 0-9 0,0-1-2 16,-2-1-9-16,2 1 2 0,-1-1-9 0,0 0 0 15,0 0-1-15,1 0-4 0,-1 1-1 0,0-2 1 16,1 0-4-16,-1 2-2 0,0-1 2 0,0-1 2 0,2 2-3 16,-2 0 7-16,0 1 55 0,1-2 0 0,-2 0-17 15,2 1-9-15,-2 0-6 0,0-1-6 16,1 0-7-16,1 1-10 0,-2-1 2 0,1-3 0 0,-1 4-4 16,0-2-1-16,0-2-33 0,1 2 38 0,1-2-40 15,-2 2 35-15,0 0-32 0,1-3 41 0,0 2-40 16,-1 2 42-16,0 0-37 0,0-4 30 0,0 2-30 15,1-2 39-15,1 1-41 0,-2-1 45 0,1 2-46 16,-1-2 6-16,0 0 6 0,1 3 0 0,1-1 4 16,-2-1 2-16,0 0-1 0,2 3 9 0,-2-2-9 15,0 0 2-15,0-1 0 0,0 2 18 0,0-2-23 16,0 2 6-16,0-1 4 0,0-1-4 0,0 4-3 16,0-5 4-16,1 2 34 0,-1 0-32 0,0 1 22 15,2-3-28-15,-2 1 32 0,2 3-34 0,-2-1 35 0,0-4-38 16,0 4 35-16,0-2-35 0,0 1 31 15,0-2-30-15,1 3 27 0,-1-1-31 0,2-2 29 16,-2 3-29-16,1-2 31 0,-1 1-30 0,0 2 28 0,0-3-33 16,1 1 34-16,-2 1-33 0,2 1 24 15,-2-4-20-15,1 3 25 0,0 0-27 0,0-1 3 16,0-2 18-16,0 3-15 0,-1-2-3 0,1-1 4 0,1-1 1 16,-1 1 1-16,-1 0 1 0,1 0 2 0,-2 0 1 15,2-2 0-15,0 2-1 0,2-2 0 0,-2 0 2 16,0 0 3-16,0-1 15 0,0 0-19 0,0 1 1 15,0-2 2-15,0 1 8 0,0-1 8 0,0 1 2 16,0 0-5-16,0-1-54 0,1 2 63 0,-1-3-58 16,0 1 61-16,0 1-58 0,0-1 59 0,0-1-60 15,0 2 69-15,1-2-71 0,1 1 72 0,-2 0-19 16,0 0-2-16,1 1-6 0,-1-3-1 0,0 4-4 16,0-4-1-16,1 2-2 0,-1 0 4 0,0-1-7 15,0 0 3-15,0 0-2 0,1 1 6 0,1 1-9 16,-2-2 4-16,0 1-6 0,0-1 2 0,1 0 1 15,-1 1-1-15,0 0-2 0,0 0 3 0,1 0 4 16,-1 0-8-16,0-2 4 0,2 4-2 0,-2-3 0 0,0 0 9 16,1 1-9-16,-1-2-2 0,0 2 1 0,0-1 3 15,1 0-2-15,-1-7-1 0,0 13 0 16,0-13 7-16,0 12-8 0,0-12 2 0,1 10-1 0,-1-10-1 16,2 12 2-16,-2-12 5 0,0 8-7 0,0-8 1 15,0 9 6-15,0-9-7 0,1 8 0 0,-1-8 0 16,0 0 2-16,0 9-3 0,0-9 5 0,0 0-5 15,1 9 4-15,-1-9-3 0,0 0 6 0,2 7-7 16,-2-7 5-16,2 6-4 0,-2-6 1 0,0 0 3 16,0 8-1-16,0-8 0 0,0 0-1 0,4 8 2 15,-4-8-3-15,1 7 1 0,-1-7 1 0,1 8 4 16,-1-8-6-16,2 5 2 0,-2-5 0 0,2 9 2 16,-2-9-3-16,0 7 0 0,0-7 1 0,3 7-1 15,-3-7 4-15,1 7-3 0,-1-7 0 0,0 0 1 16,0 10 4-16,0-10-4 0,0 0 6 0,3 6-1 15,-3-6 5-15,0 0-1 0,2 9-1 0,-2-9-1 16,0 0 0-16,0 6-2 0,0-6-2 0,0 0 2 0,0 0-3 16,3 8 5-16,-3-8-9 0,0 0 0 15,0 0 2-15,1 6 3 0,-1-6-4 0,0 0 5 16,3 7-5-16,-3-7 2 0,0 0 0 0,0 0-3 0,1 5 1 16,-1-5-1-16,0 0 4 0,0 0-5 0,0 0 4 15,3 7-3-15,-3-7 0 0,0 0 0 0,0 0 4 16,0 0-5-16,0 0-1 0,1 7 3 0,-1-7 0 15,0 0-3-15,0 0 1 0,0 0 6 0,1 6-9 16,-1-6 6-16,0 0-2 0,0 0 0 0,2 7 1 16,-2-7 1-16,0 0-4 0,2 6 2 0,-2-6 6 15,0 0-8-15,0 0-1 0,1 8-1 0,-1-8 3 16,0 0-5-16,0 0-17 0,-1 6-27 0,1-6-23 16,0 0-25-16,0 0-30 0,0 0-16 0,0 0-57 15,0 0 17-15,0 0-91 0,0 0 11 0,0 0-90 16,-5 5 12-16,5-5-63 0,0 0-41 0,0 0-51 15,0 0-389-15,-12 0-444 0</inkml:trace>
  <inkml:trace contextRef="#ctx0" brushRef="#br0" timeOffset="-162014.99">25685 1423 106 0,'0'0'347'0,"0"0"-70"0,-6-6-17 0,6 6-32 0,0 0 5 16,-5-7-14-16,5 7-13 0,0 0-29 0,-4-4-6 15,4 4-18-15,0 0-21 0,0 0-11 16,-3-5-12-16,3 5-14 0,0 0-1 0,0 0-13 0,0 0-8 16,0 0-17-16,0 0-8 0,0 0-9 0,0 0-14 15,0 0-6-15,0 0-16 0,0 0 18 0,-10 4 4 16,10-4-4-16,-1 9 20 0,1-9-18 0,-1 10-6 15,1-10-7-15,-2 11-14 0,2-11 16 0,0 13 3 16,0-13-6-16,-1 12 0 0,1-12 3 0,-1 10-5 16,1-10-5-16,0 10 5 0,0-10-10 0,1 9 8 15,-1-9 0-15,1 8 3 0,-1-8 6 0,3 7 17 16,-3-7 19-16,6 5 12 0,-6-5 3 0,13 3 6 16,-13-3-10-16,18 0-17 0,-5-3 2 0,-2 2-4 15,6-1-8-15,-2-4-5 0,4 2-6 0,-3 0 1 16,0-2-5-16,3 0-3 0,-3 1-6 0,0-1 1 15,0 0-2-15,0 0-3 0,-2 1 1 0,0-1-6 16,-1 1 5-16,-1 0-3 0,0 3-6 0,-3-3 5 16,-1 2 1-16,2-1-1 0,-10 4 0 0,14-5-5 15,-14 5 2-15,12-4-15 0,-12 4-33 0,9-4-35 16,-9 4-57-16,0 0-34 0,11-3-29 0,-11 3-46 16,0 0-85-16,0 0-77 0,5 4-390 0,-5-4-329 0</inkml:trace>
  <inkml:trace contextRef="#ctx0" brushRef="#br0" timeOffset="-135701.75">10949 4860 124 0,'0'0'276'0,"0"0"-58"0,0 0 2 15,0 0-31-15,0 0 24 0,0 0-48 0,0 0 21 0,0 0-42 16,-7 4 45-16,7-4-57 0,0 0 4 0,0 0 6 15,0 0-2-15,0 0-8 0,0 0 7 16,-8 3-6-16,8-3-5 0,0 0-10 0,0 0-2 0,0 0 16 16,0 0-36-16,0 0-10 0,0 0-14 0,0 0-12 15,-4-4-15-15,4 4-8 0,0 0-5 0,1-8-5 16,-1 8-2-16,6-8-1 0,-6 8 4 0,7-9-5 16,-3 5 5-16,0-1-5 0,2 0-1 0,-2 2-5 15,4-4 2-15,-1 4-3 0,0-1-2 0,-1-1 3 16,3 2-4-16,0-1-1 0,-1 1-2 0,1 1 11 15,1-1-18-15,-10 3 18 0,15-4-14 0,-15 4 10 16,18-1-19-16,-18 1 16 0,17 1-16 0,-17-1 12 16,16 1-13-16,-16-1 14 0,16 6-15 0,-10-4 16 15,3 3-15-15,-4 0 15 0,1 2-14 0,0-2 6 16,-1 2 8-16,-2 1-11 0,0 1 12 0,0-1-13 16,-2 2 13-16,-1 1-15 0,-1-1 13 0,-2 0-10 15,-2 2-2-15,3 0 1 0,-5 1 3 0,2-1-1 0,-3 1 2 16,-2-1 10-16,2-2-12 0,-1 3 7 0,0-2 10 15,-1-1 3-15,0-1 1 0,1 0 8 16,-2 0 0-16,2-2 8 0,0 0 7 0,0-1 6 16,1 0-2-16,2-1-37 0,-1-2 54 0,0 2-38 0,7-5 54 15,-12 7-44-15,12-7 47 0,-9 5-52 0,9-5 37 16,-6 4-37-16,6-4 23 0,0 0-53 0,-10 4 42 16,10-4-54-16,0 0 48 0,0 0-50 0,0 0 38 15,0 0-46-15,0 0 45 0,0-8-46 0,0 8 43 16,10-5-35-16,-10 5 30 0,11-5-41 0,-3 2 47 15,1-1-49-15,1 2 46 0,-1-1-42 0,0 0 40 16,2 1-3-16,1 0-6 0,-3 1-1 0,-9 1-2 16,20-2-4-16,-20 2 6 0,19 1-14 0,-19-1 7 15,20 2-4-15,-10 0 1 0,-2 1-2 0,1 1-2 16,-3-1-36-16,4 2 45 0,-3-1-43 0,-1 3 51 16,-1-1-43-16,0 1 45 0,0 2-41 0,-1-2 48 15,-1 2-34-15,-2-1 31 0,-1 0-47 0,1-1 50 16,-2 2-45-16,1-2 53 0,-1 2-47 0,-2 0-3 0,-1-1 6 15,-1 3 4-15,0-4 2 0,-1 3 4 16,-2-3-3-16,2 1 13 0,-3-1-6 0,-2 0-1 16,1 0 1-16,-1-2 2 0,1 0 1 0,-1-1 1 0,-3 2 0 15,3-4 3-15,-2 1 3 0,0-3 0 0,0 1 3 16,1-1 5-16,-1 0-2 0,0-1-8 0,-1 1-4 16,4-3 11-16,-3 3-13 0,1-2 3 0,1-3-7 15,1 2 12-15,1-1-20 0,-1 1-31 0,1 1 13 16,0-4-85-16,1 2-10 0,-1-1-97 0,1 0-24 15,2-2-87-15,1 1-81 0,-1-2-80 0,2 0-108 16,1 1-247-16,1-4-391 0</inkml:trace>
  <inkml:trace contextRef="#ctx0" brushRef="#br0" timeOffset="-134735.78">11251 3882 89 0,'0'0'354'16,"1"-7"-45"-16,-1 7-16 0,3-7-9 0,-3 7-16 15,0 0-46-15,0 0 35 0,1-6-52 0,-1 6 16 16,0 0-45-16,0 0-8 0,0 0-53 0,-5-7-6 16,5 7-44-16,0 0 11 0,-14 1-36 0,14-1 8 15,-14 4-30-15,2-1 21 0,2 0-30 0,1-1 22 16,-4 2-31-16,3-1 25 0,-4 2-27 0,4-1 11 0,-2 0-11 16,0 0 23-16,1 0-26 0,0 0 27 15,1-2-28-15,-1 2 11 0,4-1-9 0,-3 0 22 16,10-3-25-16,-15 4 24 0,15-4-19 0,-11 5 16 0,11-5-23 15,-12 2 27-15,12-2-33 0,-9 3 28 0,9-3-27 16,-7 4 23-16,7-4-30 0,0 0 27 16,-10 5-4-16,10-5 6 0,-7 8-7 0,7-8 2 15,-5 10 2-15,2-4-5 0,1 1 4 0,1 0-4 0,-1 0-1 16,0 0 4-16,-2 1-1 0,4 2 1 0,-1-2-5 16,-1 0 8-16,1 1-3 0,1-1-4 0,0-1 3 15,0 0 2-15,0 1-4 0,0 0 0 0,0-8 3 16,0 13-3-16,0-13 3 0,0 10 0 0,0-10-1 15,0 11-2-15,0-11 3 0,1 8-2 0,-1-8 4 16,2 7-7-16,-2-7 6 0,0 0 1 0,0 8-4 16,0-8-15-16,0 0 25 0,2 5 0 0,-2-5-2 15,0 0-2-15,0 0-20 0,13-1 20 0,-13 1-16 16,9-2 19-16,-9 2-1 0,11-6-2 0,-11 6-1 16,13-5-2-16,-13 5 1 0,14-4 0 0,-4 1-4 15,1 1 4-15,-2 0-1 0,2-1 0 0,1 1 5 16,0 2-7-16,1 0 4 0,0 0-3 0,1 0-2 15,0 2 9-15,-1-1-5 0,1 1-2 0,0 0 0 0,-1 1 2 16,-1 0 3-16,3 1 2 0,-4 1-3 0,3 0 2 16,-4 0-4-16,2 1 7 0,-3-1-4 15,0 1 2-15,-1-1-2 0,-1 3 1 0,-1-3 2 0,1 3 0 16,-3 0 5-16,-2-2 1 0,1 4 11 0,-2-3 1 16,-2 1 34-16,1 1 2 0,-3-1 23 0,0 0-5 15,-3 1 12-15,1-1-4 0,-5-1 4 0,1 1-2 16,-1 0-4-16,-3-1 1 0,2-1-3 0,-1 1-7 15,-2-2-3-15,1 0-6 0,1-1-9 0,0-1-1 16,0-1-8-16,0 1-4 0,0 0-5 0,1-2-8 16,-1 2-9-16,2-3-3 0,-1 2-4 0,11-2-6 15,-19 2-2-15,19-2 0 0,-15 1-6 0,15-1-6 16,-11 0 3-16,11 0-20 0,-13 1-50 0,13-1-42 16,0 0-61-16,-12 0-43 0,12 0-66 0,0 0 7 15,-6 4-88-15,6-4-2 0,0 0-73 0,0 12-48 16,0-12-366-16,5 11-394 0</inkml:trace>
  <inkml:trace contextRef="#ctx0" brushRef="#br0" timeOffset="-133835.78">10894 5857 450 0,'0'0'475'0,"-5"-4"-15"16,5 4-97-16,-7-5 20 0,7 5-86 0,-4-7 0 15,4 7-40-15,-3-9-29 0,3 9-25 0,0-11-20 16,0 11-66-16,1-11 40 0,2 3-64 0,3 2 34 16,-3-1-71-16,2 0 38 0,0 1-57 0,2 0 38 15,-1-1-60-15,4 2 43 0,-1 0-52 0,0 0 44 16,1 2-50-16,0 0 47 0,1 2-53 0,0 1 45 15,-11 0-49-15,22 0 47 0,-12 1-50 0,0 2 47 16,2-1-49-16,-3 4 49 0,0-1-46 0,-1 0 42 16,-1 2-47-16,1 0 48 0,-2 1-47 0,-2 3 48 15,1-3-51-15,-4 4 45 0,3-1-45 0,-4 0 51 16,0 3-54-16,-2-2 7 0,-1 2 1 0,-2-1 9 16,1 1-3-16,-2 1 2 0,-2-1 3 0,-2 1 2 0,0 2 0 15,-2-3 0-15,-2-1 2 0,1 1-1 0,1-2 3 16,0-3-1-16,-2 1 1 0,1-2 1 15,2 0 10-15,-2 0 10 0,1-3 20 0,2 2 13 16,3-4 10-16,-1 2 3 0,0-1-7 0,8-4 0 0,-11 3-16 16,11-3-7-16,-11 7-10 0,11-7-4 0,-7 3 2 15,7-3-16-15,-9 4-5 0,9-4-2 0,0 0-1 16,-6 2-2-16,6-2-3 0,0 0 4 0,0 0 1 16,0 0-8-16,0 0 2 0,0 0 1 0,12-2 1 15,-12 2 2-15,16-4-38 0,-7 2 42 0,2 1-37 16,1-1 47-16,1 0-42 0,2-1 43 0,-1 1-45 15,1 1 52-15,3-3-48 0,-1 3 42 0,-1-1-39 16,1 0 40-16,-3 2-42 0,1-1 45 0,0-1 6 16,0 0-18-16,-2 1-2 0,-1 0 0 0,2 1-2 15,-4-3 16-15,1 3-15 0,-11 0-10 0,17 0 3 16,-8-4 0-16,-9 4 0 0,16 0-37 0,-16 0 44 16,10 0 4-16,-10 0-10 0,12 0 5 0,-12 0-17 15,0 0-29-15,12 0-31 0,-12 0-44 0,0 0-47 0,11-1-54 16,-11 1-68-16,0 0-71 0,0 0-65 15,10-3-136-15,-10 3-388 0,0 0-525 0</inkml:trace>
  <inkml:trace contextRef="#ctx0" brushRef="#br0" timeOffset="-132019.85">11501 3568 218 0,'0'0'271'0,"0"0"-1"15,0-5-74-15,0 5 30 0,0 0-62 16,0 0 21-16,0-8-40 0,0 8 17 0,0 0-35 0,0 0 11 15,0 0-31-15,0-9 5 0,0 9-17 0,0 0 0 16,0 0-12-16,0 0-7 0,0 0-1 0,-2-5-5 16,2 5-3-16,0 0 2 0,0 0-13 0,0 0 3 15,0 0-1-15,0 0 1 0,0 0-9 0,0 0-1 16,0 0-2-16,0 0-4 0,0 0 1 0,0 0-5 16,0 0-6-16,0 0 8 0,0 0-1 0,0 0-2 15,0 0-6-15,0 0 12 0,-3-7-3 0,3 7-2 16,0 0-5-16,0 0-5 0,0 0-2 0,0 0-5 15,0 0-3-15,0 0-5 0,0 0-6 0,0 0-2 16,0 0-3-16,0 0-1 0,0 0 1 0,0 0-4 16,0 0 1-16,-4 7-1 0,4-7 1 0,0 7-5 15,0-7 5-15,-3 10 7 0,3-10-2 0,-3 14-1 16,2-6 3-16,-2 1-3 0,3 3-15 0,-2-1 17 0,-1 1-10 16,2 2 19-16,-2 3-17 0,1-2 20 15,-1 3-7-15,-1 0 28 0,3 1-16 0,-2 5 14 16,0-2-17-16,0 0 22 0,-1 1 6 0,4-1-6 0,-2 3 3 15,-1-3-7-15,2-1 9 0,-2 3-13 0,3-4 5 16,-1 1-2-16,0-1 10 0,1 1 0 0,-2-1-2 16,2 0 1-16,0 1-1 0,0-1 3 0,2 0-4 15,-2-1 0-15,2 2-10 0,-2 0 5 0,0 0 5 16,3-2 3-16,-2 1-1 0,0 1-8 0,2 1-4 16,-2-3-5-16,2 1-39 0,-2 3 45 0,2 0-51 15,0-1 47-15,0 0-46 0,-2-3 46 0,2 1-7 16,-2-2-10-16,3 2-1 0,-3-2 3 0,2-1-2 15,-1 3 4-15,1-3 1 0,-2 0-5 0,3 0 18 16,-3 1 1-16,4-1-4 0,-4 0 3 0,2-1-3 0,0 1-1 16,-1 0-13-16,1-1 2 0,-2 2 2 15,2-1-1-15,-2-1-3 0,2 1 0 0,-2-1-40 16,0 0 47-16,2 1-42 0,-2-2 41 0,0 1-37 16,2-1 40-16,-2-1-35 0,0 2 32 0,-1-3-35 15,0 2 39-15,3-2-40 0,-3 0 45 0,1 1-45 0,-1-2 45 16,0 1-42-16,1 1 47 0,1-3-34 15,-2 3 2-15,0-1 4 0,0 0 2 0,1 0-2 0,-1-1 0 16,0 1-2-16,1 0 3 0,-1-1 3 0,0 1-6 16,0 0-2-16,0-1 1 0,0 2 0 15,0-2-1-15,0 1-1 0,0 0 13 0,0-1-13 0,0 1-2 16,0-2 0-16,0 1 0 0,0 0 2 0,0 0 3 16,1 0-3-16,-1-2 1 0,2 2-1 0,-1-2-3 15,-1 0 1-15,1 2 0 0,1-2 1 0,-2 0 1 16,1 2 0-16,0-2-1 0,-1 1 31 0,2-1-35 15,-2 2 27-15,1 0-29 0,-1-3 28 0,1 3-35 16,-1-2 31-16,1 0-27 0,1 2 27 0,-2-2-31 16,0 4 24-16,0-4-23 0,0 0 28 0,2 2-28 15,-1 0 28-15,-1 0-24 0,0-2 17 0,0 2-22 16,0 0 27-16,2-2-28 0,-1 1 4 0,-1-1 1 16,0 2 3-16,-1-2 0 0,1 0 3 0,1 1 0 15,-1-1 2-15,0 1-3 0,0-2 7 0,-1 3-2 16,2-2-3-16,-2 2-1 0,1-3 17 0,0 1-16 15,0 0 1-15,0 1 0 0,0 0-2 0,0-2 3 0,0 4 0 16,-2-3 3-16,2-1 0 0,0 3 1 0,0-3-4 16,0 2-2-16,0-2-53 0,-1 3 65 15,1-3-56-15,-2 1 64 0,2-1-59 0,0 1 76 0,0-2-73 16,-2 3 62-16,2-3-60 0,-1 2 64 0,1 0-62 16,0 1 67-16,0-1-67 0,0 1 62 0,0-3-60 15,0 2 55-15,0 1-55 0,0-1 61 0,0 1-7 16,-1-1 0-16,1 1-8 0,-1-1-1 0,1 2-2 15,0-3 2-15,0 0-8 0,0 2 0 0,0 0-3 16,-2 0 3-16,2-1-3 0,0 0 12 0,0 0-15 16,0 1-3-16,-1-3 4 0,0 3-1 0,1-1 1 15,0-1 0-15,0 1 4 0,-2 0-5 0,2-2 2 16,-1 2-2-16,1-1 1 0,0 1-2 0,0-1 8 0,0 1 5 16,0-1-14-16,0 0 3 0,0-1-3 15,0 2 4-15,0-2 0 0,0 1 11 0,0 1-13 16,0-3 3-16,0 3 1 0,0-1 7 0,0-1-1 15,0-1 3-15,0 1-4 0,0 1 9 0,0-1-5 0,1 0-5 16,-1 0-1-16,0-1 1 0,0-7 0 0,0 13-2 16,0-13 4-16,0 14-4 0,2-9 2 15,-2-5 0-15,0 12 4 0,0-12-7 0,0 10-2 0,0-10 2 16,1 12 0-16,-1-12 2 0,1 9-3 0,-1-9-1 16,0 9 0-16,0-9 1 0,0 8 0 0,0-8-4 15,0 8 1-15,0-8 6 0,2 7-8 0,-2-7 5 16,0 0-3-16,0 7 1 0,0-7 0 0,0 0 1 15,1 7 1-15,-1-7-2 0,0 0 6 0,0 0-4 16,0 7 1-16,0-7-1 0,0 0 3 0,0 0-19 16,0 0-11-16,0 0-17 0,0 0-27 0,0 0-31 15,0 0-47-15,0 0-40 0,0 0-42 0,0 0-6 16,0 0-114-16,0 0-20 0,-8-4-77 0,8 4-84 0,0 0-91 16,0 0-293-16,-13 0-482 0</inkml:trace>
  <inkml:trace contextRef="#ctx0" brushRef="#br0" timeOffset="-131469.52">10800 7142 430 0,'0'0'418'0,"-4"-8"-36"16,4 8-81-16,-3-9-24 0,3 9-11 0,-3-5-7 15,3 5-33-15,0 0 34 0,-3-7-59 0,3 7 28 16,0 0-69-16,0 0 22 0,0 0-75 0,0 0 41 15,0 0-56-15,0 0 63 0,0 0-52 0,0 0 5 0,6 8-5 16,-6-8-11-16,8 11-4 0,-4-5-7 16,0 2-9-16,0-1-12 0,-1 1-1 0,1-3-2 15,1 2-3-15,0 1-15 0,-1-4-7 0,0 1-5 0,1 0-2 16,-2 2-3-16,-3-7 5 0,9 8 11 16,-9-8 0-16,6 7 10 0,-6-7 10 0,9 2-40 15,-9-2 71-15,12-5-63 0,-5-2 44 0,2 2-47 16,0-5 57-16,4 0-59 0,-3-5 60 0,4-2-67 0,4-1 68 15,-1-3-60-15,-2 0 62 0,3 2-59 0,-1-1 58 16,-1 0-52-16,0 0 49 0,0 1-38 0,-2 2 23 16,0 0-56-16,-1 2 51 0,1 0-57 0,-4 2 46 15,2 0-53-15,-2 1 47 0,-1 4-55 0,-1-3 49 16,-1 3-53-16,0 0 45 0,-2 2-43 0,0 0 41 16,0 1-50-16,-1 1 48 0,-4 4-53 0,7-7 17 15,-7 7-81-15,7-10 4 0,-7 10-108 0,6-4-28 16,-6 4-77-16,4-5-73 0,-4 5-97 0,0 0-32 15,0 0-178-15,7-4-414 0,-7 4-713 0</inkml:trace>
  <inkml:trace contextRef="#ctx0" brushRef="#br0" timeOffset="-127786.7">26655 1351 303 0,'0'0'387'16,"0"0"-32"-16,0 0-80 0,0 0-1 0,0 0-80 15,0 0 16-15,0 0-34 0,0 0-29 0,0 0-33 16,-4-5-25-16,4 5-19 0,0 0-10 0,0 0-14 16,0 0-12-16,0 0-4 0,0 0 5 0,-4 8-2 15,4-8-2-15,-2 5 0 0,2-5 4 0,-4 8-5 16,4-8 6-16,-6 9-28 0,6-9 14 0,-4 9 2 16,4-9 6-16,-5 10 5 0,5-10-7 0,-4 10-1 15,4-10 1-15,-3 8-12 0,3-8 6 0,-4 6 6 16,4-6 12-16,-2 7-1 0,2-7 9 0,0 0 8 15,-3 8 14-15,3-8 14 0,0 0 5 0,8 5-7 16,-8-5-5-16,10 2-16 0,-10-2 13 0,15-1-35 16,-4 0-2-16,-1-2-13 0,1 1-5 0,2-1-6 15,-1 2-2-15,1-3-2 0,-2 1-1 0,2-1-9 16,0 2 6-16,2-2-1 0,-4 0-3 0,3 1 2 16,-2-1 3-16,-2 2-8 0,2-1 7 0,-3 1-2 15,0-1-1-15,-9 3-15 0,16-4 19 0,-16 4-2 16,12-3-3-16,-12 3 1 0,12-2-3 0,-12 2 2 0,8-3-1 15,-8 3-6-15,0 0-3 0,9-2 1 16,-9 2-17-16,0 0-13 0,9-2-26 0,-9 2-24 16,0 0-28-16,0 0-14 0,0 0-13 0,0 0-1 15,10-2-15-15,-10 2-55 0,0 0-24 0,0 0-50 0,0 0-68 16,0 0-321-16,-9 5-188 0</inkml:trace>
  <inkml:trace contextRef="#ctx0" brushRef="#br0" timeOffset="-124520.68">11955 5707 471 0,'0'0'360'0,"0"0"-57"0,4-5-48 0,-4 5-35 15,0 0-13-15,0 0-35 0,0 0 11 0,0 0-48 16,1 7 23-16,-1-7-64 0,-1 15 37 0,-2-6-58 16,2 1 35-16,-3 4-53 0,-1 0 38 0,-1 1-50 15,0 1-3-15,0 3 0 0,0 1-11 0,-3-2-2 16,1 4-3-16,-1-3 15 0,0 1-19 0,2 1 1 15,-2-3 13-15,1 0-14 0,1-4 2 0,1-1 0 16,1 2-1-16,1-5 13 0,-1-1 5 0,1 1-8 0,2-3-6 16,-1 0-1-16,2-2 3 0,1-5 12 15,1 10 11-15,-1-10 9 0,8 5 3 0,-8-5-1 16,13 2-3-16,-13-2 5 0,20 0 0 0,-6-2-6 0,-1 1 0 16,4-3 2-16,-1 2-10 0,2-2-4 0,0 0-3 15,1 0 3-15,-1 0-7 0,1 0-1 0,0-1-13 16,-1 3-3-16,1-3 0 0,-3 3-3 0,0-1-4 15,-3 1-3-15,2 2 3 0,-2-3-7 0,-2 2-2 16,0 0-1-16,-1-1-1 0,-10 2-3 0,17-3 0 16,-17 3 0-16,13 0-4 0,-13 0-6 0,12-1-20 15,-12 1-40-15,9 3-43 0,-9-3-62 0,0 0-74 16,9 5-39-16,-9-5-43 0,0 8-86 0,0-8-49 16,-5 7-318-16,5-7-304 0</inkml:trace>
  <inkml:trace contextRef="#ctx0" brushRef="#br0" timeOffset="-124270.8">12080 5924 553 0,'-4'-4'469'0,"4"4"1"0,-5-8-94 16,5 8 16-16,-4-5-99 0,4 5 7 16,0 0-91-16,-6-7 8 0,6 7-74 0,0 0 40 0,-5 5-63 15,5-5 43-15,-4 12-54 0,3-2-2 0,-1 4-11 16,1 0-13-16,1 4-4 0,-1 0-20 0,1 2-7 15,0 0-12-15,0 2-3 0,0-1 36 0,0 1-53 16,0-2 34-16,0 1-53 0,0-1 42 0,0 1-51 16,0-1 33-16,0-1-82 0,0-2 18 0,0 0-96 15,0-2-5-15,-1-3-104 0,2 0-16 0,-1 0-78 16,0-5-68-16,0 1-118 0,0-8-302 0,-1 10-362 16</inkml:trace>
  <inkml:trace contextRef="#ctx0" brushRef="#br0" timeOffset="-123103.65">12273 3814 318 0,'0'0'331'0,"0"0"-65"0,0-7 39 16,0 7-83-16,0 0 30 0,0 0-56 0,0 0 48 15,0-8-49-15,0 8 17 0,0 0-32 0,0 0 12 16,0 0-48-16,0 0-10 0,0 0-48 0,-9-3-1 16,9 3-31-16,0 0 4 0,-13 3-30 0,13-3 16 15,-14 3-20-15,14-3 7 0,-14 5-28 0,4-1 20 16,10-4-24-16,-14 3 20 0,6 0-25 0,8-3 20 0,-15 5-19 15,15-5 22-15,-12 3-22 0,12-3 19 16,-11 3-21-16,11-3 20 0,-9 2-16 0,9-2 9 16,-8 2-15-16,8-2 20 0,0 0-21 0,-10 2 20 15,10-2-22-15,0 0 21 0,-9 4-21 0,9-4 21 0,0 0-25 16,-6 5 21-16,6-5-23 0,0 0 24 0,-8 6-20 16,8-6 25-16,-4 7-22 0,4-7 22 15,-7 10-22-15,7-10 20 0,-4 9-16 0,0-4 14 0,4-5-20 16,-4 9 24-16,4-9-23 0,-2 12 24 0,2-12-5 15,-2 9-1-15,2-9-5 0,-4 11-18 0,4-11 24 16,-1 5-1-16,1-5-2 0,-3 8-1 0,3-8-1 16,0 0-2-16,-1 7-15 0,1-7 23 0,0 0-1 15,0 0-23-15,0 0 25 0,0 8-3 0,0-8-20 16,0 0 28-16,0 0-27 0,0 0 26 0,0 0-23 16,0 0 24-16,8 3-21 0,-8-3 19 0,8-3-19 15,-8 3 17-15,10-4-4 0,-10 4 1 0,15-3-1 16,-15 3-7-16,16-3-14 0,-16 3 19 0,19-1 3 15,-19 1-3-15,20 0 5 0,-20 0-2 0,22 0 0 16,-9 1 5-16,-2 1-1 0,1 0 2 0,-1 0-4 16,-2 1 5-16,3 1-4 0,-2-1 1 0,0 1 2 15,0 0 2-15,-1 0-2 0,0 3 1 0,-2-2-3 0,0 0 5 16,0 3 3-16,-1-1 8 0,-1 1 5 0,-1-2 4 16,0 3-4-16,-2 1 20 0,-2-3-8 15,0 3 16-15,-2 0-6 0,-2-1 15 0,0 0-5 16,-2 3 2-16,-2-1-10 0,-1-1 8 0,0 1 1 0,-1-2-3 15,-3 0 7-15,2-2-9 0,-1 3 2 0,-2-3-12 16,1-2 10-16,-1 1-24 0,3 0 15 0,-2-3-1 16,-1 1-8-16,4-2-8 0,-3 1-3 0,4 0-4 15,-1-2-9-15,-2 2-4 0,12-3 1 0,-15 1-5 16,15-1-2-16,-15 1-1 0,15-1-18 0,-13 1-22 16,13-1-28-16,-11 2-22 0,11-2-26 0,0 0-46 15,-12 0-27-15,12 0-60 0,0 0-22 0,-10 2-96 16,10-2-15-16,0 0-28 0,-6 5-35 0,6-5-387 15,0 7-361-15</inkml:trace>
  <inkml:trace contextRef="#ctx0" brushRef="#br0" timeOffset="-122453.7">11988 4751 563 0,'0'0'453'15,"-5"-5"-52"-15,5 5-46 0,-4-7-29 0,4 7-49 0,-1-8-46 16,1 8-26-16,1-11-26 0,3 4-22 0,-1 1-17 16,-1-1-20-16,3-2-22 0,0 4-11 0,2-2-18 15,0 1-14-15,1 1-10 0,0-1-8 0,1 1-10 16,0 0-7-16,-2 3-1 0,2-2-8 0,0 3-4 15,-9 1-1-15,16 0 4 0,-16 0-8 0,16 1-1 16,-11 3 4-16,4 0-3 0,-5 1-3 0,1 2 24 16,0 0-22-16,-1 0 16 0,-4 2-13 0,0 2 16 15,-1-1-23-15,-2 2 14 0,-2 0-10 0,0 0 14 16,-1 3-19-16,-2-3 19 0,0-2-17 0,-2 2-1 16,4-2 5-16,-1-1 14 0,-2 1 26 0,3-4 21 15,0 2 8-15,-1-4 12 0,2 2 10 0,5-6-2 16,-9 8-7-16,9-8-6 0,-6 8-19 0,6-8-10 15,-5 6-12-15,5-6-7 0,0 0-7 0,-6 4-7 0,6-4 4 16,0 0-6-16,0 0-6 0,0 0-3 0,9-3-2 16,-9 3 0-16,12-3 0 0,-12 3-4 0,14-1-1 15,-14 1 1-15,18 0-1 0,-18 0-1 0,19 0-2 16,-6 1 4-16,-3 2-3 0,0 1 1 0,2-1 1 16,-2 3-1-16,-1-1-1 0,0 1 3 0,0 0 5 15,-3 1-4-15,1 1 2 0,0 1 0 0,-3 2 1 16,-1-1 3-16,-1 1-1 0,-2 1-1 0,-2 0 2 15,-1 0-1-15,-1 2 2 0,-3-1-43 0,-1 1 57 16,0-3-23-16,-1 1 69 0,-3-1-28 0,0-1 61 16,-1-2-37-16,0 1 16 0,0-2 6 0,-2-2 13 15,1-1 2-15,-1-1 2 0,2 0-8 0,-1-2-9 16,0-2-4-16,0 0-13 0,1-3-10 0,-2 1-12 16,2-2 5-16,-1 3-22 0,1-5 5 0,3 3-21 15,-1-1 5-15,2-1-14 0,1 1-1 0,-1 1-40 16,3-1-2-16,-1 2-69 0,2-3-11 0,1 1-105 15,0 1-17-15,4 4-66 0,-5-12-73 0,5 12-85 0,2-11-102 16,1 6-602-16,1-2-781 0</inkml:trace>
  <inkml:trace contextRef="#ctx0" brushRef="#br0" timeOffset="-121137.81">12632 3416 218 0,'0'0'255'0,"0"0"7"15,0 0-70-15,-5-3 23 0,5 3-62 0,0 0 19 16,0 0-48-16,0 0 24 0,0 0-49 0,0 0 13 16,0 0-44-16,0 0 19 0,0 0-18 0,0 0 50 15,0 0-10-15,-5 4 14 0,5-4-11 0,1 8 16 16,-1 0 7-16,3-2-14 0,-3 2 2 0,1 1-3 15,2 2-9-15,-1 0 11 0,-2 3 5 0,3 1-10 16,-1 0-17-16,2 2 13 0,-3 2-12 0,3-2 1 16,-1 5-1-16,1 2-8 0,-2-1-9 0,1 0-6 15,-2 2 3-15,2 0-3 0,-1 0-16 0,1 1-12 16,-2-1-9-16,2 2-3 0,-1-1-8 0,0 0 6 16,1 1-8-16,-3-1 4 0,3 2-12 0,-1-2 9 15,-1 2-11-15,1-1 6 0,-1 1 2 0,2-1 2 16,-2 0-4-16,0 0 6 0,1 0-3 0,0-1 3 0,-1 1-44 15,2-2 53-15,-3 1-46 0,3-1 47 16,0 1-46-16,-3-1 44 0,3 0-45 0,-2 0 44 0,-1 0-41 16,3-1 34-16,-3 1-39 0,2 1 46 0,-2-3-41 15,0 2 66-15,0-1-45 0,1 0 35 0,1 1-44 16,-2-1 39-16,0 2-44 0,1-2 38 0,-1-1-35 16,0 2 27-16,0 0-36 0,0-1 36 0,0 1-40 15,0-1 38-15,1-1-38 0,-1-2 35 0,2 5-34 16,-2-5 1-16,0 0 4 0,1 0 2 0,-1 0 2 15,1-1 10-15,-1 0-3 0,0 1 2 0,0-2 6 16,0 3-50-16,0-1 63 0,0-1-56 0,0 0 60 16,1-1-1-16,1 2-6 0,-2-1-2 0,0-1-10 15,1 1 0-15,-1 1 2 0,0-2-7 0,0 1-1 16,0-1 2-16,0 1-3 0,0-1 0 0,1 1 2 16,1-3-1-16,-2 2 0 0,1 0 4 0,0-1 5 15,-1 0-1-15,3 2 0 0,-3-2 6 0,1 0-7 0,0-1 2 16,-1 2-2-16,1-2-2 0,1 1-2 0,-1-2 3 15,0 3-3-15,-1-3-2 0,2 2 3 16,-1-1-2-16,0 0 1 0,0 0-2 0,1 0 6 0,-1 0-9 16,-1-2 8-16,3 2-53 0,-3-2 55 0,2 2-47 15,-2-3 56-15,0 3-51 0,1-4 51 0,1 3-52 16,-1-2 55-16,-1 2-53 0,1-3 52 0,1 2-52 16,-2 0 51-16,1-1-50 0,1 0 49 0,-2 1-50 15,0-1 52-15,0 1-47 0,0-3 42 0,0 2-48 16,0-1 52-16,1 0-5 0,-1 0-4 0,0 0-5 15,0 0 0-15,0 0-4 0,2 0 0 0,-2 0-5 16,-2-2 1-16,2 3-2 0,0-2 2 0,0 0-6 16,0-1 7-16,-1 1-5 0,1-1 1 0,0 1-1 15,0 0 3-15,0 0-2 0,0 0-2 0,0-2 2 16,0 3-4-16,0-2 2 0,0-1 1 0,0 2 1 16,0 0-3-16,0-1 5 0,0 0-4 0,0-1 0 15,0 2 0-15,0-1 2 0,0-1-2 0,0 0 2 0,0-1 0 16,0-1 0-16,0 1 2 0,0-1-2 15,0 0-31-15,0 0 42 0,0 1-41 0,1-1 48 16,-1 0-47-16,2-1 51 0,-2 0-45 0,0 1 44 0,1-1-47 16,-1 0 49-16,0 1-30 0,0-2 27 0,1 1-47 15,1-1 49-15,-2-6-48 0,1 12 50 0,0-5-50 16,-1-7 48-16,0 10-50 0,0-10 51 0,1 12-47 16,-1-12 45-16,2 9-47 0,-2-9 46 0,1 10-47 15,-1-10 49-15,0 8-31 0,0-8 28 0,1 9-45 16,-1-9 46-16,2 10-46 0,-2-10 46 0,1 7-44 15,-1-7 42-15,1 7-44 0,-1-7 48 0,0 0-50 16,0 7 48-16,0-7-53 0,0 0 28 0,0 0-63 16,0 7 39-16,0-7-90 0,0 0 41 0,0 0-110 15,0 0 0-15,0 0-63 0,0 0-13 0,0 0-46 16,0 0-42-16,0 0-30 0,0 0-31 0,-11-2-15 16,11 2-74-16,0 0-30 0,-13-3-254 0,13 3-303 15</inkml:trace>
  <inkml:trace contextRef="#ctx0" brushRef="#br0" timeOffset="-120619.89">11814 7334 113 0,'-7'-2'500'15,"0"-2"-128"-15,-3-1-47 0,4 0-38 0,6 5-28 16,-12-5-18-16,12 5-18 0,-10-8-19 0,10 8-2 16,-6-5-10-16,6 5-6 0,-7-4-14 0,7 4-6 15,0 0-2-15,-5-4 8 0,5 4 2 0,0 0-3 0,0 0-7 16,0 0-6-16,0 0 1 0,3 7-13 0,-3-7-56 15,5 8 40-15,-4-2-64 0,3-1 39 16,-2 2-60-16,1 1 46 0,1-2-69 0,0 1 49 16,-2-1-65-16,1 2 50 0,-1-1-63 0,2-3 58 0,-1 2-65 15,1-1 54-15,-2 2-58 0,-2-7 60 0,10 6-56 16,-10-6 6-16,12 4 64 0,-12-4-62 0,15-3 60 16,-6 0-68-16,4-4 65 0,0-2-59 0,2-2 52 15,0-3-63-15,1-2 60 0,3-3-58 0,1 1 62 16,-2-2-8-16,3-1 5 0,-2-1 2 0,1 1-1 15,3-4-2-15,-1 5-2 0,-3-1-39 0,1 0 43 16,1 1-59-16,-2 1 57 0,0 1-61 0,-3 0 59 16,0 4-58-16,-3 0 52 0,1 2-58 0,-1 1 59 15,-2 3-62-15,0-4 53 0,-2 4-71 0,-3 1 45 16,3 1-71-16,-3-1 33 0,-1 3-83 0,1-1 6 16,-1 1-73-16,-5 4-22 0,10-7-58 0,-10 7-58 15,7-7-55-15,-7 7-48 0,8-3-42 0,-8 3-591 0,8-4-681 16</inkml:trace>
  <inkml:trace contextRef="#ctx0" brushRef="#br0" timeOffset="-116703.83">13310 3709 468 0,'8'-3'472'0,"-8"3"-97"0,0 0 7 0,0 0-62 16,0 0 14-16,0 0-57 0,0 0 2 0,8-3-37 0,-8 3-7 15,0 0-29-15,0 0-6 0,0 0-23 0,0 0-8 16,0 0-14-16,0 0-19 0,0 0-24 15,0 0-25-15,0 0-13 0,-8 3-19 0,8-3-10 16,-11 3-9-16,11-3-5 0,-17 4-8 0,7-4 1 0,1 3-17 16,-1-2 8-16,-2 2-4 0,2-1-1 0,0 1-3 15,-3-3 0-15,4 2 0 0,-2 1-3 0,-1 0-1 16,3-3-2-16,9 0 2 0,-19 4-1 0,19-4 4 16,-14 2-5-16,14-2-5 0,-14 0 3 0,14 0 3 15,-10 3-1-15,10-3-3 0,-11 1 5 0,11-1-5 16,0 0-1-16,-11 3-3 0,11-3 2 0,0 0 0 15,-10 4-6-15,10-4 7 0,-5 4-5 0,5-4 7 16,-6 8 1-16,6-8 1 0,-3 9-5 0,3-9 5 16,-5 12 0-16,2-6-3 0,3 1-2 0,0 2 8 15,-2-2-1-15,2 1-2 0,-2 0-7 0,2 1 11 16,-1-1-5-16,1-2 6 0,0 2-4 0,0-1 1 16,0 0-5-16,0 0 8 0,0-7-10 0,0 13 7 15,0-13-4-15,0 12 3 0,0-12-3 0,0 9 2 0,0-9-2 16,0 9 6-16,0-9-1 0,1 7 4 0,-1-7-2 15,0 0 8-15,2 8-3 0,-2-8 9 16,0 0-9-16,0 0 5 0,0 0-9 0,7 3 6 0,-7-3-12 16,0 0 15-16,8-3-24 0,-8 3 20 0,9-4-10 15,-9 4 5-15,9-6-12 0,-9 6 11 0,12-5-9 16,-12 5 9-16,13-5-9 0,-13 5 8 0,16-6-8 16,-16 6 7-16,15-6-7 0,-15 6 10 0,16-4-18 15,-16 4 17-15,17-2-10 0,-17 2 10 0,18-3-12 16,-18 3 15-16,17-1-14 0,-17 1 9 0,18 3-11 15,-18-3 13-15,19 2-10 0,-10 1 6 0,0-1-7 16,-1 1 13-16,0 1-12 0,1 1 12 0,-1 0-11 16,1 0 17-16,-3 2-20 0,1 0 17 0,-2 0-23 15,1 1 19-15,-1-2-10 0,0 3 13 0,-2 0-12 16,1 0 13-16,-2 0-13 0,0 0 7 0,-2 0-6 16,0 2 13-16,0-2-13 0,-2 0 9 0,0 1-14 15,-2 1 20-15,1-2-16 0,-3 0 12 0,0 1-12 16,-1 1 13-16,-2-3-14 0,0 3 16 0,-1-4-25 15,1 3 31-15,-1-3-1 0,-3 1 26 0,3-2-13 16,-3-1 24-16,3-1-1 0,-2 2-6 0,1-4 2 16,-2 1-3-16,0-1-4 0,2 1-6 0,-1-2-12 0,0-1 8 15,0 0-9-15,-2 3 1 0,14-3-15 0,-19 0 15 16,19 0 2-16,-19-3-8 0,19 3 4 0,-16 0-4 16,16 0-4-16,-15-1-5 0,15 1-2 0,-12-3-2 15,12 3-2-15,-11-2-13 0,11 2-21 0,-9-1-32 16,9 1-41-16,0 0-54 0,-9-4-52 0,9 4-47 15,0 0-54-15,-5-4-54 0,5 4-135 0,0 0-76 16,0 0-468-16,0 0-658 0</inkml:trace>
  <inkml:trace contextRef="#ctx0" brushRef="#br0" timeOffset="-115671.52">13130 4821 435 0,'0'0'473'0,"0"0"0"15,0 0-85-15,-6-5-3 0,6 5-76 0,0 0-19 16,0 0-56-16,0 0-20 0,-4-7-48 0,4 7-10 16,0 0-35-16,4-7 0 0,-4 7-29 0,10-6 1 15,-10 6-27-15,8-6 2 0,-8 6-17 0,14-7-1 16,-14 7-19-16,17-5 7 0,-10 2-17 0,-7 3 8 16,18-2-16-16,-18 2 9 0,18 0-16 0,-18 0 11 15,17 1-16-15,-17-1 9 0,16 4-10 0,-7-2 11 16,0 1-8-16,-2 1 8 0,-1 1-14 0,2-1 10 15,-3 2-7-15,-1 1 12 0,-2-3-13 0,2 4 15 16,-3-1-14-16,1 0 11 0,-4 0-10 0,1 1 11 16,0 0-12-16,-2 1 7 0,-2 1-9 0,1-2 12 15,-2 2-10-15,0-3 8 0,-1 2-7 0,1-2 25 16,-1-1 8-16,1 0 13 0,-2 0 14 0,3-1 11 0,-1-1-2 16,1 1 10-16,5-5 9 0,-10 7-10 15,10-7 25-15,-8 4-3 0,8-4-5 0,-8 5-47 16,8-5 37-16,0 0-49 0,-8 5 30 0,8-5-47 15,0 0 31-15,0 0-41 0,0 0 26 0,0 0-42 0,0 0 29 16,0 0-34-16,0 0 36 0,0 0-5 0,0 0-4 16,13-4-13-16,-13 4-28 0,11-4 38 15,-11 4-1-15,15-1-4 0,-15 1-1 0,14 0-40 0,-14 0 44 16,15 1-40-16,-15-1 41 0,17 3-43 0,-17-3 43 16,15 5-37-16,-15-5 39 0,14 4-46 0,-6 0 46 15,-2 1-41-15,-1-1 43 0,-1 1-46 0,0 0 47 16,1 1-43-16,-1 0 36 0,-3 1-37 0,0 0 43 15,1 1-41-15,-4-1 46 0,1 2-43 0,0 0 42 16,-3 0-39-16,-1 0 39 0,1-1-44 0,-1 1 47 16,-1 1-42-16,-1-3 5 0,-2 1 0 0,2-1 2 15,-2 0 9-15,-1 0 0 0,1-3 3 0,-2 1 12 16,1 0 20-16,1-2-6 0,-1 0 2 0,-1-1 7 16,0 0 1-16,11-2 22 0,-20 0-30 0,20 0 23 15,-21-3-31-15,11 2 18 0,1-2-29 0,0-2 25 16,-1 3-31-16,10 2 14 0,-13-5-19 0,13 5 19 15,-11-2-26-15,11 2 22 0,-12-7-34 0,12 7 1 0,-9-3-51 16,9 3 11-16,-6-3-79 0,6 3-1 0,0 0-61 16,-8-4-51-16,8 4-52 0,0 0-58 15,0 0-74-15,0 0-80 0,0 0-110 0,1 6-274 0,-1-6-463 16</inkml:trace>
  <inkml:trace contextRef="#ctx0" brushRef="#br0" timeOffset="-115021.58">13122 5802 399 0,'0'0'501'0,"0"0"-48"16,-3-6-63-16,3 6-33 0,0 0-44 0,0 0-56 15,-1-7-45-15,1 7-35 0,0 0-11 0,0 0-1 16,-3 7-2-16,3-7-9 0,0 10-12 0,-2-2-59 16,-1-1 47-16,2 4-63 0,-2 0 46 0,2 0-50 15,-3 2 45-15,0 1-48 0,1-2 4 0,-3 3 10 16,1 1-5-16,0-3 3 0,1-1 7 0,-3 3 2 16,0-2 4-16,2-2-6 0,0 1-6 0,0-3-4 15,0 1-2-15,-2-3-52 0,4 3 56 0,-1-5-49 16,1 2 62-16,1-2-44 0,2-5 34 0,-7 7-59 15,7-7 53-15,-2 7-62 0,2-7 47 0,0 0-65 16,0 8 58-16,0-8-66 0,0 0 61 0,10-1-66 0,-10 1 76 16,14-7-80-16,-4 4 65 0,0-1-64 15,3 1 60-15,1-4-60 0,-1 3 64 0,4-1-69 16,-3 2 67-16,2-3-68 0,2 2 65 0,-2 0-61 0,0 1 62 16,-1-1-63-16,2 1 63 0,-3 0-62 0,0 2 64 15,0-2-65-15,-1 3 63 0,0-3-51 0,0 3 53 16,-1 0-62-16,-12 0 63 0,18-1-63 0,-18 1 62 15,18-1-62-15,-18 1 61 0,14 1-62 0,-14-1 61 16,14 0-64-16,-14 0 65 0,10 1-61 0,-10-1 57 16,0 0-70-16,14 0 39 0,-14 0-84 0,8 5 8 15,-8-5-79-15,0 0-17 0,0 0-57 0,9 2-53 16,-9-2-60-16,0 0-42 0,0 0-33 0,0 0-38 16,-5 6-121-16,5-6-255 0,0 0-373 0</inkml:trace>
  <inkml:trace contextRef="#ctx0" brushRef="#br0" timeOffset="-114738.72">13312 5861 159 0,'0'0'663'0,"-6"-7"-79"16,6 7-71-16,-6-5-44 0,6 5-91 0,-3-6-67 16,3 6-61-16,0 0-48 0,0 0-38 0,0 0-4 0,0 0-29 15,-7 6 32-15,7-6-67 0,0 13 38 0,1-4-67 16,1 1-8-16,-1 0-4 0,2 2-2 15,-1 0 4-15,-1 0-7 0,2 2-5 0,0-2 0 0,-1 1 8 16,0 1 3-16,1-2-14 0,-2 0-5 0,2 0-10 16,-2-2-2-16,1 2-1 0,0-2-6 0,-2 0-6 15,1-1 1-15,1 0-3 0,-1-3-2 0,-1 1-3 16,1 0 2-16,-1-7 3 0,2 10-25 0,-2-10-52 16,2 10-45-16,-2-10-12 0,0 7-111 0,0-7-31 15,0 0-105-15,0 8-57 0,0-8-25 0,0 0-512 16,0 0-553-16</inkml:trace>
  <inkml:trace contextRef="#ctx0" brushRef="#br0" timeOffset="-100256.75">13771 3389 138 0,'0'-7'267'0,"0"7"5"0,0 0-75 0,0 0 32 15,0 0-59-15,0 0 19 0,0 0-49 0,0 0 27 16,0 0-38-16,0 0 13 0,-3-5-31 0,3 5 17 16,0 0-22-16,0 0-5 0,0 0-8 0,0 0-11 15,0 0 1-15,0 0-14 0,0 0 0 0,0 0-22 0,0 0 7 16,0 0-14-16,0 0 12 0,0 0 1 16,0 0 24-16,-5 5-13 0,5-5 8 0,0 0-5 15,0 9 23-15,0-9-14 0,0 5 14 0,0-5-4 0,0 9 2 16,0-9-4-16,1 8 1 0,-1-8-3 0,3 10-3 15,-3-10-2-15,1 10-8 0,-1-10-3 0,3 12-1 16,-3-12-1-16,0 14-10 0,1-8 6 16,0 2 0-16,-1 0-3 0,0 0-6 0,0-1 8 0,1 3-17 15,1 0-1-15,-2 0-7 0,1-2 14 0,-1 3-17 16,0-1 8-16,1 1-16 0,1-2 12 0,-2 3-5 16,0 0-1-16,0-2-1 0,0 2 4 0,0 0 6 15,-2 0-1-15,2 2-12 0,-1-3 3 0,1 3-4 16,-1-2-2-16,-1 2-4 0,1-2 0 0,1 1-4 15,-2 1-21-15,0-3 23 0,1 3-2 0,1 0-4 16,-4-3 1-16,3 1 0 0,0 1-2 0,1 0-2 16,-1-1 0-16,-1 1 2 0,1-3-4 0,0 3 5 15,-2-1 6-15,3 0-8 0,-1 0 12 0,0 2-2 0,1-3-2 16,-2 3 1-16,2-2-3 0,-1 0-1 0,0 3 3 16,-1-2-2-16,1-2-3 0,1 3-4 15,-1-1-1-15,-1-1-6 0,1 1-8 0,1 0 17 16,0 1 1-16,-1-2-3 0,0 2 3 0,-1-2-5 0,0 1-2 15,2 0 0-15,-1 1-1 0,-2-2 5 0,3 0-3 16,0 1-1-16,-2-2-5 0,2 0-24 0,-3 2 38 16,3-2-32-16,-1 1 40 0,-1-2-26 0,1 1 34 15,0 1-23-15,0-2 28 0,1 4-30 0,-3-4 23 16,3 0-25-16,0 1 29 0,-1-1-24 0,-1 1 30 16,1-2-26-16,1 1 3 0,0-1 0 0,0 1 0 15,-1 0 21-15,1 1-22 0,-1-1 20 0,1 0-23 16,-2 1 18-16,2-1-17 0,0 1 12 0,0 0-13 15,-1 0 15-15,0 0-15 0,1-1 14 0,-3 2-13 16,2-2 7-16,1 2-12 0,0 0 8 0,0-1-5 16,0 0 7-16,-1 0-13 0,1 0 11 0,0 1-9 15,0-1 2-15,0-1-6 0,0 2 11 0,0-1-12 0,-2 1 13 16,2-1-13-16,0 0 9 0,0 2-10 0,-1-2 13 16,2 0-12-16,-2 2 11 0,2-1-11 15,-2-2 8-15,1 3-11 0,0-2 15 0,0 1-9 16,1-2 13-16,-1 1-4 0,0 0 10 0,0 0-11 0,-1-1 5 15,2-1-2-15,-1 3 4 0,0-3-10 0,2 0 6 16,-2 0-5-16,0 3 2 0,0-4-2 0,1 4 6 16,-1-3-7-16,0 0 3 0,0 2-3 0,0-2 5 15,0 1-7-15,0 0 3 0,0 0-2 0,0-1 4 16,1 2-4-16,-1-2 0 0,0 3-2 0,0-3 4 16,3 2-2-16,-3-2 0 0,0 0 2 0,0 3 2 15,0-4 0-15,0 2 0 0,0 1 6 0,1-1-3 16,-1-1-3-16,0 0-40 0,0 2 49 0,1-1-46 15,-1-1 45-15,0 2-2 0,0 0-1 0,0-1-5 16,0 0 1-16,0 2-2 0,2-2-12 0,-2-1 14 16,0 3-8-16,1-3 2 0,-1 2-1 0,0-2 0 15,0 1-2-15,1-2 0 0,-1 3 1 0,0-1-2 0,0 0 2 16,1-1-1-16,1 1-1 0,-2 0-8 0,0-1 15 16,1-1-4-16,-1 1-1 0,0 1-2 15,0 1 1-15,0-3-1 0,1 2 3 0,1 0-4 0,-2 1 2 16,0 0-1-16,1-2 2 0,-1 1 1 0,0 0-2 15,0 1-10-15,1-1 12 0,-1 0 0 0,0 0 0 16,0-1-2-16,0 0-1 0,1 2 4 0,1-2-4 16,-2 1 1-16,0 0 1 0,1-1-2 0,-1 1 0 15,0 0 2-15,0-2-1 0,0 1-1 0,1 0 1 16,-1 2 1-16,2-2-5 0,-2 0 6 0,0 1 2 16,1 0-3-16,0 0-2 0,-1-1 2 0,0 2-2 15,0-1 1-15,0 1 1 0,0-2 2 0,0 3-5 16,0-5 2-16,0 4 1 0,1-1-1 0,1 1-41 15,-2-1 54-15,1-1-45 0,-1 3 46 0,0-3-41 16,0 2 46-16,0-1-41 0,0 1 43 0,2-1-40 16,-2 0 42-16,2-1-43 0,-2 1 42 0,0 0-43 15,1 0 30-15,-1 1-23 0,1-3 32 0,-1 0-35 0,0 1 43 16,0-2-38-16,0 1 39 0,0-8-38 0,1 15 42 16,-1-5-36-16,0-2 45 0,0 2-39 0,2 0 34 15,-2-3-41-15,0 4 38 0,1-2-43 0,-1 0 26 16,0 1-26-16,0 1 27 0,0-2-28 0,0 2 39 15,1-4-41-15,-1 3 38 0,2 0-41 0,-1-1 39 16,-1 3-41-16,1-2 41 0,-1-2-5 0,0 1-3 16,2-2-4-16,-2 2 2 0,1-1-6 0,-1 0-1 15,0 1-2-15,1-1 2 0,-1-1-2 0,0 1 3 16,0 1-5-16,1-2 2 0,1 1 0 0,-2-1-2 16,1 0 0-16,0 1 0 0,-1 1 0 0,0-2 0 15,2-1 0-15,-2-6-31 0,0 13 35 0,1-5-2 16,-1-8 0-16,0 12-3 0,1-6 1 0,-1-6-35 15,0 12 42-15,1-6-3 0,-1-6-1 0,3 11-37 16,-3-11 43-16,1 11-36 0,-1-11 39 0,0 12-38 16,0-12 29-16,0 12-24 0,0-12 36 0,1 10-35 15,-1-10 39-15,2 11-37 0,-2-11 37 0,0 10-39 0,0-10 38 16,1 11-37-16,-1-11 40 0,1 9-23 0,-1-9 20 16,0 12-35-16,0-12 38 0,0 9-36 15,0-9 39-15,0 9-35 0,0-9 32 0,1 11-37 0,-1-11 39 16,2 9-38-16,-2-9 37 0,0 7-41 0,0-7 39 15,1 9-38-15,-1-9 39 0,0 9-39 0,0-9 42 16,0 0-38-16,0 10 36 0,0-10-34 0,0 7 36 16,0-7-38-16,3 7 36 0,-3-7-34 0,0 0 34 15,0 10-34-15,0-10 37 0,0 0-37 0,2 9 32 16,-2-9-31-16,0 0 32 0,0 10-31 0,0-10 28 16,0 0-35-16,1 8 33 0,-1-8-32 0,0 0 36 15,2 9-34-15,-2-9 20 0,0 0-25 0,1 8 35 16,-1-8-32-16,0 0 34 0,0 0-38 0,0 0 37 15,1 6-35-15,-1-6 34 0,0 0-35 0,0 0 36 16,0 0-38-16,2 8 30 0,-2-8-39 0,0 0 29 16,0 0-48-16,0 0 9 0,0 0-43 0,0 0 11 15,0 0-74-15,0 0 11 0,0 0-102 0,0 0 14 0,0 0-105 16,0 0-32-16,0 0-72 0,0 0-57 0,0 0-19 16,-3-8-86-16,3 8-44 0,-1-9-349 15,-2 1-581-15</inkml:trace>
  <inkml:trace contextRef="#ctx0" brushRef="#br0" timeOffset="-80643.2">22222 4734 30 0,'2'-9'744'16,"-2"9"-189"-16,1-11-112 0,-1 11-70 0,0-9-79 16,0 9-71-16,0 0-43 0,0 0 7 0,0 0 24 15,0 0 14-15,-3 16-7 0,1-2-26 0,-1 5-14 16,1 5-20-16,0 2-21 0,-2 1-30 0,2 6-12 16,-2 1-16-16,3 0-14 0,-3-2-11 0,3 2-14 15,-2-1-4-15,3-1-45 0,-2-5 53 0,0-1-14 16,0-1-8-16,-1-1-5 0,2-2-2 0,-2-2-1 15,2-2-4-15,-2-1 2 0,2-2 2 0,-1-2-3 0,-1-3 1 16,3 1 4-16,-1-2 4 0,0-2 3 0,1-7-4 16,-4 8-6-16,4-8 0 0,0 0 2 15,0 0-52-15,-9-5 55 0,6 0-48 0,-1-3 47 16,2-1-4-16,-2-4-3 0,0-3 0 0,2-1-8 16,-1-5 4-16,2-2-13 0,0-2 5 0,-1-3-5 0,2-5 8 15,2 0-11-15,-1-2 10 0,3 1-11 0,1 0 7 16,2-7-3-16,1 6 7 0,1 4-17 15,2 4 18-15,2 0-6 0,-2 2 3 0,3 3-4 16,0 2 7-16,0 4-10 0,0 0 9 0,2 3-9 16,1 2 15-16,1 2-15 0,2 1 6 0,-2 6-2 0,1-1 4 15,1 4-5-15,0 1 1 0,0 4-1 0,2 1 6 16,-3 3-5-16,2 0 3 0,-5 4-7 0,2-1 6 16,-5 3-7-16,0-1 14 0,-6 0-19 0,0 1 12 15,-4 0-1-15,-3-1 5 0,-3 1-5 0,-4 1 7 16,-3 1-3-16,-2-2 7 0,-3 2-7 0,-2-3 7 15,-3 1-5-15,1-3 7 0,-1-1-5 0,-1 0 10 16,1-3-7-16,1-1 5 0,2-1-8 0,-1 0 7 16,4-4-10-16,0 1 11 0,1-1-34 0,1 0-9 15,12-2-21-15,-20-2-47 0,20 2-46 0,-15-2-60 16,15 2-61-16,-9-5-34 0,9 5-53 0,0 0-35 16,4-7-44-16,-4 7-38 0,12-8-261 0,-2 3-239 15</inkml:trace>
  <inkml:trace contextRef="#ctx0" brushRef="#br0" timeOffset="-80209.63">22748 4825 256 0,'12'-4'535'15,"-3"-4"-49"-15,-1 4-46 0,-2-3-40 0,-1 1-32 0,-1 2-29 16,-4 4-30-16,5-10-37 0,-5 10-46 0,-1-9-21 16,1 9-37-16,-8-5-25 0,8 5-22 15,-15-2-14-15,7 5-23 0,-3 1-12 0,-4 1-10 16,0 3-10-16,-2 2-14 0,-1 3-2 0,2-1-7 0,-1 5-7 15,2-5-5-15,0 5-1 0,4-3-3 0,0 0-8 16,1-1-6-16,5 0 1 0,1-1-7 0,2 0-8 16,0-3-3-16,4 1-11 0,0 0-16 0,3-4-7 15,0 0-37-15,6-1-11 0,-2-3-17 0,2 0-24 16,2-2 6-16,0-2 2 0,3 0 11 0,-2-3 14 16,3-1 23-16,-2 0 11 0,-1-2 14 0,0-1 19 15,0 1 9-15,-1-1 15 0,-1-1 22 0,-1-1 20 16,-2 1 14-16,0 1 28 0,-1-1 23 0,-2 4 21 15,-1-3 20-15,0 2-9 0,1 2-18 0,-6 5-34 16,8-8-5-16,-8 8-17 0,4-5-8 0,-4 5-6 16,0 0-18-16,0 0 9 0,-2 7 0 0,2-7-5 15,-2 11-2-15,1-4-1 0,0 2 0 0,1-3-11 16,0 3 6-16,0 1-2 0,2 0 4 0,0-1-6 0,0 0 6 16,3 0-10-16,-1-1-1 0,0 0-19 15,3-1-6-15,-1-2-36 0,0 1-24 0,3-2-74 16,-2 0-21-16,3-1-40 0,-10-3-92 0,20 0-26 0,-8 0-55 15,-1-3-58-15,3-2-299 0,0 0-255 0</inkml:trace>
  <inkml:trace contextRef="#ctx0" brushRef="#br0" timeOffset="-79742.74">23243 4812 275 0,'7'-10'520'0,"-2"0"-48"16,-1 4-40-16,-2 0-26 0,-2-1-56 0,1 0-49 15,-1 7-47-15,-1-10-35 0,1 10-26 0,-9-6-23 16,9 6-12-16,-19 0-14 0,9 2-18 0,-4 3-15 15,0 1-21-15,-2 4-21 0,0 0-11 0,0 2-18 16,0 0-2-16,-1 2-14 0,3 1 1 0,4-1-27 16,0-2-8-16,2 0-18 0,2 0-1 0,2-2-20 15,1 1-2-15,2-2-42 0,2-2-7 0,2 0-38 16,1-2-37-16,2 0-38 0,2-3-38 0,2 1-12 16,0-3 1-16,2-3 54 0,0 2-3 0,0-3 29 15,2-1-10-15,-3-2 77 0,1 1-6 0,3 0 84 16,-4-4-1-16,-1 2 79 0,0-2 6 0,-2 2 97 15,-2-1 1-15,2 3 33 0,-2-1 9 0,-1-1 15 0,-1 0 5 16,0 5-10-16,-2-3-23 0,-2 6-32 0,8-9-38 16,-8 9-14-16,4-3-15 0,-4 3-14 15,0 0 11-15,0 0 5 0,0 0-2 0,0 11-7 16,-1-4-6-16,-1 0-11 0,1 3-9 0,-3 1-4 0,3 0-8 16,0 1-5-16,-1 2-2 0,1-2-7 0,1 3-1 15,0-1-15-15,0 1 15 0,0-1-17 0,0 1 13 16,0-1-13-16,-2 3 17 0,0-3-3 0,0 1 13 15,-1 0-7-15,-1-2 15 0,-1 0-8 0,-2 0 9 16,0-1-14-16,0 0-2 0,-4-1-1 0,1 0-1 16,-1 0-6-16,-3-3 1 0,1 1 0 15,-1-1 0-15,-3-1-2 0,3 0-3 0,-4-4 1 0,0 1-4 16,2 0-17-16,-1-3-44 0,2 0-52 0,-2-2-53 16,2 0-59-16,-2-2-52 0,2-2-50 0,1 2-35 15,2-3-106-15,1 0-365 0,3-2-368 0</inkml:trace>
  <inkml:trace contextRef="#ctx0" brushRef="#br0" timeOffset="-79359.55">23443 4906 520 0,'8'-4'549'15,"0"1"-76"-15,0 0-67 0,0-1-52 0,-1-1-65 16,2 2-50-16,3-3-39 0,0-1-37 15,1 1-36-15,1-2-21 0,0 1-23 0,-1 0-11 0,0 0-14 16,0-3-2-16,-1 3 8 0,-1-3 7 0,0 2 5 16,-1-1 13-16,-3 3 23 0,-1 0 6 15,-1-3 1-15,-1 1-22 0,0 3-21 0,-3-1-16 16,-1 6-15-16,-1-11-9 0,1 11-5 0,-9-7-7 0,9 7-3 16,-15-3-4-16,15 3-6 0,-23 1-3 0,10 2 1 15,-2 1 0-15,-1 3-5 0,2 0-1 0,-4 3 4 16,3 0 8-16,-2 1-6 0,3 1 13 0,3 1 9 15,-1 2-1-15,3-1 8 0,2-2-7 0,-1 1 13 16,6 1-8-16,0-2 18 0,4 0-24 0,-1 0 19 16,4-1-27-16,1 1 23 0,3-2-36 0,0 1 24 15,3-2-24-15,-1-1 20 0,4-3-26 0,-2 1 20 16,1 0-29-16,0-5 16 0,-1 2-16 0,1-2 6 16,-1-1-43-16,0 1-16 0,-2-2-35 0,2 0-43 0,-3-1-34 15,0 1-61-15,2 0-50 0,-3-2-81 0,-1-1-92 16,-1 0-91-16,2 0-388 0,-4-1-511 0</inkml:trace>
  <inkml:trace contextRef="#ctx0" brushRef="#br0" timeOffset="-78976.68">24456 4518 87 0,'1'-12'438'16,"-1"2"-96"-16,0 1-32 0,0 2-46 0,-1-5-34 15,0 5-24-15,-1-2-25 0,-3 2-34 0,1-2-36 16,2 2-25-16,-2 2-18 0,0-1-16 0,-1 2-10 16,5 4-4-16,-14-4-12 0,14 4-5 0,-13 0-4 15,13 0-2-15,-19 4 10 0,9 3 9 0,-3 1-30 16,4 2 61-16,-4 3-38 0,1 3 57 0,1 3 8 0,0 5 0 15,-2 1 6-15,4 0-1 0,1 4 3 16,0 0-7-16,1 1-2 0,2 0 0 0,0-2 1 16,0 2-1-16,-1 1-7 0,2-7 5 0,-2 3 3 0,3 2-1 15,-1-4-9-15,-1-2 5 0,1 0-10 0,-2 0-9 16,2-2-10-16,-1 0-14 0,-2-1-1 0,2-1-6 16,-4-1-8-16,3-3-2 0,-1 0-4 0,1-1-6 15,-2 0-4-15,-1-2-32 0,0-2-74 0,0 2-69 16,-1-3-70-16,1 1-87 0,0-4-73 0,-1 0-57 15,2-2-536-15,1-2-581 0</inkml:trace>
  <inkml:trace contextRef="#ctx0" brushRef="#br0" timeOffset="-78792.5">24034 4974 301 0,'4'-13'602'15,"-1"2"-91"-15,0-1-46 0,3-1-44 0,0 1-65 16,3 1-31-16,-1-2-47 0,1 2-40 0,3 0-42 15,1-1-43-15,4-1-30 0,-1 2-24 0,2 1-21 16,0 1-18-16,1 1-22 0,3-1-43 0,-1 4-57 16,0-2-60-16,0 2-61 0,-2 0-52 0,0 1-67 15,0 1-62-15,-1 0-38 0,0 1-410 0,-3 2-344 0</inkml:trace>
  <inkml:trace contextRef="#ctx0" brushRef="#br0" timeOffset="-78359.69">24669 4751 283 0,'0'0'527'0,"9"-2"-59"0,-9 2-55 0,7-4-48 16,-7 4-56-16,0 0-56 0,4-6-34 0,-4 6-26 16,0 0-15-16,-8-4-14 0,8 4-21 0,0 0-17 15,-21 1-21-15,12 2-13 0,-1 1-14 0,0-1-13 16,-3 4-8-16,2 1-11 0,-3 1-9 0,2 1-8 16,-2 1-12-16,4-1 6 0,0 1-6 0,-2 1-2 15,3 0-2-15,3-1-2 0,1-1-5 0,-2 0-5 16,5 0-14-16,-1-2-5 0,3 2-9 0,0-4-6 15,3 1-15-15,1-2-20 0,1 0-27 0,1 0-21 16,3-3-27-16,-9-2-18 0,17 3-23 0,-17-3-8 16,20 0 2-16,-10-3 8 0,2-1 28 0,-2 1 30 15,3-2 59-15,-2-1-22 0,2-1 64 0,-3-1-16 16,-1 0 69-16,1 1-4 0,-2-3 25 0,0 1 42 0,-2 1 20 16,-1 0 10-16,2 1 10 0,-4 0 6 15,1 0-3-15,0 0-3 0,-4 7-21 0,4-9-23 16,-4 9-19-16,3-9-14 0,-3 9-10 0,0 0-12 15,0 0 3-15,0 0 8 0,0 0 1 0,-7 5-2 0,7-5-7 16,-2 10 3-16,-1-4-2 0,2 1 7 0,-2 0-3 16,3 1 1-16,0 0 0 0,0 0-5 15,0 1 2-15,1 0-3 0,3-1-5 0,-2 0-4 0,0 1-4 16,3-3-4-16,-1 1-5 0,1 0-5 0,2-1-28 16,-1-2-53-16,-1 0-40 0,-5-4-54 0,14 6-65 15,-14-6-83-15,14 3-72 0,-14-3-41 0,14-1-413 16,-14 1-381-16</inkml:trace>
  <inkml:trace contextRef="#ctx0" brushRef="#br0" timeOffset="-77926.58">24977 4804 432 0,'0'0'556'0,"-4"-9"-76"0,4 9-44 0,-2-8-39 15,2 8-70-15,-4-7-49 0,4 7-53 0,0 0-46 16,-4-5-37-16,4 5-21 0,0 0-7 0,-10 5-13 15,10-5-17-15,-8 7-14 0,2-2-13 0,2 3-11 16,-1-1-7-16,1 2-5 0,0-1-7 0,2 1-3 0,-1 0-6 16,3-1 0-16,0-1-2 0,0 1-3 0,1 0-2 15,1-1-6-15,2-1-10 0,-2 2-18 16,3-3-11-16,3-1-26 0,-2 0-25 0,3 0-23 16,-9-4-17-16,18 2-5 0,-18-2 6 0,18-2-7 0,-7 0 1 15,2 0 15-15,-2-2 12 0,1 0 21 16,-1-1 13-16,1-3 17 0,0 2 10 0,-2-3 8 0,0 1 15 15,-1 0 27-15,0-4 21 0,-2 3 19 0,0-1 23 16,0 3 15-16,-2-3 20 0,-1 3 14 0,-1-1 6 16,1 2 6-16,1 0-2 0,-4 1-22 0,-1 5-18 15,6-9-19-15,-6 9-20 0,2-7-10 0,-2 7-9 16,0 0-3-16,0 0-7 0,0 0-4 0,0 0 0 16,-5 7-4-16,5-7 2 0,-4 9-3 0,3-2-2 15,-1-1 2-15,0 1-3 0,2 2 2 0,0-1-1 16,0 1-3-16,2-2 4 0,0 3-5 0,-1-2 4 15,4 1-4-15,-1-2-5 0,0-1-31 0,1 0-37 16,2 1-36-16,0-3-39 0,0 0-56 0,0-1-85 0,-7-3-47 16,14 3-109-16,-14-3-406 0,17 0-389 15</inkml:trace>
  <inkml:trace contextRef="#ctx0" brushRef="#br0" timeOffset="-77643.63">25399 4562 442 0,'-3'-10'499'15,"2"1"-41"-15,0 2-49 0,-3 0-39 0,4 7-57 16,-1-11-58-16,1 11-44 0,-1-9-47 0,1 9-35 16,-2-7-25-16,2 7-24 0,0 0-12 0,0 0-20 15,0 0 14-15,0 0-23 0,-2 11 3 0,3-3-9 16,-1 4 17-16,0 0-10 0,0 1-4 0,1 6-6 15,-1-1-7-15,0 0-9 0,0 3 4 0,0 0-4 16,0-1-2-16,0 1-1 0,0-2 0 0,0 0-2 16,0-1-1-16,0 0 0 0,0-1-1 0,0 0-3 15,0-3-9-15,-1-2-57 0,0 0-49 0,1 1-64 16,0-4-82-16,0 0-75 0,0-2-61 0,0-7-454 16,2 11-391-16</inkml:trace>
  <inkml:trace contextRef="#ctx0" brushRef="#br0" timeOffset="-77276.22">25619 4534 625 0,'-3'-13'577'0,"3"1"-44"0,-1 2-32 15,1 0-61-15,0 3-30 0,-1-1-37 0,1 0-40 16,0 1-35-16,0 7-70 0,0-13-40 0,0 13-56 15,-2-7-15-15,2 7-37 0,0 0 2 0,0 0-37 16,0 0 10-16,0 0-20 0,-2 6-22 0,-1-1 18 16,2 6 7-16,-3 2-17 0,0 1 6 0,2 3-17 15,-1 2 15-15,-1 3-33 0,-1-1 29 0,3 2-19 16,-2 0 21-16,0 1-28 0,0-2 23 0,2 2-18 16,-1-2 18-16,2-3-19 0,-2 0 20 0,2 1-20 15,0-3 19-15,-1-1-14 0,2-1 22 0,-1-1-20 16,2 0 22-16,1-1-21 0,-1-1 39 0,2-2-23 0,-1 1 31 15,1-1-32-15,2-2 29 0,2 0-38 16,-3-1 24-16,4 0-34 0,0-2 27 0,-1 0-53 16,2 0 52-16,0-3-41 0,0 1 16 0,4-1-69 15,-13-2-31-15,21 0-54 0,-9-1-56 0,-2 0-64 0,3-2-46 16,-3-1-72-16,1 1-78 0,0-2-138 0,-1-2-368 16,-2 0-563-16</inkml:trace>
  <inkml:trace contextRef="#ctx0" brushRef="#br0" timeOffset="-77076.66">25505 4689 586 0,'-8'-4'552'16,"3"-1"-77"-16,5 5-96 0,-6-7-57 0,6 7-63 16,-4-6-50-16,4 6-41 0,6-8-36 0,-6 8-22 15,13-5-43-15,-2 2 6 0,0 1-38 0,2-1-51 16,3 2-40-16,1 1-58 0,2-3-64 0,0 3-54 15,0 0-5-15,3 0-93 0,1 0-35 0,-1 0-210 16,0 0-88-16</inkml:trace>
  <inkml:trace contextRef="#ctx0" brushRef="#br0" timeOffset="-76710.69">25933 4632 402 0,'0'0'434'16,"15"-2"-27"-16,-15 2-48 0,11-5-25 0,-11 5-34 0,5-4-41 16,-5 4-31-16,0 0-21 0,0 0-23 15,-3-8-11-15,3 8-7 0,0 0-24 0,-13 0-18 16,13 0-21-16,-14 3-15 0,14-3-14 0,-14 3-13 15,8-1-8-15,-3 2-12 0,1 1-4 0,3-2-5 0,-3 4-2 16,3-2-6-16,-1 0 1 0,4 0-1 0,2-5-4 16,-4 12-1-16,4-12-3 0,-2 11-2 15,4-4-2-15,0-1-5 0,2 3 2 0,2-2-3 0,1 1-2 16,-1 0 2-16,1 1-2 0,2-1-1 0,-1 1-4 16,0 0 1-16,1-1 1 0,1 1-10 0,-3-1 11 15,-1 0-1-15,1 0-3 0,1 0-3 0,-4-2 3 16,3 2-1-16,-2-3 1 0,-1 2 2 0,-2-2-3 15,3 0 0-15,-5-5 3 0,5 12 1 0,-5-12 1 16,0 8 1-16,0-8 3 0,-6 8 14 0,6-8 10 16,-10 6 16-16,2-2 10 0,0-1 1 0,-4-2 16 15,1 0 6-15,-1 0 1 0,0-1-4 0,1 0 11 16,-3 0-29-16,3 0 9 0,-1-1-25 0,1 0 12 16,0 0-29-16,1-1 13 0,1 1-22 0,0-2 16 15,9 3-42-15,-14-4-11 0,7 1-59 0,7 3-57 16,-9-6-73-16,9 6-67 0,-7-8-87 0,7 8-119 15,-4-7-114-15,4 7-396 0,4-11-587 0</inkml:trace>
  <inkml:trace contextRef="#ctx0" brushRef="#br0" timeOffset="-76459.52">26519 4721 186 0,'0'0'803'0,"0"0"-141"0,-1-7-65 16,1 7-95-16,0 0-55 0,0 0-70 0,0-9-53 15,0 9-78-15,9-5-27 0,-9 5-61 0,12-3-20 16,-1 1-40-16,-2 0-6 0,2 0-32 0,1 2-10 16,0-2-11-16,-1 1-4 0,3 1-31 0,-2 0-17 15,2 0-40-15,-1 0-51 0,-13 0-58 0,25 0-54 16,-15 1-48-16,3-1-60 0,-4 2-29 0,1 0-82 15,-10-2-18-15,18 2-386 0,-18-2-381 0</inkml:trace>
  <inkml:trace contextRef="#ctx0" brushRef="#br0" timeOffset="-76276.64">26545 4795 268 0,'-14'2'633'0,"5"0"-81"0,9-2-36 0,-18 2-24 16,18-2-43-16,-14 1-26 0,14-1-36 15,-10 2-7-15,10-2-78 0,0 0-10 0,-13 0-86 16,13 0-10-16,0 0-76 0,0 0 13 0,0 0-66 0,7-3 21 16,-7 3-55-16,16-2 6 0,-7 0-75 0,4 1-42 15,1 0-61-15,0 1-66 0,5 0-67 0,0-3-61 16,-1 3-72-16,3 0-75 0,0-2-135 0,-1 0-329 16,1 0-524-16</inkml:trace>
  <inkml:trace contextRef="#ctx0" brushRef="#br0" timeOffset="-75310.31">27694 4471 553 0,'0'0'423'0,"1"-10"-41"0,-1 10-63 15,-2-9-35-15,2 9-23 0,-5-9-65 0,1 3-12 0,4 6-43 16,-9-7-2-16,1 4-38 0,-1-1 5 0,0 2-28 16,0-1 10-16,0 2-24 0,-2-2-2 15,11 3-21-15,-22 0 8 0,22 0-12 0,-23 0 7 16,13 3-17-16,0-2 16 0,-2 1 5 0,1 2-2 0,0-1-4 15,-1-1-5-15,1 1-6 0,-3 1-2 0,2 2-2 16,0-2-4-16,-2 2 10 0,1-1 21 16,-1 1-15-16,1-2 21 0,1 3-16 0,0-3 9 15,3 1-14-15,-2-1 6 0,2 1-15 0,0-2 0 0,-1 2-17 16,3-1 7-16,0-1-12 0,0-1 7 0,7-2-13 16,-11 8 15-16,11-8-9 0,-9 4 12 0,9-4-8 15,-7 7 12-15,7-7-11 0,-1 7 9 0,1-7-11 16,4 6 6-16,-4-6-3 0,10 7-2 0,0-3-3 15,2 0-7-15,1-2-12 0,3 1-23 0,2 0-16 16,-1 0-4-16,2-3 2 0,-1 1 1 0,2-1 5 16,-1 0 7-16,-1 0 8 0,1-1 6 0,-2-1 4 15,2 1 8-15,0-2-2 0,-2 0 4 0,0 1 0 16,-2-1 8-16,0 0-1 0,-3-1 6 0,-1 0 12 16,-1 0 16-16,1 0 18 0,-1 0 9 0,-2 0 6 15,-1 1 8-15,-7 3-4 0,11-5-14 0,-11 5-2 16,11-6-8-16,-11 6-7 0,8-5-11 0,-8 5-2 15,6-5-5-15,-6 5-4 0,0 0-5 0,9-3 0 16,-9 3-4-16,0 0-3 0,6-4-3 0,-6 4 2 16,0 0-1-16,0 0-4 0,0 0 1 0,9-3 4 15,-9 3-2-15,0 0 0 0,0 0-3 0,0 0 4 16,0 0 1-16,0 0-3 0,0 0 2 0,0 0-1 16,0 0 0-16,0 0-1 0,0 0-2 0,0 0 3 15,0 0 0-15,0 0-3 0,0 0 3 0,0 0 2 0,0 0-2 16,0 0 2-16,-4 7-3 0,4-7 1 15,0 0 1-15,0 0-3 0,0 0 1 0,-3 5 5 16,3-5-6-16,0 0 2 0,0 0-1 0,-4 5 4 16,4-5-5-16,0 0 5 0,-3 9-2 0,3-9-1 0,-3 7 1 15,3-7-2-15,-2 10 3 0,0-4-1 0,-1 1-4 16,3 1 6-16,-2 1-1 0,0 1 0 0,0 1 2 16,0 2-2-16,0-1-2 0,-1 1 2 15,3 3-5-15,-2-1 5 0,0 1 1 0,1-1 0 0,0-1-3 16,-3-1 1-16,4 1 3 0,0-2-3 15,-2 1-5-15,2-2-10 0,-2 1 22 0,1-1-3 0,0-1-1 16,-1 1 13-16,1-4 20 0,1 0-1 0,0 0 11 16,-1 0 7-16,1-7 12 0,-1 12 4 0,1-12 13 15,0 10 1-15,0-10 35 0,-2 8-19 0,2-8 41 16,0 7-33-16,0-7 27 0,0 0-18 0,0 9 20 16,0-9-23-16,0 0 9 0,0 0-20 0,0 6-10 15,0-6-31-15,0 0 1 0,0 0-23 0,0 0 3 16,0 8-23-16,0-8 6 0,0 0-34 0,0 0-38 15,0 0-77-15,0 0-36 0,0 0-75 0,0 0-73 16,3 6-84-16,-3-6-83 0,0 0-69 0,0 0-84 16,0 0-612-16,-10 5-849 0</inkml:trace>
  <inkml:trace contextRef="#ctx0" brushRef="#br0" timeOffset="-66427.27">8097 9153 186 0,'-3'-9'451'0,"2"2"-38"0,-4 1 3 0,3-1-18 16,2 7-16-16,-4-10-49 0,4 10-59 0,-5-10-58 15,5 10-51-15,-4-5-37 0,4 5-23 0,0 0-20 0,-1 10 19 16,1-4 22-16,1 7-4 0,1 3 2 16,1 2 2-16,1 6-10 0,0 1-22 0,2 4-18 15,-2 1-2-15,2 3-11 0,-3-2-5 0,2-1 8 16,-1 0-10-16,0 2-2 0,-1-6-13 0,1-2-9 16,-1 3-6-16,-1-4-5 0,2-2-3 0,-3-3-3 15,2 0 6-15,-2-2-11 0,2-4-1 0,-2-1 5 16,0 3 2-16,1-7 4 0,-1 3 0 0,-1-10-6 0,0 8-2 15,0-8-1-15,0 0-3 0,0 0-1 16,0 0 1-16,-9-3 3 0,5-2-4 0,2-6-1 0,-1 1-1 16,-1-5 0-16,2-2 0 0,-3-5-2 15,1-2 4-15,0-3-4 0,0-6-3 0,1 0 0 0,1-2 0 16,-2-2-43-16,3 1 52 0,-2-1-45 0,3 2 48 16,0-2-3-16,0 4-2 0,0 5-3 0,3 0 0 15,-2 4-1-15,4-1-3 0,-2 4-3 0,1 1-1 16,0 3 0-16,2 3-3 0,0-1 6 0,3 3-2 15,0 3-4-15,1 1 0 0,1 3 0 0,0 1-1 16,-1 1-2-16,3 6 0 0,1-2-9 0,0 3-12 16,-1 2-13-16,1 2-4 0,0 0-41 0,0 6 55 15,-1 0-33-15,0-2 54 0,-6 1-41 0,1 2 54 16,-3-1 1-16,-2 0 1 0,-2 2 0 0,-2 0 3 0,-2 1 1 16,-2-3-3-16,-3 0 1 0,1 1 1 15,-3-2 0-15,1-1 0 0,-2-1 2 0,-1 0 2 16,0-3-3-16,2 1 0 0,-3-4-2 0,3 1-1 15,0-1-1-15,1 0-27 0,0-3-42 0,9-2-12 0,-14 3-57 16,14-3-45-16,-11 2-105 0,11-2-56 0,0 0 19 16,0 0-75-16,0 0-46 0,0 0-341 15,8-6-308-15</inkml:trace>
  <inkml:trace contextRef="#ctx0" brushRef="#br0" timeOffset="-66028.54">8771 9116 592 0,'0'0'488'0,"1"-6"7"0,-1 6-41 0,-9-6-44 16,9 6-60-16,-17-2-50 0,7 3-79 0,-4 0 11 15,-1 2-79-15,-2 1 24 0,-1 3-76 0,-1 3 25 16,1-1-71-16,0 4 39 0,-1-1-25 0,1 5-16 16,0 1-10-16,5-1-11 0,1 1-3 0,3-1-7 15,1-1-9-15,4 0-32 0,1-2-12 0,0-2-8 16,3 2-11-16,3-3-8 0,0-2-5 0,4 0-2 15,-1-3-32-15,3-2 4 0,1-1-35 0,0-2 7 16,2-2-55-16,2-3 4 0,0 1 3 0,1-5 27 0,1-1 30 16,-1 1 22-16,-1-4 19 0,0 1 15 15,-2 2 14-15,-2-3 35 0,0 1 34 0,-1-1 35 16,-1 0 30-16,1 3 16 0,-6-2 33 0,3 2 37 0,-4 0 12 16,2 1-11-16,-3 1-49 0,3 2-5 0,-4 5-23 15,0-8-64-15,0 8 33 0,0 0-15 0,0 0-10 16,0 0-8-16,-5 10-8 0,5-3-6 0,-1 0-1 15,1 3-9-15,0 0 0 0,0 2-4 0,1-2 6 16,3 2-9-16,-3 0 9 0,3-2-12 0,2 3 9 16,1-2-16-16,-2 0-23 0,3-3-47 0,-2 2-27 15,3-5-65-15,0 4-18 0,1-6-97 0,3-1-3 16,0-1-62-16,2-1-24 0,2-1-60 0,0-4-270 16,0-1-207-16</inkml:trace>
  <inkml:trace contextRef="#ctx0" brushRef="#br0" timeOffset="-65561.49">9150 9175 52 0,'5'-10'558'0,"-4"0"-85"16,1 2-80-16,-5 1 23 0,2 0-32 0,-4 2-46 0,-2 0-25 16,7 5-34-16,-15-5-27 0,15 5-27 15,-20 2-70-15,7 3 30 0,-2 2-25 0,2 1-28 16,-3 2-28-16,4 2-19 0,-2 2-18 0,2 1-12 16,3 2-11-16,2-4-7 0,0 1-13 0,4 0-29 0,2-2-24 15,1-2-13-15,1 0-25 0,2-1-4 0,1-1-23 16,1-2-6-16,4-2-51 0,-9-4 2 15,14 4-54-15,-14-4-9 0,19-2 3 0,-10-1 39 0,0-1 5 16,2-2 29-16,0-1 23 0,-1-2 24 0,0-1 39 16,-1 3-12-16,0-5 18 0,-1 4 32 0,-2-1 32 15,-1 0 0-15,0-2 71 0,-1 4-18 0,0-2 69 16,1 2-28-16,-2 1 48 0,-1 0-67 0,-2 6 25 16,4-8-74-16,-4 8 32 0,0 0-58 0,4-5 39 15,-4 5-12-15,0 0-4 0,4 8 3 0,-3 0-7 16,0 0-2-16,2 4-2 0,-2-1 0 0,3 3 5 15,1 5-7-15,0-1 5 0,0 4 11 0,2-1 3 16,-2 2-12-16,1 0-4 0,-2-1-3 0,1 1 7 16,-1-2 12-16,-1 2 19 0,-1-5 5 0,-2 3-4 15,0-3 1-15,0 0 4 0,-2 1 0 0,-2-1 4 16,0-3-3-16,-3 2-41 0,0-2 42 0,-1-2-44 16,-1-1 45-16,-3 0-47 0,0-2 45 0,0-1-50 0,-2-2 36 15,2-1-53-15,-5-1 39 0,4-3-53 0,-3 0 39 16,0-4-71-16,0 1 9 0,-1-3-37 0,-1-1-45 15,0-3-43-15,2 1-40 0,0-3-25 0,4 3-67 16,1-5-23-16,1 2-104 0,2-1-30 0,5-2-79 16,1 1-325-16,4 0-389 0</inkml:trace>
  <inkml:trace contextRef="#ctx0" brushRef="#br0" timeOffset="-65245.07">9458 9303 301 0,'18'-8'513'0,"2"-1"-5"0,-3 1-30 0,-2-1-23 15,-2 0-59-15,1-2-42 0,-1 2-31 0,0-1-70 16,-2 0 26-16,-2-1-64 0,0-1 31 0,0 3-66 16,-3-4 35-16,1 4-61 0,-3 0-3 0,1 0-14 0,-3-1-10 15,-1 4-15-15,-1-1 7 0,0 7-46 16,-2-11 8-16,2 11-37 0,-10-7-13 0,10 7-9 16,-14-1-8-16,5 5 0 0,-3 0-2 0,2 2 2 15,1 2-6-15,-2 2 21 0,3 2-33 0,0-2 29 0,1 5-33 16,2-1 28-16,1 0-25 0,1-2 16 15,3 1-20-15,3 1 31 0,1-2-32 0,1 2 30 16,3-1-23-16,2-2 23 0,0 0-29 0,1-2 28 0,2 0-30 16,1-5 25-16,0 3-29 0,-1-3 13 0,2-2-38 15,-3-1 22-15,2-1-55 0,-1 0 21 0,-1 0-62 16,1-3 23-16,-4 1-32 0,4 0-31 0,-3-3-38 16,-1 2-47-16,1 1-39 0,-2-1-53 0,-8 3-58 15,12-9-43-15,-12 9-51 0,11-6-435 0,-11 6-487 16</inkml:trace>
  <inkml:trace contextRef="#ctx0" brushRef="#br0" timeOffset="-64845.48">10516 9099 150 0,'-5'-6'849'0,"2"-1"-197"16,1 3-37-16,2 4-51 0,-5-9-104 0,5 9-47 0,-5-8-131 15,5 8-20-15,-3-6-100 0,3 6 11 0,0 0-76 16,0 0 14-16,8 4-63 0,-4 1 32 0,2 2-54 16,-1 0 37-16,5 4-47 0,-1-1 28 0,-2 2-51 15,-1 1 40-15,0-1-56 0,1 1 45 0,-3 0-46 16,-2-3 46-16,2 2-14 0,-3-2 7 0,2 0-2 15,-2-3-3-15,-1 3 6 0,0-4 0 0,0-6-5 16,-1 12 5-16,1-12 15 0,-4 6-28 0,4-6 49 16,0 0-37-16,0 0 44 0,0 0-50 0,-6-2 38 15,6 2-54-15,0-12 44 0,0 5-47 0,1-1 4 16,0-3-3-16,2 0 3 0,2-1-1 0,0-2 11 16,0-1 31-16,0 3-52 0,2-2 40 0,-1-1-72 15,4 2 3-15,-2 2-95 0,2-1-12 0,0 0-68 16,2 2-73-16,1-1-82 0,1 3-42 0,0 3-41 15,2-3-71-15,-3 4-339 0,6 1-422 0</inkml:trace>
  <inkml:trace contextRef="#ctx0" brushRef="#br0" timeOffset="-64528.53">10917 9179 337 0,'0'0'574'0,"0"0"-118"16,-10-3 21-16,10 3-76 0,-5-5-33 0,5 5-112 15,-1-13-4-15,2 7-93 0,2-4 10 0,0 0-77 16,1-1 23-16,2 1-62 0,0-4 37 0,-1 2-16 16,-1 2 7-16,0-1 14 0,-2 0 6 0,1 0-1 15,-1 3-2-15,-2-2-6 0,0 3-15 0,-2 0-15 16,-1 0-12-16,-1 3-11 0,-1-1-4 0,5 5-10 16,-13-4-5-16,13 4-4 0,-20 3-3 0,10 2-46 15,-2 1 50-15,1 4-46 0,-2 0 54 0,4 2-51 16,0 0 47-16,1 3-45 0,-1-1 47 0,4 2-47 15,3-2 50-15,-1 0-3 0,3 1-3 0,0-2-3 0,4 2-1 16,1-3-5-16,4 1 4 0,0-3-55 16,1 0 21-16,2-4-28 0,-1 2-37 0,2-3-48 15,4-1-53-15,-3-4-72 0,4 0-76 0,1-2-57 0,-1-2-35 16,2-4-39-16,3 0-321 0,-2 1-308 0</inkml:trace>
  <inkml:trace contextRef="#ctx0" brushRef="#br0" timeOffset="-64278.44">11270 8911 13 0,'1'-17'638'0,"-1"0"-126"0,-1 2-13 0,0 1 17 0,-2-1-65 16,-1 1-46-16,2 3-30 0,-3 0-40 0,1 0-41 15,-1 3-53-15,1 0-55 0,0 1-33 0,0 2-37 16,4 5-23-16,-11-5-21 0,11 5-11 0,-13 7-17 16,7 1-4-16,-1 4-1 0,2 2-15 0,0 3-3 15,0 4-43-15,1 4 47 0,0 6-47 0,2-1 10 16,-1 5 44-16,-1 2-42 0,2-1 39 0,-1 2-47 15,2-3 43-15,-3-1-44 0,3 2 49 0,0-1-52 16,-1 0 27-16,0-3 1 0,-1-3-4 0,2-3 4 16,-2 1-33-16,3-4-33 0,-4-2-45 0,3-3-57 15,-2 0-59-15,2-2-75 0,-3-1-88 0,2-5-78 0,-3 2-68 16,2-6-385-16,-2 1-485 0</inkml:trace>
  <inkml:trace contextRef="#ctx0" brushRef="#br0" timeOffset="-64145.51">11017 9276 10 0,'0'-17'562'0,"1"1"-131"16,2 0-56-16,-1-1-58 0,4 1 6 0,1 1-116 15,2-2 2-15,0 2-94 0,4-1 21 0,0 0-36 16,1 2-82-16,2 2-113 0,-3 0-88 0,5 0-111 16,-2 3-414-16,1-1-214 0</inkml:trace>
  <inkml:trace contextRef="#ctx0" brushRef="#br0" timeOffset="-63794.58">11405 9186 408 0,'0'0'564'16,"0"0"-129"-16,-14 0-14 0,14 0-111 0,-3-6-16 15,3 6-107-15,2-9 9 0,2 0-76 0,2 1 10 16,3-1-68-16,0-1 31 0,3-1-21 0,-1 1-14 15,-1-2-12-15,3 3-9 0,-4-2-6 0,0 1-5 0,1 1-6 16,-3 0 11-16,-2 1 14 0,-1 1-1 16,-2 0-10-16,-2 7-1 0,2-10-12 0,-2 10-4 15,-7-8-6-15,7 8 4 0,-10-2-7 0,10 2-1 0,-19 2 9 16,8 3-13-16,0 0-1 0,-2 1-41 0,2 3 55 16,-1-1-42-16,1 4 51 0,-2 0-33 0,4-1 55 15,1 1-1-15,2 1 2 0,0-1-8 0,2 1-5 16,1-2 11-16,3 1-18 0,3 0-3 0,1-3-3 15,3 4-2-15,2-4-4 0,3 1-11 0,0-4-47 16,3 1-61-16,1-2-57 0,1-3-64 0,1 0-44 16,-2-1-30-16,2-2-15 0,1-1-12 0,-1 0-24 15,-1-2-10-15,-2-3-173 0,3 3-37 0</inkml:trace>
  <inkml:trace contextRef="#ctx0" brushRef="#br0" timeOffset="-63495.39">11678 9166 844 0,'9'-9'216'0,"-3"2"32"0,0-1 21 0,1 1-6 15,-2-2 83-15,0-1-47 0,-1 3 49 0,0-3-49 16,-2 1 36-16,2 0-61 0,1 1 21 0,-2-1-74 15,-1 3 14-15,2-3-89 0,-1 3 13 0,-1-1-74 0,2 2 24 16,-4 5-63-16,6-7 31 0,-6 7-61 0,11-5 38 16,-11 5-54-16,0 0 44 0,16 2-48 15,-16-2-11-15,14 6-10 0,-7 1-15 0,-1 0-24 16,-1 0-26-16,0 3-19 0,2 0 36 0,-4 0-61 0,0 1 59 16,0-1-32-16,-1 2 63 0,-2 0-35 0,-1-2 63 15,0 1-48-15,-2-1 60 0,2-2 1 0,-2 2 5 16,1-3 3-16,-2 0 27 0,0-2-4 0,4-5 72 15,-6 7-28-15,6-7 63 0,0 0-45 0,-9 3 45 16,9-3-62-16,-3-5 2 0,3 5-6 0,0-10 3 16,1 3-11-16,3-1-5 0,-2-3-6 0,3 3-11 15,0-6-13-15,4 2-4 0,-3 0-8 0,3-3-1 16,4 2-5-16,-2 0 37 0,2-1-61 0,1 1-5 16,-1 1-99-16,2 0-8 0,-2 2-58 0,1 2-49 15,0 1-51-15,1 0-83 0,0 2-77 0,0 1-44 16,-4 1-512-16,2 0-602 0</inkml:trace>
  <inkml:trace contextRef="#ctx0" brushRef="#br0" timeOffset="-63178.45">12171 9116 603 0,'0'0'482'0,"0"0"-22"0,-11-2 24 0,11 2-97 15,-3-5-34-15,3 5-105 0,-1-12 2 0,4 4-99 16,0 0 15-16,-1-1-34 0,4 0-25 15,-1-1-23-15,0 0-17 0,0 1 0 0,1-1-20 0,-2 0 8 16,1 3 17-16,-2-2 4 0,-1 1-1 0,1 1-8 16,-3 7-21-16,0-13-8 0,0 13-9 0,-4-9-8 15,4 9-3-15,-10-4-4 0,10 4-1 0,-15 1-4 16,6 1-4-16,-2 2-1 0,1 0-1 0,0 3-43 16,0 3 51-16,-2-2-42 0,3 3 46 0,0 1-46 15,3-1 50-15,0 3-42 0,2-2 46 0,1-2-46 16,2 3 50-16,1-3-47 0,1 1 49 0,3 2-45 15,1-4 44-15,2 3-47 0,0-3 40 0,2-1-46 16,3-1-54-16,-1-2-61 0,2 1-66 0,-1-3-70 0,3-3-54 16,0 2-38-16,-1-4-27 0,3 2-30 0,-2-4-324 15,0-1-260-15</inkml:trace>
  <inkml:trace contextRef="#ctx0" brushRef="#br0" timeOffset="-62807.9">12398 9060 179 0,'4'-7'447'0,"-4"0"-26"0,0 7 7 16,3-10-8-16,-3 10 4 0,0-12-39 0,0 12-31 15,0-7-45-15,0 7-48 0,0-9-106 0,0 9 14 16,0 0-37-16,0 0-27 0,0 0-20 0,0 0-16 16,0 0-58-16,0 0 41 0,-3 11-48 0,4-5 37 15,-1 1-49-15,2 0 46 0,-2 2-48 0,0-1 43 16,1 1-50-16,-1-1 45 0,0 0-60 0,0 0 25 16,0 0-56-16,0-8 43 0,0 13-48 0,0-13 49 15,1 9-52-15,-1-9 52 0,0 0-48 0,1 7 60 16,-1-7-46-16,0 0 54 0,8-2-44 0,-8 2 55 15,7-8-47-15,-2 6 50 0,0-6-44 0,1 1 45 16,1 0-42-16,-1-3 56 0,2 1 4 0,2-1 5 16,-2 0 5-16,1-1 3 0,1 3 0 0,-1-2 5 0,0 2-6 15,-3 0-3-15,4 3 2 0,-1-1 1 16,-2 1-4-16,1 0-2 0,0 3-36 0,-8 2 41 16,16-2-45-16,-16 2 50 0,17 3-46 0,-9-1 46 0,2 3-50 15,-1 1 44-15,0 0-52 0,-1 1 48 0,1 3-51 16,-3-1 5-16,1 1 0 0,-1-2 6 15,-1 2 36-15,-1 0-66 0,0 1 4 0,-2-2-90 16,1-1-10-16,-2 2-109 0,-1-2-29 0,1-2-76 0,-1 4-80 16,0-10-85-16,-1 9-357 0,1-9-410 0</inkml:trace>
  <inkml:trace contextRef="#ctx0" brushRef="#br0" timeOffset="-62279.36">12941 8985 238 0,'3'-7'612'0,"-2"-1"-78"0,-1 8-44 16,3-9-31-16,-3 9-72 0,-5-10-52 0,5 10-45 16,-8-4-52-16,8 4-38 0,-12-3-24 0,12 3-22 15,-17 5-20-15,5 0-60 0,1 2 38 0,-2 1-70 16,1 1 38-16,-3 3-60 0,2 1 41 0,-1 0-55 16,5-2-1-16,0 3 44 0,2-2-51 0,2 0 42 15,2-1-54-15,0-1 34 0,3 1-66 0,2-2 30 0,2 0-78 16,-1-3 19-16,5 1-81 0,1 0-5 15,1-5-105-15,2 1-7 0,0-1-31 0,1-2-12 16,4 0 10-16,-2-2 24 0,3-1 27 0,1 1 26 0,-1-2 19 16,4-4 29-16,-1 0 45 0,0 2 42 0,1-4 51 15,-2 1 50-15,1 0 50 0,-1-1 47 0,-2-1 38 16,0 0 46-16,-3 1 31 0,1-3 29 0,-4 4 18 16,-1-1-12-16,-2 1 26 0,-2-2 4 0,1 5 3 15,-2-4-11-15,-3 3-21 0,1 1-26 0,-2-1-38 16,-2 7-77-16,0-7 17 0,0 7-29 0,-5-8-16 15,5 8-55-15,-9-1 47 0,9 1-52 0,-9 4 14 16,9-4-27-16,-13 8 42 0,8-4-52 0,-1 3 37 16,1 0-43-16,-2 3 40 0,4 0-46 0,0-1 5 15,0 1 2-15,2 2 0 0,2-3 2 0,2 2 2 16,0 0 2-16,3-2-27 0,0 0 12 0,3 3-87 16,2-4 4-16,1 0-67 0,1-4 22 0,2 2-71 15,-1 0 19-15,4-4-63 0,-2 1 48 0,1-2-28 0,0-1 60 16,-2 0-3-16,1-1 56 0,-1 1-1 0,-2-3 25 15,2 2 54-15,-3 0-12 0,-1-4 24 16,1 3 38-16,-3-1 22 0,1 1 56 0,-10 2-47 16,15-3 42-16,-15 3-58 0,11-5 22 0,-11 5-83 0,8-4 4 15,-8 4-82-15,7-3-73 0,-7 3-59 0,0 0-159 16,0 0-273-16,4-5-189 0</inkml:trace>
  <inkml:trace contextRef="#ctx0" brushRef="#br0" timeOffset="-61411.76">14470 8814 63 0,'2'-7'638'0,"-2"7"-152"0,3-10-22 15,-3 10-25-15,-2-12-51 0,2 12-62 0,-3-9-44 16,3 9-41-16,-8-12-37 0,4 7-38 0,-1 2-35 16,-1-4-25-16,6 7-25 0,-14-6-15 0,14 6-12 15,-12-2-12-15,12 2-12 0,-11-2-4 0,11 2-6 16,-12 2-7-16,12-2 0 0,-9 3-1 0,9-3-3 16,-9 7 0-16,9-7-3 0,-2 9 0 0,2-9 1 15,0 10 4-15,0-10-6 0,5 12 1 0,0-4-1 16,0-1-2-16,4-1 1 0,1 2-10 0,0 1-8 15,3 2-11-15,-3-4-5 0,3 3-2 0,0-1 6 16,-3 1-1-16,2-2 3 0,-1 3 5 0,-1-1 3 16,-2 0 4-16,2-1 1 0,-5 2 2 0,1-2 4 15,-4 0 9-15,1-1-2 0,-2 1 18 0,-2-1 17 16,-2 1-29-16,1-1 75 0,-5 0-32 0,2 1 66 16,-4-4-40-16,0 3 56 0,0-3-34 0,-5 0 18 15,4-1 25-15,-2 2-6 0,-2-4-2 0,3-1 3 16,-3 1-7-16,2-1-4 0,-3-1-15 0,15 0-22 0,-22 0-2 15,11-1-17-15,-1 1-8 0,3-2-15 0,-1-1-9 16,10 3-16-16,-13-4-34 0,7 1-23 0,6 3-76 16,-10-5-57-16,10 5-4 0,-5-8-104 0,5 8-18 15,0-9-65-15,0 9-87 0,3-8-109 0,4 4-102 16,-4-1-312-16,5 0-561 0</inkml:trace>
  <inkml:trace contextRef="#ctx0" brushRef="#br0" timeOffset="-61095.48">14711 8697 596 0,'-5'-10'582'0,"4"1"-34"0,-3 2 41 0,3 1-52 0,-2 0-31 16,3 6-69-16,-4-10-76 0,4 10-75 15,-2-8-67-15,2 8-44 0,-4-6-40 0,4 6-24 16,0 0-27-16,-3 6-13 0,3 0-10 0,0 3-8 15,0 3 1-15,0 1-5 0,-1 3-10 0,2 4-10 0,-1-1-36 16,0 1 41-16,0 2-44 0,0 1 41 0,0 1-40 16,2 0 38-16,-1-1-44 0,0-3 2 0,-1 1 3 15,3-2 7-15,-2 0-1 0,2-1 6 0,-1-1 2 16,-1-1-4-16,2-1 4 0,2-3 3 0,0 1 3 16,0-2-1-16,2-4-1 0,2 1 1 0,-1-3-61 15,3 0-25-15,-1-2-122 0,4-2-16 0,-1-1-106 16,2 0-35-16,-1-2-89 0,1-1-72 0,1-1-96 15,-1-1-268-15,-2 1-440 0</inkml:trace>
  <inkml:trace contextRef="#ctx0" brushRef="#br0" timeOffset="-60912.16">14628 8961 585 0,'-16'0'519'0,"1"-3"-25"16,3 2-3-16,0-2-31 0,3 2-47 0,9 1-47 15,-19-4-57-15,19 4-51 0,-12-2-53 0,12 2-46 16,-7-4-33-16,7 4-30 0,0 0-52 0,4-11-73 16,2 9-70-16,3-2-74 0,4-2-70 0,2 1-83 15,2 1-71-15,-2 1-105 0,4-1-366 0,-1-1-419 16</inkml:trace>
  <inkml:trace contextRef="#ctx0" brushRef="#br0" timeOffset="-60579.53">14891 8903 150 0,'0'0'682'0,"0"0"-100"16,0 0-48-16,-6 5-54 0,6-5-102 0,0 0-73 15,0 0-62-15,-4 5-49 0,4-5-18 0,0 6-17 16,0-6-16-16,4 12-23 0,-1-4-20 0,0 0-19 16,1 1-17-16,0 0-11 0,0 4-54 0,1-4 43 15,-1 2-51-15,1-2 46 0,0 3-49 0,-3-2 44 16,1 0-46-16,1-1 46 0,-3 1-48 0,2-3 49 15,-2 1-49-15,0-1 51 0,-1-7-42 0,2 12 52 16,-2-12-41-16,-3 7 63 0,3-7-37 0,0 0 69 0,-4 10-47 16,4-10 42-16,0 0-18 0,0 0-4 0,-9-3-7 15,9 3-4-15,-1-7-5 0,1 7-11 16,0-10 30-16,1 3-57 0,-1 1 39 0,3-2-50 16,1-1 33-16,-1 1-50 0,3-2 32 0,-1 1-43 0,4-1 6 15,-2 0-83-15,2 1 2 0,2-2-47 0,0 2-45 16,-2 1-51-16,5-1-45 0,-2 3-59 15,-1-3-48-15,3 2 5 0,-1 2-33 0,0 1 5 0,-2-1-383 16,-2 2-323-16</inkml:trace>
  <inkml:trace contextRef="#ctx0" brushRef="#br0" timeOffset="-60444.48">15180 8935 557 0,'4'4'265'0,"1"1"2"0,0 0 2 16,0 2 17-16,-1 1-47 0,-1-2 52 0,1 2-67 16,-2 0 24-16,1 1-79 0,1-1 16 0,-2-1-77 15,2 0 20-15,-3 0-63 0,2-1 26 0,-1 2-57 16,-2-8 33-16,3 11-54 0,-2-4 31 0,-1-7-123 15,4 8-20-15,-4-8-85 0,1 7-59 0,-1-7-53 16,0 0-145-16,0 0-259 0,4 5-207 0</inkml:trace>
  <inkml:trace contextRef="#ctx0" brushRef="#br0" timeOffset="-60329.13">15221 8845 32 0,'-4'-9'457'0,"2"1"-48"0,-1 1-105 0,3 7-31 15,-4-10-105-15,4 10-19 0,-2-8-118 16,2 8-37-16,0 0-92 0,-4-6-76 0,4 6-312 0,0 0 28 16</inkml:trace>
  <inkml:trace contextRef="#ctx0" brushRef="#br0" timeOffset="-59929.43">15346 8906 342 0,'0'0'476'0,"0"7"-90"16,0-7-34-16,0 0-20 0,0 9-28 0,0-9-48 15,0 10-49-15,3-3-33 0,-2-2-40 0,0 3-30 16,1 1-14-16,0-1-63 0,1 1 37 0,-2 0-53 16,3-1 42-16,-2 1-53 0,1-3 4 0,2 3-75 15,-1-4 33-15,0 1-55 0,0 0 17 0,-4-6-33 0,9 6 11 16,-9-6-14-16,11 4 9 0,-11-4 18 0,13-2 15 15,-13 2 15-15,11-3 13 0,-2-2 8 16,-2 1 30-16,-1-3 13 0,2 3 20 0,1-4 20 16,-2 0 15-16,1 1 16 0,-2-1 5 0,4-1 12 0,-2-1 7 15,1 3 8-15,-2-4 3 0,0 5 21 0,1-1-26 16,-3-1 15-16,1 4-30 0,3-1 14 0,-9 5-30 16,11-8 14-16,-11 8-23 0,11-1-6 0,-11 1 2 15,14 1-11-15,-14-1-10 0,12 7-8 0,-6-2-6 16,2-1-5-16,-2 1-5 0,0 3 0 0,2-3-7 15,-3 3-2-15,4-1-5 0,-1-1-59 0,-2 2-68 16,2-1-65-16,1-2-66 0,-1 2-58 0,-1-4-71 16,3 2-81-16,1-2-339 0,-1-1-327 0</inkml:trace>
  <inkml:trace contextRef="#ctx0" brushRef="#br0" timeOffset="-59396.42">16029 8901 519 0,'0'-7'526'0,"0"7"-42"15,-3-10-36-15,0 2-42 0,0 4-42 16,3 4-53-16,-10-7-34 0,2 4-38 0,8 3-28 16,-17-2-29-16,6 4-20 0,-1 1-9 0,0 3-20 0,-3-2-21 15,1 5-24-15,2-1-15 0,0 1-16 0,-3 4-9 16,3 0-10-16,1-1-46 0,2 0 46 16,1 1-47-16,2-2 28 0,2-1-70 0,0 2 27 15,2-4-61-15,2 0 24 0,0 1-67 0,2-4 24 0,2 2-89 16,0-2 11-16,-4-5-73 0,11 5 15 0,-11-5-15 15,18 3 19-15,-18-3 38 0,18-3 0 0,-7 0 26 16,1 1 28-16,-2-3 28 0,2 0 18 0,-2 0 41 16,0 0 42-16,0-4 50 0,-3 4 45 0,0 0 47 15,1-2 35-15,-2 1 22 0,-1 1 19 0,1 1 5 16,-2-3-7-16,-4 7-20 0,7-6-33 0,-7 6-31 16,4-7-28-16,-4 7-11 0,0 0-22 0,8-4-8 15,-8 4-5-15,0 0 6 0,0 0 4 0,0 10-6 16,0-10 4-16,0 11-14 0,0-3-52 0,0 1 52 15,0 2-50-15,1 0 47 0,0 0-46 0,-1 3 44 16,3 3-52-16,-2-2 50 0,3 3-6 0,-3-3-7 16,2 4-1-16,-1-2 0 0,2 1-6 0,0 1 0 15,-2 0-1-15,1-1-2 0,-2 0 0 0,2-1-1 0,-2 2 3 16,-1-2-2-16,0 1 0 0,-1-2 1 0,1 1 8 16,-3-3 13-16,1 0 5 0,-2 2 3 0,-2-2 1 15,-1-2 0-15,-1 1-4 0,1 0 5 0,-6-2 5 16,4 0-1-16,-5 0 1 0,4-4 6 0,-2 3-1 15,-3-3 0-15,2 0-6 0,-2 0-5 0,1-2-11 16,-1-2 1-16,-1 1-3 0,2-2-7 0,0-1-5 16,0-1 3-16,1 0-19 0,-1-1-58 0,-1-3-68 15,1 0-83-15,-2-2-67 0,4-3-92 0,0 1-90 16,1-3-66-16,2 1-470 0,0-3-596 0</inkml:trace>
  <inkml:trace contextRef="#ctx0" brushRef="#br0" timeOffset="-59195.39">16477 8874 624 0,'7'-5'653'0,"-2"0"-57"0,0 1-32 0,-5 4-72 15,6-3-65-15,-6 3-76 0,5-5-65 0,-5 5-56 16,0 0-51-16,7-4-39 0,-7 4-31 0,0 0-16 0,0 0-23 15,0 0-26-15,0 0-93 0,2 6-110 0,-2-6-109 16,0 0-140-16,-1 11-110 0,1-11-561 0,-1 9-697 16</inkml:trace>
  <inkml:trace contextRef="#ctx0" brushRef="#br0" timeOffset="-59012.47">16560 9075 5 0,'0'0'520'0,"1"10"-93"16,-1-10-67-16,2 8-9 0,-2-8-85 0,0 6 27 16,0-6-102-16,0 0 0 0,0 11-80 0,0-11 24 15,0 6-71-15,0-6 32 0,0 0-58 0,0 9 15 16,0-9-129-16,0 0-69 0,1 7-111 0,-1-7-118 16,0 0-340-16,0 0-221 0</inkml:trace>
  <inkml:trace contextRef="#ctx0" brushRef="#br0" timeOffset="-58312.07">17589 8610 252 0,'0'0'602'0,"-3"-4"-70"0,3 4-70 0,0 0-73 0,-3-7-84 16,3 7-67-16,0 0-20 0,0 0 6 15,-7 9 3-15,6-2-11 0,-2 6-4 0,3 3 5 16,-1 1-15-16,1 1-16 0,1 3-14 0,-1 3-51 0,4-2 43 16,-1 2-47-16,-1 0 25 0,2 0-45 0,-1-2 0 15,2-2-6-15,-3-3-9 0,1 2-13 0,-1-2-9 16,1-2-11-16,-2 0-10 0,3-4-5 15,-3 1-3-15,3 0-10 0,-4-2-4 0,3 1-6 0,-2-3-68 16,3-1-103-16,-2 0-98 0,1-2-59 0,-2 1-130 16,-1-6-57-16,5 9-103 0,-5-9-503 0,7 7-725 15</inkml:trace>
  <inkml:trace contextRef="#ctx0" brushRef="#br0" timeOffset="-58044.51">17820 9065 167 0,'0'0'785'0,"5"-5"-209"0,-5 5-7 0,4-7-118 15,-4 7-19-15,9-6-104 0,-9 6 9 0,10-5-84 16,-10 5 16-16,17-1-71 0,-17 1-3 0,19 2-79 16,-10-1 21-16,4 3-65 0,-3 1-10 0,3-2-13 0,-3 2-9 15,0 2-5-15,2 2-8 0,-6-1-6 16,2 0-1-16,-2 0 43 0,-2 2-53 0,0-1 34 15,-4 2-48-15,0-2 44 0,-4 3-54 0,0-4 48 0,-4 4-52 16,1 0 30-16,-5-3-60 0,2 1 14 0,-3-2-87 16,1 1 3-16,-1-2-85 0,-1-2-6 15,1 1-62-15,1-2-95 0,1-2-51 0,-1-2-73 0,12 0-458 16,-17-1-532-16</inkml:trace>
  <inkml:trace contextRef="#ctx0" brushRef="#br0" timeOffset="-57379.32">18293 8720 567 0,'0'-9'464'15,"0"2"-10"-15,0-1-11 0,0 0-30 0,0 1-64 0,1-1-57 16,0 0-55-16,3-1-43 0,-1 0-34 0,2 2-28 15,0-1-19-15,4 0-12 0,-3 2-10 16,2-2-14-16,1 4-18 0,1-3-9 0,-1 4-11 0,0-1-1 16,3 3-14-16,-12 1-4 0,18 0-4 0,-7 2-2 15,-2 1-6-15,1 2-3 0,-2 0-6 0,1 2-13 16,-3 0-7-16,1 3-8 0,-2-1-5 0,1 1-3 16,-3-1 4-16,-2 2 3 0,-1-1 5 0,-1 1 5 15,-1 1 1-15,-4-2 3 0,2 2 3 0,-4 0 7 16,1-1-3-16,-3 1-1 0,-1-3 4 0,1 1 4 15,-1-1-2-15,-1 1 2 0,3-4 4 0,-1 2-3 16,1-3 4-16,3 0 1 0,-1 2 3 0,-3-4 0 16,10-3 2-16,-10 7 6 0,10-7 12 0,-9 5 14 15,9-5 7-15,-9 6-1 0,9-6-4 0,-6 3-1 16,6-3-12-16,0 0-4 0,-8 3-4 0,8-3-4 16,0 0-3-16,0 0-4 0,-8 3 1 0,8-3-6 15,0 0-2-15,0 0-3 0,-7 4-2 0,7-4-3 0,0 0-1 16,0 0 10-16,-7 7-10 0,7-7 3 15,0 0 2-15,-2 6-1 0,2-6 1 0,-3 6 2 16,3-6-2-16,-3 7-1 0,3-7 1 0,0 0 1 16,-3 6 1-16,3-6 2 0,0 0 3 0,-3 9-4 0,3-9-1 15,0 0 0-15,-4 6 1 0,4-6-1 0,0 0 1 16,-5 6 4-16,5-6-4 0,0 0 1 0,0 0 4 16,-5 5 3-16,5-5 13 0,0 0 12 0,0 0 11 15,0 0-1-15,0 0-9 0,0 0-6 0,0 0-7 16,10-2-3-16,-10 2-3 0,12-8-7 0,-5 4-1 15,5-1-2-15,-2 0-3 0,2-1 0 0,2 0 3 16,0-1 2-16,1 2-1 0,1-2 1 0,1 2 3 16,-1-1-1-16,0 1-1 0,3 0-4 0,-2 1 0 15,1-1-1-15,-1 1-3 0,-1 1 1 0,2-2-24 16,0 1-45-16,-3 1-51 0,3 1-63 0,-5 2-62 16,2-3-72-16,-2 1-64 0,1 1-37 0,-2 0-86 15,0 0-356-15,-12 1-403 0</inkml:trace>
  <inkml:trace contextRef="#ctx0" brushRef="#br0" timeOffset="-56946.57">18934 8953 283 0,'0'0'491'0,"0"0"-61"0,0 0-36 16,0 0-28-16,0 0-29 0,7-4-47 0,-7 4-40 16,0 0-34-16,15-2-40 0,-15 2-32 0,14 0-31 15,-14 0-19-15,14 2-20 0,-14-2-13 0,17 3-11 0,-9-1-10 16,-1 4-4-16,1-2-11 0,-2-2-4 16,-2 3-4-16,1 2-1 0,-2-2-5 0,-2 0 1 15,-1 2 0-15,-1 0-47 0,-2-1 49 0,-2 2-46 16,0 0 35-16,-3-2-63 0,-3 2 10 0,-1-2-77 0,0 3-35 15,-3-3-35-15,3 0-30 0,-5 0-30 0,4-1-79 16,-2-3-113-16,2 1-195 0,0-2-155 0</inkml:trace>
  <inkml:trace contextRef="#ctx0" brushRef="#br0" timeOffset="-56429.36">19310 8652 569 0,'0'-12'498'16,"-1"2"-45"-16,2 0-35 0,-1 0-21 0,3 1-76 0,1-1-45 16,2 0-39-16,0 3-34 0,1-4-36 15,2 3-28-15,2-1-30 0,-1 3-21 0,3 1-12 16,-1 1-20-16,-1 1-11 0,2 3-10 0,0 0-7 15,0 1-8-15,-1 3-9 0,1 1-9 0,0 2-27 0,-2 2-15 16,-2 0-17-16,0 2-3 0,-1 1-9 0,-2-1-6 16,-3 1 3-16,-2-1 9 0,0 1 10 15,-2 3 10-15,-1-4 22 0,-2 1-6 0,-3 1 4 0,-1 0 3 16,0-2 6-16,-1 1 2 0,-2-4 11 0,1 3 3 16,1-3 26-16,2-1 31 0,-2-1 21 0,2 0 25 15,2-3 16-15,-1 2-1 0,6-5-6 0,-8 5-9 16,8-5-14-16,0 0-22 0,-9 4-16 0,9-4-13 15,0 0-8-15,0 0-6 0,0 0-8 0,0 0-4 16,13 0-3-16,-13 0-4 0,13 0-1 0,-13 0-2 16,18 5 0-16,-8-1 1 0,0-1-8 0,2 2-10 15,-1 2-8-15,2 1-16 0,-2-3-5 0,1 4-8 16,-1-1 3-16,-3 0-13 0,1 1 3 0,0-2 10 16,-3 4 8-16,-2-3 6 0,-1 2 8 0,-1-2 5 15,-2 1 6-15,-1-2 3 0,-3 2 3 0,0 0-41 16,-2-1 55-16,-4 0-45 0,-2-1 53 0,0 3-46 15,-4-5 49-15,2 2-43 0,-4-1 46 0,2-1-49 0,-1-2 10 16,-1 2-59-16,0-2-66 0,2-1-90 0,0-2-52 16,2 0-82-16,1 0-127 0,1-2-242 15,1-1-243-15</inkml:trace>
  <inkml:trace contextRef="#ctx0" brushRef="#br0" timeOffset="-56196.61">19757 8935 359 0,'0'0'547'0,"17"1"-58"15,-7 2-68-15,-10-3-56 0,19 3-86 0,-7-1-39 16,-2 1-38-16,2-1-35 0,-2 2-36 0,0 3-16 16,-1-3-24-16,1 1-19 0,-2 1-14 0,0 1-6 15,-3 1-15-15,2 0-8 0,-4-1-45 0,-1 1 43 16,0 1-59-16,-2-2 33 0,-3 3-58 0,0-2 35 15,0 1-77-15,-5 0 14 0,0-1-73 0,-1 0-34 16,-2 0-50-16,-2 0-68 0,2-3-78 0,-1 3-269 0,-2-4-166 16</inkml:trace>
  <inkml:trace contextRef="#ctx0" brushRef="#br0" timeOffset="-55829.17">20371 8654 586 0,'11'-12'635'15,"-2"2"-82"-15,0 0-32 0,-1 2-81 0,-1 2-70 16,-3-1-70-16,1 0-62 0,-5 7-54 0,8-5-34 16,-8 5-32-16,0 0-23 0,0 0-15 0,5 5-20 15,-7 4-13-15,-1-1-9 0,-1 7-8 0,-2-1-3 16,1 2-6-16,-4 2-1 0,1 1-8 0,0 1-2 15,1-1-1-15,-2 0-3 0,1 0 1 0,3-4-3 16,-1-1 1-16,-1 1-3 0,3-4 2 0,2 0 2 16,-1-1 2-16,2-1 10 0,0-1 17 0,3 0 6 0,1-3-45 15,2 1 52-15,4 0-50 0,1-3 44 16,2-1 0-16,4 2-57 0,3-3 42 0,-2 0-6 16,5 1-4-16,1-2-3 0,0 0 0 0,4-2-8 0,1 1-2 15,1 0 1-15,-1 0-2 0,0-2-23 0,-1 2-28 16,1 0-41-16,-7 0-38 0,-1-1-43 15,1 0-81-15,-5 2-67 0,-2-2-67 0,-1 0-38 0,1 0-109 16,-14 2-272-16,14-3-330 0</inkml:trace>
  <inkml:trace contextRef="#ctx0" brushRef="#br0" timeOffset="-55596.42">20592 8711 637 0,'-8'-6'552'0,"4"1"-29"0,-1 0-3 0,5 5-90 16,-8-7-76-16,8 7-71 0,-6-5-59 0,6 5-42 16,0 0-34-16,0 0 21 0,-10 5 4 0,10 2-13 15,0 2-15-15,0 2-11 0,1 1-13 0,-1 4-12 16,3 1-13-16,-1 1-13 0,0 1-56 0,0 4 43 16,-1 0-52-16,2-1 34 0,-1 2-38 0,1-2 28 15,-2-1-53-15,-1-1 5 0,0 1-13 0,-1-1-53 0,0-1-79 16,-3-1-7-16,3-1-112 0,-1-1-103 0,1-2-98 15,0-2-115-15,0-2-399 0,-1 1-578 16</inkml:trace>
  <inkml:trace contextRef="#ctx0" brushRef="#br0" timeOffset="-55329.57">20815 9019 344 0,'0'0'594'0,"11"-5"-88"16,-11 5-69-16,15-4-47 0,-15 4-73 0,15 0-33 16,-15 0-36-16,21 2-30 0,-10 2-32 0,0 1-38 15,1-2-25-15,0 3-72 0,-1 3 40 0,-1-2-62 16,1 3 38-16,-1-1-59 0,-4 2 46 0,-1-2-56 16,1 3 44-16,-4 0-8 0,-2-2-10 0,0 2-1 15,-1-1-18-15,-4 0-11 0,-2 1-18 0,1-2-15 0,-7 4-32 16,3-5-33-16,-8 2-36 0,3 0-44 15,-4-1-46-15,-2-2-54 0,1-2-24 0,-2 1-83 16,2-2-383-16,-1 0-291 0</inkml:trace>
  <inkml:trace contextRef="#ctx0" brushRef="#br0" timeOffset="-55029.57">21495 8687 465 0,'4'-9'635'0,"1"1"-118"0,-1 2-42 0,-4 6-99 16,4-11-71-16,-4 11-81 0,4-6-25 0,-4 6-60 15,0 0-4-15,0 0-17 0,2 11 13 0,-3-4-20 16,0 6 15-16,1-1-24 0,-2 3-6 0,1 2-24 0,0 0-11 15,1 2-7-15,-3-1-15 0,3 0-8 16,0 2-7-16,0-1-2 0,-1 0-2 0,-1-2-4 16,2 0 1-16,-2 0-52 0,2-2 42 0,-1-1-127 15,0-2-42-15,1 0-134 0,-2-2-81 0,1 2-87 0,2-4-495 16,-1-1-544-16</inkml:trace>
  <inkml:trace contextRef="#ctx0" brushRef="#br0" timeOffset="-54763.4">21743 9051 645 0,'9'-5'603'16,"-9"5"-77"-16,5-4-39 0,-5 4-75 0,9-4-51 16,-9 4-47-16,10-6-41 0,-10 6-43 0,17-5-39 15,-17 5-38-15,19-1-73 0,-9 2 26 0,1 2-60 16,1-1 34-16,-1 2-59 0,0 1 40 0,-1 0-54 15,2 2 41-15,-2 0-52 0,0 1 44 0,-3 2-53 16,-1-2 47-16,-1 3-53 0,-2-2 46 0,0 0-54 16,-3 2 40-16,0-1-17 0,-5 1-20 0,2-3-25 15,-4 3-34-15,-2-3-37 0,-1 4-54 0,-2-5-47 16,2 3-59-16,-5-4-68 0,1 0-37 0,-1 2-89 0,2-3-328 16,-4-1-328-16</inkml:trace>
  <inkml:trace contextRef="#ctx0" brushRef="#br0" timeOffset="-54129.28">22350 8799 476 0,'5'-5'333'0,"1"0"-34"0,0 1-103 15,-6 4-8-15,6-5-77 0,-6 5 10 0,0 0-61 16,6-4 25-16,-6 4-49 0,0 0 25 0,0 0-46 16,0 0 49-16,0 0-64 0,-1 6 38 0,1-6-46 15,0 0 44-15,-4 4-25 0,4-4 78 0,0 0-19 16,0 0 64-16,-7 4-48 0,7-4 28 0,0 0 29 16,-6-5 18-16,6 5-27 0,-1-7 7 0,1 7-42 15,3-8 11-15,-3 8-29 0,5-11 13 0,-1 5-47 16,2 0 7-16,1 0 1 0,0 0-27 0,2 0 12 15,0 1-23-15,2 1 9 0,1-2-20 0,0 2 17 0,0 1-25 16,1 0 18-16,0 1-21 0,0 0 19 0,-2 2-23 16,3 0 19-16,-2 2-19 0,-1-1 17 15,-1 1-20-15,1 3 21 0,-1-1-23 0,-2 2 17 0,-1-1-11 16,0 1 16-16,0 3-21 0,-4-2 23 0,1 2-19 16,-3-1 18-16,0 1-22 0,-3 0 23 0,-1 2-21 15,-2-2 3-15,-4 3 1 0,0 0 5 0,-2 2-2 16,-6-1 1-16,2-1 6 0,-3 2-3 0,-4-1-2 15,0 3 3-15,-2-4 4 0,0 3-2 0,1-3-2 16,4-1-43-16,-2-1 52 0,2 0-44 0,2-2 52 16,2-1-46-16,4 0 47 0,-2-2-45 0,4 0 51 15,1-1-44-15,-1 1 48 0,2-2-42 0,7-3 41 16,-9 3-50-16,9-3 50 0,0 0-54 0,0 0 47 16,0 0-4-16,0 0-1 0,0 0-8 0,0 0 2 15,0 0-6-15,2-6-1 0,-2 6 0 0,9-5-2 16,-9 5 7-16,14-4 9 0,-14 4 10 0,13-2 4 15,-13 2 11-15,18 2 7 0,-18-2 8 0,20 2-1 16,-10 0 4-16,2 1 8 0,1 1-7 0,-2-1-46 0,5-1 44 16,-2 2-51-16,2 0 45 0,-2 0-55 15,4-3 46-15,-2 2-51 0,0-1 45 0,2 1-52 16,0-1 47-16,0 2-51 0,0-4 15 0,1 0-112 0,-1 0-21 16,1 0-113-16,-2 0-9 0,2-4-72 0,-1 2-80 15,-2-1-105-15,2 1-291 0,-2-1-339 0</inkml:trace>
  <inkml:trace contextRef="#ctx0" brushRef="#br0" timeOffset="-53863.28">23030 9022 453 0,'0'0'487'0,"6"4"-93"0,-6-4-8 15,8 10-97-15,-4-7 15 0,2 2-94 0,0 4 32 16,2-3-76-16,-3 0 18 0,2 2-77 0,0 0 21 0,-2 0-65 16,2 0 32-16,-3 1-15 0,0-1-10 0,-2 1-7 15,1 0-13-15,-3-1-7 0,0 1-8 16,-3-1-5-16,-1 1-4 0,-1-1-7 0,-1-1 3 0,-4 1-16 16,-1 0-56-16,0-1-73 0,-3-2-113 15,1 1-64-15,-4-1-76 0,3-2-110 0,0 0-270 0,-1-2-268 16</inkml:trace>
  <inkml:trace contextRef="#ctx0" brushRef="#br0" timeOffset="-53380.29">23505 8743 509 0,'4'-9'538'16,"2"1"-95"-16,-2 4-47 0,-4 4-101 0,5-10-42 16,-5 10-87-16,4-5 0 0,-4 5-65 0,0 0 9 15,0 0-52-15,0 0 16 0,-4 8-41 0,2-1 24 16,-1 0-41-16,-1 2 10 0,2-3-16 0,-3 3 25 16,2-1-36-16,-2 1 1 0,4-1 5 0,-2-1 0 0,1-1-6 15,-1 0 6-15,3-6 9 0,-2 11 16 0,2-11 11 16,-2 8 20-16,2-8-5 0,0 8 3 0,0-8-7 15,4 7-8-15,-4-7-10 0,9 4-5 16,-9-4-6-16,15 2 9 0,-15-2-17 0,17 3-5 0,-17-3-5 16,22 2 2-16,-12-1 1 0,3 1-5 0,-2-1 1 15,0 1 4-15,1-1-4 0,-1 2-4 0,0-1 3 16,-1 1 1-16,2 0-3 0,-2 1-1 0,-1 1 3 16,1 0-1-16,-2-2 2 0,-1 4 1 0,1-1-1 15,-1 0 0-15,-2 1 7 0,1-1-5 0,-2 0 0 16,-2 1 5-16,0-1 2 0,0 1-1 0,-2 0 4 15,0-7 10-15,-2 10-4 0,-2-4 3 0,-1 0 3 16,-4 0 0-16,1-1-2 0,-2 1 0 0,-4-2-1 16,0 1-1-16,-3-2-2 0,-1 1-6 0,0-1-1 15,-1-1-3-15,1-1 3 0,-3 0-9 0,0-1-1 16,3 0-17-16,-3 0-54 0,0-1-56 0,3 0-67 16,-1-3-75-16,2 3-73 0,1-4-64 0,2-1-99 15,0 1-254-15,2-2-264 0</inkml:trace>
  <inkml:trace contextRef="#ctx0" brushRef="#br0" timeOffset="-53196.49">23509 8687 407 0,'15'-9'550'0,"-3"-1"-101"0,3 1-37 0,1-1-29 16,0 1-55-16,2 0-40 0,1 0-35 0,0 1-46 15,-1 0-42-15,4 1-32 0,0 2-24 0,-3 2-26 16,1-2-15-16,-2 5-22 0,3-1-70 0,-2 1-37 15,1 1-105-15,-2 2-69 0,1 0-47 0,2 2-97 16,-1 1-104-16,1 4-231 0,-3-1-222 0</inkml:trace>
  <inkml:trace contextRef="#ctx0" brushRef="#br0" timeOffset="-52979.42">24156 8925 403 0,'5'10'471'0,"-5"-10"-48"0,5 9-57 16,-1-4-34-16,0 0-34 0,2 2-42 0,-1-2-32 16,-1 3-34-16,0 0-29 0,0 0-22 0,-1 0-23 0,1-1-63 15,-2 2 35-15,-1-1-53 0,-1 0 29 0,0 1-41 16,-1 0 44-16,-1 1-56 0,-3-3 48 0,1 4-61 16,-1-5 44-16,-1 5-7 0,-6-3-5 0,3 1-10 15,-5-3-27-15,0 1-54 0,1 1-59 0,-2-3-91 16,0-1-33-16,-2 1-63 0,2-1-59 0,-2 0-452 15,4-3-351-15</inkml:trace>
  <inkml:trace contextRef="#ctx0" brushRef="#br0" timeOffset="-52563.4">24552 8665 4 0,'6'-12'597'0,"2"6"-91"0,-2-5-38 0,-1 3-20 0,2 0-21 16,-3 2-62-16,-1 1-58 0,1-1-64 0,-4 6-49 16,5-9-39-16,-5 9-31 0,0 0-19 15,0 0-25-15,8 5-4 0,-8-5-11 0,-1 15-7 0,-1-5-11 16,-1 2-7-16,0 3-6 0,1 0-8 0,-2 4-4 15,0-2-4-15,1 1-4 0,-1 0 2 0,-1 0-1 16,3-2-9-16,-2 2 1 0,0-2-3 0,3 1 2 16,-2-2 0-16,2 0-2 0,-2-3 3 0,2 0-5 15,0 1-42-15,0-2 51 0,-1-2-42 0,2 1 48 16,-1-2-49-16,1-1 53 0,-1 1-47 0,1-8 47 16,-2 10-45-16,2-10 48 0,-1 12-48 0,1-12 54 15,0 8-52-15,0-8 47 0,0 8-46 0,0-8 50 16,0 0-50-16,0 9 48 0,0-9-43 0,0 0 43 15,3 8-50-15,-3-8 12 0,0 0-99 0,0 0-27 16,2 6-73-16,-2-6-100 0,0 0-85 0,0 0-107 16,0 0-371-16,0 0-426 0</inkml:trace>
  <inkml:trace contextRef="#ctx0" brushRef="#br0" timeOffset="-51412.55">24936 8999 79 0,'0'0'394'0,"4"-6"-90"0,-4 6-49 15,0 0-41-15,4-7-53 0,-4 7-20 0,0 0-10 16,0 0-20-16,0 0-6 0,12 0-13 0,-12 0-16 16,7 6-7-16,-3 0-7 0,0-1-1 0,0 0-19 15,-2 3 21-15,1-2-25 0,-1 2 32 0,-2 1-29 16,0-1 27-16,0 1-42 0,-2 0 36 0,-1 3-50 15,-2-4 30-15,-1 4-42 0,-2-2 33 0,2-1-39 16,-2 3 6-16,-2-4-70 0,1 1-52 0,0 0-62 16,-1-3-88-16,2 1-113 0,0-2-150 0,1-3-42 15</inkml:trace>
  <inkml:trace contextRef="#ctx0" brushRef="#br0" timeOffset="-50797.54">25439 8820 63 0,'9'-4'486'16,"-1"2"-171"-16,-8 2-18 0,11-6-97 0,-11 6-3 16,6-4-73-16,-6 4-16 0,0 0-6 15,0 0-19-15,0 0-10 0,0 0-6 0,0 0 2 0,0 0 8 16,-10-2 15-16,10 2 13 0,0 0 30 0,0 0 12 15,-13 1 10-15,13-1-18 0,0 0-11 0,-4-4-15 16,4 4-14-16,-2-6-7 0,2 6-20 0,1-12-13 16,0 7-10-16,3-3-3 0,1-1-9 0,0 1 2 15,0 0 9-15,3 1 6 0,-1-2 5 0,3 3 8 16,0-3 1-16,0 1-1 0,2 1-4 0,-1 2-5 16,2-1-12-16,0 3-6 0,-2-1-3 0,3 3-5 15,0 1-2-15,0 0-3 0,-1 0-1 0,2 3-6 16,-3-1-4-16,0 2-3 0,0 1-4 0,0 0 1 15,-2 1-2-15,-1 1-2 0,-1 0-2 0,-1 0 1 16,-3 0-2-16,2 3 0 0,-2-3-2 0,-2 3 2 16,-2-3 3-16,-2 5-3 0,0-4 0 0,-2 4 0 15,-4-2 0-15,1 1 0 0,-4 2 1 0,0-4-1 16,-3 5-1-16,-1-1 1 0,-2-1-46 0,-1 1 54 16,0-1-43-16,-2-1 54 0,1 2-49 0,-1-2 45 15,1-1-47-15,1 2 50 0,0-4-50 0,3 1 52 16,2-2-45-16,0 0 52 0,3-1-56 0,0-1 37 15,2-1-68-15,-2-1 39 0,4 1-52 0,6-4 48 16,-12 5-46-16,12-5 44 0,-10 5-49 0,10-5 51 16,0 0-45-16,-10 1 55 0,10-1-42 0,0 0 55 15,0 0-46-15,0 0 51 0,0 0-44 0,-3-4 54 0,3 4-6 16,0 0-2-16,7-4 2 0,-7 4 1 16,10-3-40-16,-10 3 53 0,11-1-45 0,-11 1 54 15,13-1-46-15,-13 1 52 0,19 0-45 0,-19 0 51 16,19-2-45-16,-19 2 46 0,24 0-55 0,-12 0 48 0,0 0-50 15,0 0 47-15,1-2-9 0,0 1-5 16,0 1-4-16,-3-2-6 0,5 1-1 0,-4 0-12 16,0 0-43-16,1-2-48 0,-2 2-77 0,0-2-65 15,2 1-68-15,-2-1-60 0,1 1-75 0,1 0-405 0,-2-1-383 16</inkml:trace>
  <inkml:trace contextRef="#ctx0" brushRef="#br0" timeOffset="-50514.18">25991 9014 75 0,'0'0'758'16,"0"0"-188"-16,0 0-81 0,0 0-34 0,0 0-78 16,0 0-50-16,2-7-61 0,-2 7-50 0,0 0-39 15,12-3-30-15,-12 3-29 0,11 0-18 0,-11 0-18 16,15 0-13-16,-15 0-12 0,17 4-9 0,-9-2-10 15,2 2-52-15,-2 1 46 0,-1 0-39 0,1 0 36 16,0 2-53-16,-3-2 49 0,1 1-38 0,-2 3 39 16,-1-4-49-16,-1 2 49 0,-2 1-53 0,0-2 52 15,0 4-47-15,-2-3 30 0,-2 3-82 0,-1-4 2 16,-2 2-67-16,1 1-70 0,-2-3-66 0,-2 3-70 0,0-2-62 16,-2-1-500-16,2 1-474 0</inkml:trace>
  <inkml:trace contextRef="#ctx0" brushRef="#br0" timeOffset="-47431.27">27058 8811 290 0,'0'0'376'0,"0"0"-18"0,12 0-77 0,-12 0 21 15,0 0-67-15,7 3-33 0,-7-3-26 0,0 0-22 16,1 7-9-16,-1-7-11 0,-4 7-16 0,4-7-11 16,-4 8-8-16,-1-4-4 0,0 1-2 0,5-5 3 15,-9 8-4-15,9-8-1 0,-9 7 3 0,9-7 2 16,-9 5-3-16,9-5 2 0,-9 6-2 0,9-6-7 16,0 0-7-16,-7 3-20 0,7-3-10 0,0 0-8 15,0 0-10-15,0 0-7 0,-4-5-6 0,4 5 1 16,0 0-9-16,6-9-1 0,-6 9-2 0,7-3-3 15,-7 3-1-15,8-4-2 0,-8 4-3 0,11-4-1 16,-11 4 0-16,9-3-3 0,-9 3 1 0,9-2-4 0,-9 2-2 16,0 0-10-16,10 1-1 0,-10-1 14 0,0 0-13 15,0 0 2-15,6 4 4 0,-6-4 9 16,0 0-3-16,-5 5 3 0,5-5 2 0,-6 3 1 0,6-3 2 16,-12 5 3-16,12-5 0 0,-11 3 4 0,11-3 11 15,-12 2 21-15,12-2 15 0,0 0 18 0,-14 0 12 16,14 0-5-16,0 0 3 0,-11-4-7 15,11 4-13-15,-3-5-13 0,3 5-4 0,1-5-16 0,-1 5-6 16,4-7-4-16,-4 7-6 0,9-6-1 0,-9 6-2 16,11-7-4-16,-11 7-4 0,12-2 0 0,-12 2-1 15,18 0-3-15,-18 0 2 0,18 1 2 0,-9 2-4 16,1 0 0-16,-2 3 0 0,0 0 4 0,-1 1-3 16,1 0 4-16,-2 3 2 0,-1-2-43 0,1 1 46 15,-4 1-44-15,2 0 49 0,-3 1-43 0,2-1 48 16,-6 2-47-16,3-2 50 0,-4 1-50 0,2 0 54 15,-3 0-47-15,-2 0 37 0,1-1-80 0,-2 1 19 16,-1-1-95-16,0 0-2 0,-2-1-112 0,-1-1-15 0,2 0-69 16,-3-1-55-16,4-2-67 0,-1-1-395 15,-1 1-405-15</inkml:trace>
  <inkml:trace contextRef="#ctx0" brushRef="#br0" timeOffset="-46947.53">27575 8497 655 0,'1'-12'521'0,"-1"0"-39"16,3 3 14-16,-3 1-34 0,0 0-53 0,0 8-58 15,0-12-65-15,0 12-64 0,1-12-46 0,-1 12-41 16,0-7-28-16,0 7-23 0,0 0-14 0,0 0-13 16,-5 7-16-16,5-1-7 0,-2 3-6 0,-2 3-5 15,1 1 1-15,-1 4-9 0,-2 1-14 0,1 3 10 16,-3-1 6-16,2 2-9 0,-1 0 1 0,1-3-1 16,-2 2 0-16,3-3-7 0,-1-1 7 0,2-2-6 15,0-2 4-15,0-2 2 0,2-1 25 0,0 2 20 0,2-6 13 16,0 3-5-16,4-3-4 0,1 0-15 0,3 0-3 15,5-3-9-15,2 0-7 0,3-1-3 16,3 0-6-16,2-2-1 0,5-2-5 0,0 1 3 0,1 0-6 16,0 0-1-16,6-4 1 0,-2 1-2 0,1 1 1 15,-4 0-1-15,-2 0 2 0,0-1-6 0,-1 0 4 16,0 1 3-16,-3 0 6 0,-4 1-3 0,-1 0 3 16,-4 0-17-16,0 1 18 0,-3-1 5 0,-1 0-6 15,0 1-2-15,-11 1-3 0,17-3-9 0,-17 3-25 16,12-1-37-16,-12 1-38 0,0 0-63 0,0 0-58 15,0 0-88-15,0 0-41 0,0 0-127 0,0 0-49 16,-13-3-444-16,13 3-562 0</inkml:trace>
  <inkml:trace contextRef="#ctx0" brushRef="#br0" timeOffset="-46697.32">27825 8555 431 0,'-2'-5'531'0,"2"5"-55"0,-5-10-21 15,5 10-73-15,-5-5-63 0,5 5-88 16,0 0-30-16,-5-6-50 0,5 6 10 0,-2 7 1 16,1 0 6-16,0 2-31 0,1 1-5 0,0 3-14 0,1 2-5 15,0 3-19-15,-1 0 0 0,3 1-27 0,-2 1-5 16,2 2-17-16,-2 1-3 0,3-1-8 0,0 2-11 16,-2-3-5-16,1-1 0 0,-1-3-5 0,2 1 0 15,-1 0-3-15,-1-1-12 0,1-2-50 0,-2 0-38 16,2-2-36-16,-1-1-43 0,0-2-42 0,1 1-53 15,-1-3-52-15,-1 1-39 0,0-4-27 0,2 1-110 16,-3-6-220-16,5 10-217 0</inkml:trace>
  <inkml:trace contextRef="#ctx0" brushRef="#br0" timeOffset="-46314.32">28532 8910 106 0,'0'0'639'0,"7"-4"-177"15,-7 4-9-15,7-7-40 0,-7 7-4 0,9-5-61 16,-9 5-20-16,9-3-46 0,-9 3-31 0,13-2-42 16,-13 2-34-16,15 0-27 0,-15 0-14 0,14 2-28 15,-5 0-16-15,0 2-9 0,0 0-14 0,0 1-10 16,-1 0-6-16,-2 2-11 0,-1 1-5 0,0-2-7 16,2 4-5-16,-5-3-3 0,1 1 1 0,-2 0-6 15,-1 0-3-15,-1 0 0 0,-2 1-2 0,1-1-1 16,-3-1-4-16,-2 0 3 0,1 0-78 0,-1-1 3 15,-3 0-50-15,0-1-72 0,0 0-38 0,-2-2-74 16,3 1-85-16,-2-1-58 0,1-1-84 0,10-2-329 16,-18 0-403-16</inkml:trace>
  <inkml:trace contextRef="#ctx0" brushRef="#br0" timeOffset="-45830.78">29099 8562 82 0,'6'-12'654'0,"-4"2"-184"0,-2 1-14 16,3 1-51-16,-2 0-33 0,0 1-92 0,-1 7-43 16,-1-11-68-16,1 11-13 0,-4-6-50 0,4 6-3 15,0 0-38-15,-14 4 6 0,8 0-29 0,-1 3 2 16,0 0-13-16,-2 1 7 0,0 2-24 0,1 1 15 15,2 0-19-15,-2-2 11 0,2 1-19 0,1-2 19 16,-2 2-23-16,3-3 20 0,0-1-18 0,1 0 22 16,0 0-5-16,3-6 37 0,-4 11-7 0,4-11 17 15,4 6-15-15,-4-6 13 0,9 8-16 0,-9-8 9 16,14 5-13-16,-5-3 0 0,3 0-17 0,-1 0 3 16,3 0-12-16,-2 1 4 0,3 0-8 0,0 2 0 15,1-4-6-15,-2 4 5 0,2-1-9 0,-2 1 9 16,-1 1 0-16,1-1-2 0,-2 2-4 0,0 0 3 15,-1 0 1-15,-1 2-9 0,-1-4 10 0,-1 4-8 0,-3-2 11 16,0 1-4-16,0 1 4 0,-1-2 5 0,-2 1 11 16,-2 0 2-16,0 0 6 0,-2 0-19 15,-3-1 25-15,0 3 15 0,-1-4-8 0,-1 2 10 0,-3-1-15 16,-1 0 17-16,-2 0-13 0,-2-1-19 0,0-1 8 16,-2-1-5-16,0 1-7 0,0 0-5 0,-4-4 2 15,3 1-12-15,-1 0 1 0,-1-1-6 0,1-1-4 16,-2-1-54-16,3-2-55 0,0 1-77 0,1 0-47 15,0-1-92-15,0-4-49 0,3 2-125 0,0-2-70 16,4-1-372-16,0-1-516 0</inkml:trace>
  <inkml:trace contextRef="#ctx0" brushRef="#br0" timeOffset="-45664.39">29031 8552 322 0,'19'-9'654'0,"0"1"-107"16,1 1-1-16,3-1-56 0,3-1-52 0,-1 1-62 15,1 2-48-15,0 1-46 0,4-2-65 0,-2 4-28 16,1-1-51-16,-1 0-20 0,-2 0-33 0,1 2-32 0,-1-1-80 16,-6 3-120-16,3 0-96 0,-4 0-197 15,2 0-172-15,-3 0-421 0,-2 0-647 0</inkml:trace>
  <inkml:trace contextRef="#ctx0" brushRef="#br0" timeOffset="-36965.53">26490 8712 102 0,'0'0'342'0,"0"0"-50"0,0 0-23 16,-7-4-18-16,7 4-24 0,0 0-3 0,0 0-20 15,-7-4-11-15,7 4-58 0,0 0 28 0,-4-6-45 16,4 6 32-16,0 0-14 0,-6-3-7 0,6 3-14 16,0 0-22-16,-1-9-15 0,1 9-15 0,0 0-8 15,1-11-17-15,-1 11-1 0,4-7-11 0,-4 7-13 16,7-9 2-16,-1 4 4 0,1 2-3 0,1-1 0 16,-2-1 0-16,3 0 4 0,0 3-1 0,-1-1-1 15,1 1-3-15,1-1 0 0,-10 3-5 0,15-3 7 16,-15 3 2-16,18 0-8 0,-18 0-2 0,16 3 0 15,-6-2 1-15,-1 2-1 0,0 1-3 0,-3-2 0 16,4 5-4-16,-3-2 1 0,-2 0 6 16,1 2-6-16,-3 0 2 0,1 0 0 0,-1 0-2 0,-3 1 3 15,0-2-2-15,0 2-2 0,-3 0 8 0,-1 2 3 16,0-3-6-16,-3 3 4 0,2-3 1 0,-2 0 1 16,-3 3 0-16,1-3 1 0,-1 1-2 0,-1-1 0 15,1 1-16-15,-2-4 21 0,2 2-19 0,1-1 16 16,-1 1-14-16,0-4 18 0,1 2-14 0,0 0 29 15,0 0-5-15,9-4 25 0,-13 5-12 0,13-5 13 16,-11 4-11-16,11-4 12 0,-11 3-5 0,11-3 8 16,-7 3-8-16,7-3-1 0,0 0-8 0,-7 3-2 15,7-3-12-15,0 0-5 0,0 0-8 0,0 0 4 16,0 0-10-16,0 0 5 0,0 0-8 0,0 0 2 16,13 0-4-16,-13 0 6 0,13 0-5 0,-13 0 0 15,15 3-4-15,-15-3 5 0,18 3-7 0,-9-1 6 16,0 1-6-16,1-2 2 0,-1 3-2 0,2-1 5 15,-1 1-3-15,-1 1 1 0,-2-3-3 0,2 3 2 16,0 0-3-16,-2 0 4 0,0 0-4 0,-2 0 5 16,3 2-5-16,-4-4 7 0,0 4-6 0,-2-2 7 15,-2-5-5-15,5 12 8 0,-5-12-7 0,0 12 5 16,0-12-6-16,-1 11 5 0,1-11 0 0,-5 11 0 16,2-6-4-16,-2 2 3 0,-2-3 2 0,0 1 3 15,1 0-2-15,-1 0 5 0,0-1 0 0,-2 0 3 16,0 0 2-16,0 0 3 0,-1-1 6 0,1 0 11 15,0-1 1-15,-1-1-2 0,1 0 1 0,9-1-4 16,-17 3 0-16,17-3-6 0,-19 0-6 0,19 0 0 16,-19 0-5-16,19 0 0 0,-17-2-2 0,17 2 0 15,-18-2-7-15,18 2 7 0,-18-1-6 0,18 1-6 16,-16-2 2-16,16 2-2 0,-14-1-1 0,14 1 0 16,-14-2 0-16,14 2-1 0,-11-2-26 0,11 2-42 15,0 0-51-15,-15-3-52 0,15 3-57 0,0 0-27 16,0 0-112-16,-12-1-32 0,12 1-54 0,0 0-73 15,0 0-295-15,0 0-355 0</inkml:trace>
  <inkml:trace contextRef="#ctx0" brushRef="#br0" timeOffset="-34249.47">1032 11351 437 0,'0'0'374'0,"0"0"6"0,0 0-68 0,0 0-15 15,0 0-40-15,0 0-21 0,-1-4-20 0,1 4-35 16,0 0-8-16,0 0-42 0,0 0-7 0,0 0-35 15,0 0-6-15,0 0-27 0,0 0-1 0,0 0-18 16,0 0 26-16,-5 4-2 0,5-4 27 0,0 0-8 16,0 11 47-16,0-11-27 0,1 10 15 0,-1-3-40 15,0 0-8-15,1 3 24 0,-1-1-32 0,0 3 23 16,0-2-34-16,0 3 24 0,0 1-31 0,1 0 15 16,1-2-36-16,-2 5 27 0,0 0-33 0,0 0 25 15,1 2-25-15,-1-2 26 0,0 2-24 0,0-1 26 16,0 1-8-16,0 0 20 0,0 1-15 0,0 1 13 0,1-1-22 15,-1 2 18-15,-1-1-17 0,1 2 18 16,0 1-18-16,0 1 12 0,-1 0-6 0,1 1 2 16,-3-2-2-16,3 2-7 0,0-1 4 0,-1 0 9 0,0 2 41 15,-2-2-56-15,2-2 32 0,1 2-44 0,-3 0-3 16,3-2-1-16,-1 3 13 0,-1 2-24 0,0-3 31 16,1 1-12-16,1-1 2 0,0 0-7 15,0 2 2-15,0-1 16 0,-1 3-14 0,2-3 9 0,-1 2-6 16,0 0-8-16,1-2 1 0,1 1-5 0,-2 2 2 15,2 0-5-15,-1-2 6 0,2 0-5 0,-2 1 2 16,2 4-3-16,-2-4 2 0,0-1 34 0,3 1-33 16,-4-1 22-16,3-1-38 0,-1 3 16 0,2 1 7 15,-1-3 5-15,-2-1 13 0,4 2-15 0,-4-2-1 16,2 1-1-16,-1-1 14 0,1 2-2 0,-2-1-4 16,2-2-8-16,-2 2 3 0,2-2-6 0,-2 3 4 15,0-3-1-15,3 1-2 0,-4 1 0 0,3-1-4 16,0-1 1-16,-2 1-9 0,1 0 11 0,-1 1-3 0,2-2-5 15,-2 1 0-15,0 0-2 0,0-1 24 16,1 0-32-16,-1 1 29 0,2-1-24 0,-2-2 23 16,0 3-31-16,0-2 6 0,1-1-7 0,-1 1 9 15,2-1-1-15,-2 1 5 0,-1-1 0 0,4 1 4 0,-3-1 2 16,0 1-8-16,-1-3 4 0,1 3 1 16,1 0-1-16,-1 0-1 0,-1-1 4 0,1 0-4 15,1 2-3-15,-2-5 2 0,1 3-1 0,0-1 1 0,-1 0 0 16,3-2-2-16,-2 1-5 0,-1 0 7 0,1-1-1 15,2 0 1-15,-3 1 7 0,1-2-10 0,2 1 0 16,-2-1-2-16,-1 1 2 0,3-1 1 0,-2 1 19 16,1-1-22-16,1 2 20 0,-2-2-25 0,0 1 1 15,2 2 2-15,-2 0-1 0,2-1 2 0,-2 1 3 16,0-1-2-16,1 1-5 0,-1 1 14 0,0-2-12 16,2 1 4-16,-3 1-4 0,1 2 0 0,-1 0 33 15,0-1-41-15,1 2 38 0,-2-1-38 0,1 1 33 16,0 1-39-16,0-1-2 0,0 1 21 0,-1-1-42 15,1 1-5-15,-1-3-2 0,-1 1 5 0,2-4 6 16,-1-1 6-16,1 2-2 0,0-4-1 0,0 0-3 16,-1 0-5-16,-1-1-2 0,2-3-1 0,-1 0-11 15,1-1-7-15,0 0-11 0,0-1-15 0,-1 1-7 0,1-3-14 16,-1-1-25-16,1 1-18 0,0-3-66 0,-2 3-17 16,2-10-68-16,-1 12-29 0,1-3-47 15,-1-2-136-15,-2 1-38 0,3-3-431 0,-1 2-575 16</inkml:trace>
  <inkml:trace contextRef="#ctx0" brushRef="#br0" timeOffset="-32048.38">996 11252 31 0,'0'0'287'0,"0"0"-67"15,0 0-40-15,0 0-18 0,0 0-11 0,0 0-14 16,0 0-11-16,-4 5-16 0,4-5-19 0,0 0-10 15,0 0-3-15,0 0-50 0,0 7 56 0,0-7-56 0,0 0 61 16,0 0-44-16,0 0 40 0,-1 8-15 16,1-8 10-16,0 0-33 0,0 0 40 0,0 0-26 15,0 0 10-15,0 0-10 0,0 7 14 0,0-7-3 0,0 0 1 16,0 0 10-16,0 0-15 0,4 6 35 0,-4-6-19 16,0 0 17-16,8 4-19 0,-8-4 13 0,9 3-3 15,-9-3 24-15,14 5-35 0,-14-5 14 0,18 4-27 16,-7-4 26-16,3 3-24 0,0-2 29 0,4 1-5 15,1 1-10-15,1-3 3 0,1 2-10 0,5-1-3 16,0 0-3-16,3 3-3 0,0-1-3 0,0-2 6 16,2 0-1-16,6-1 10 0,1 1-15 0,3-1 11 15,0 0-29-15,3-1 9 0,7 0-22 0,1 0 15 16,2 1-26-16,-3-3 19 0,4 3-25 0,0-3 31 16,1 1-41-16,0 1 36 0,-1-1-2 0,3 0-4 15,-2 1-3-15,3-1-3 0,0 1-4 0,1 0-6 16,0 1 4-16,0-2-3 0,1 2-3 0,-1 0 1 15,1 0-5-15,1 0 7 0,-1 0 13 0,-1 2-2 0,1-2-19 16,1 1-7-16,-1 0 28 0,-1-1-33 0,4 1 33 16,-3 0-30-16,2 0 32 0,1 1-3 0,1-2-19 15,0 1 13-15,0 1-17 0,10-1 20 16,-11 0-19-16,11 2 21 0,-11-2-17 0,0 1 18 0,1-1-21 16,11 0 21-16,0 0-15 0,-1 0 13 0,-8-1-14 15,8 1 6-15,-9-1-8 0,10 0 11 0,-10 2-14 16,11-2 11-16,-11 0-11 0,10 0 5 0,2 1-8 15,-3-1 1-15,3 1 0 0,-1-1 5 0,-2 2-7 16,2 1 6-16,-3-1-3 0,-1 1 1 0,2-1-2 16,-2 0 0-16,-9 1 0 0,13 0 0 0,-3 0 5 15,1 1-7-15,1-1 1 0,0 1 0 0,-3-1-2 16,4-2-3-16,-3 3-1 0,1 0 3 0,-1-1-4 16,0 1 0-16,1-2 2 0,0 1-2 0,-1-1 1 15,0 1-2-15,3 1 2 0,-3-1-10 0,3 0 13 16,-2-1-5-16,0 1 2 0,0 2-1 0,-1-3 1 15,-12 1-3-15,12 1-2 0,-1-3 4 0,0 3-1 16,0 0 1-16,-8-1 0 0,7-1-1 0,-8 2-1 16,7-1 6-16,-7 0-5 0,-2-1 2 0,1 3 0 15,0-3 1-15,1 1-2 0,-2-1 5 0,2 0-10 16,0 1 7-16,8 0 0 0,-7 0-3 0,-3-1 0 0,1-1 1 16,2 1 2-16,-2 0-3 0,-1-1 0 0,1 0 2 15,0 2-5-15,-2-1 4 0,2-1 3 0,-2 0-3 16,4 2 1-16,-3-2 0 0,0 0 1 0,3 0 0 15,-1 2 1-15,0-2 6 0,-1-1-7 0,1 0 1 16,-2 3-1-16,1-2 3 0,1 0-5 0,-3 0 5 16,3-1-2-16,1 0-4 0,0 0-6 0,0 0 8 15,2 1-1-15,-2-2 2 0,2 1 0 0,8 0 0 16,-10 0-1-16,0 0 1 0,-1-1 0 0,1 1-1 16,2-1 4-16,-2 0-1 0,0 1-4 0,10-3 4 15,-9 3-14-15,10 0 16 0,-12-1 2 0,1 1 0 16,1-2 0-16,0 2 0 0,-1-1 2 0,0 0-1 15,-1 1 2-15,0 0 1 0,1-1-3 0,0 1-1 0,2 0-1 16,-1 0-2-16,1 0-1 0,8 0 0 0,-10 0-1 16,2-1 0-16,-1 1 0 0,-2 0-1 15,13-3-1-15,-13 2-35 0,-3 2 45 0,3-2-4 16,1 0-1-16,0 1-2 0,-1 0-1 0,1-2 0 0,2 2 3 16,-4 0-3-16,1-3 2 0,0 3 1 0,0 0 1 15,-1 0-2-15,-2 0-32 0,2 0 43 0,-2 0-3 16,1 0 0-16,0 0-3 0,0 0-2 0,0 0 1 15,-1 0-2-15,2 0-2 0,-2 3 1 0,1-3-3 16,-1 0-4-16,-1 0 4 0,3 0-2 0,-3 0-28 16,1-4 33-16,2 4 0 0,-2 0-1 0,0 0-1 15,1-1-2-15,0 1-3 0,1-2 0 0,-1 1 1 16,1 1 1-16,1-1 0 0,-1 0-18 0,-2 1 19 16,2-1-32-16,-1 0 40 0,0 1-36 0,-1-2 39 0,0 1-37 15,1 4 39-15,0-5-32 0,0 1 31 0,0-2-4 16,2 3-2-16,-1-1-5 0,-1 1-31 15,-1-2 39-15,1 0-36 0,-1 2 37 0,-1-2-36 0,2 1 40 16,-2 0-38-16,0 0 36 0,1-3-31 0,-1 1 33 16,0 6-39-16,1-6 40 0,-1 3-36 0,2-1 37 15,-1 0-33-15,-1-1 32 0,-1 1-35 0,-1 0 25 16,1-1-21-16,-1 1 35 0,-2 1-35 0,2 0 34 16,-2-3-33-16,2 3 35 0,-2 0-37 0,1 0 40 15,0 0-35-15,0-1 31 0,-2 1-35 0,3-1 34 16,-2 1-36-16,0-2 36 0,-1 2-37 0,-1-1 38 15,2 0-39-15,-3 0 36 0,2 1-36 0,0-2 34 16,-1 1-33-16,4 1 42 0,-2-1-36 0,0-1 32 16,0 1-35-16,2 1 37 0,-1 0-31 0,-2 0 35 15,3-3-34-15,-1 3 32 0,-2 0-31 0,3-1 33 16,-2 1-32-16,0-1 34 0,-1 1-32 0,0-2 30 16,1 2-30-16,-1-1 33 0,1 1-33 0,-2 1 23 15,0 1-19-15,1-2 22 0,-2-2-25 0,-4 2 28 16,2 0-29-16,0-1 26 0,-9 1-26 0,2-1 25 15,-3 1-31-15,0 0 35 0,1-1-30 0,-3-1 27 0,-2 2-29 16,2 0 32-16,-1-2-25 0,-2-1 25 0,-4 3-29 16,0 0 26-16,0 0-28 0,-2 0 26 15,2 0-27-15,-2-2 25 0,-1 2-29 0,-1-1 26 0,2 1-28 16,-2-1 26-16,-3 1-31 0,-3-1 23 0,2 1-19 16,-1 0 25-16,-2 0-26 0,-2-2 24 0,1 2-20 15,-2 0 12-15,-2 0-16 0,-1 0 25 0,0-1-25 16,-1 1 24-16,0 0-25 0,-1 0 24 0,-2 0-59 15,-11 0-17-15,19 0-84 0,-19 0-18 0,16 1-47 16,-16-1-56-16,12 0-65 0,-12 0-64 0,0 0-22 16,0 0-98-16,0 0 7 0,-3 7-30 0,-10-5-65 15,-5 1-540-15,-6 4-760 0</inkml:trace>
  <inkml:trace contextRef="#ctx0" brushRef="#br0" timeOffset="-30716.94">1172 15175 171 0,'0'0'285'0,"0"0"-44"0,0 0-49 16,0 0-5-16,0 0-28 0,0 0-8 15,0 0-35-15,0 0 9 0,0 0-35 0,0 0 20 16,0 0-38-16,0 0 30 0,0 0-21 0,0 0 3 16,0 0-11-16,0 0-3 0,0 0-6 0,0 0-4 0,0 0-9 15,0 0-4-15,0 0 9 0,0 0-8 0,0 0-7 16,0 0-9-16,0 0-1 0,0 0-9 15,0 0-7-15,0 0 20 0,-7 5 0 0,7-5 1 0,0 0-3 16,1 7-2-16,-1-7-2 0,2 7 9 0,-2-7 2 16,3 10 4-16,-3-10-1 0,1 11-6 0,1-5-1 15,-1 2 2-15,-1 0 4 0,3 0 4 0,-3 4-1 16,1-3-2-16,-1 1-9 0,1 2 17 0,0 0-4 16,1 0-4-16,-1 1 3 0,-1-1-8 0,0 1-1 15,1 0-11-15,1 2 6 0,-2-1-15 0,1 3 16 16,-1 0-11-16,0 1 20 0,0 0-12 0,1 1 14 15,1-1-10-15,-2 2 15 0,0-2-18 0,0 2 9 16,0-1-13-16,0 0 11 0,0 1-7 0,0-1 7 16,0 1-4-16,0 0-7 0,-2 0 2 0,2 1-3 0,-1-3-3 15,1 2-5-15,0 0 2 0,0-1-5 16,0 0-5-16,-1 1 5 0,1-1-4 0,0 0 0 16,0-1-1-16,0 1-3 0,-2 0 0 0,4-1-10 15,-2 0 13-15,0 0-3 0,0 1 0 0,0-1-3 0,0 0-2 16,1 1 2-16,-1-2 2 0,0 1 1 15,0-1 1-15,1 1-7 0,1 0 14 0,-2-1-3 16,1 0 2-16,-1-1 0 0,1 1-1 0,-1 0 1 0,0-4-4 16,1 1 0-16,-1 0-2 0,2-2-4 0,-2 0 2 15,1 1-2-15,-1-1 0 0,0-2-4 0,0-1 9 16,0 1-8-16,0-3-2 0,0 0 0 0,0-7 4 16,0 14-1-16,1-9-4 0,-1-5-35 0,0 11-17 15,0-11-48-15,3 9-21 0,-3-9-73 0,0 7-16 16,0-7-75-16,0 0-17 0,0 0-90 0,0 0-71 15,0 0-338-15,0 0-331 0</inkml:trace>
  <inkml:trace contextRef="#ctx0" brushRef="#br0" timeOffset="-28349.71">1232 14624 246 0,'0'0'266'0,"0"0"-28"0,0 0-40 0,0 0 1 16,0 0-43-16,0 0 0 0,0 0-41 0,0 0 23 15,0 0-19-15,0 0-6 0,0 0-11 0,0 0-10 16,0 0-5-16,0 0-9 0,-10 2-5 0,10-2-15 16,0 0-11-16,0 0-5 0,0 0-2 0,0 0-9 15,0 0 5-15,0 0 17 0,0 0 13 0,0 0-2 16,0 0 3-16,3 7 2 0,-3-7 4 0,6 4 6 15,-6-4 6-15,8 5 11 0,-8-5-1 0,12 3-6 16,-12-3-2-16,11 5-6 0,-11-5-3 0,13 7-2 16,-5-5-9-16,0 1 3 0,1-1-4 0,0 0-3 15,3 0-3-15,-3-1 1 0,1 1 3 0,4 1 2 16,-1-1 24-16,0-2-26 0,2 3 16 0,4-3-31 0,-1 0 17 16,1 0-30-16,3 0 16 0,0 0-16 15,3-3 20-15,-2 3-23 0,5-1 13 0,2 0-16 16,-1-4 19-16,2 4-21 0,1-1 17 0,2-2-13 0,2 1 16 15,0 1-15-15,0-1 13 0,-1-1-2 0,1 1-7 16,0 1 1-16,0 0-1 0,-4 1-6 0,5-1-6 16,1-2-7-16,-1 1 2 0,0 0 2 15,0 2 24-15,3-2-34 0,-2 1 29 0,2-1-33 0,-2 1 31 16,3-1-35-16,-1 1 28 0,-2 1-35 0,3 0 33 16,-3 0-43-16,2-1 43 0,-2 1-37 0,2 0 31 15,-3 1-29-15,0-3 36 0,1 3-34 0,-1 0 21 16,-1-2-16-16,1 1 49 0,-1 0-38 0,1 0 38 15,0-1-36-15,0 0 39 0,0 1-40 0,-1-2 26 16,2 2-34-16,2-2 30 0,-2 2-25 0,4-1 27 16,-1-1-35-16,8 0 33 0,-3 0-32 0,2 1 29 15,0-1-31-15,0 2 27 0,-1-3-23 0,3 2 20 16,0-3-4-16,-1 2 4 0,0 1-6 0,4-1 0 0,-3-1 0 16,2-1-3-16,2 0 0 0,1 2 0 15,-2-1 1-15,4-3-3 0,0 2-4 0,2 0 4 16,-2 1-4-16,2-3 4 0,0 3 2 0,0-1-2 15,-1 0 1-15,1 1-2 0,0-1 4 0,0 1-20 0,-2-1 23 16,2 0-3-16,0 2-2 0,1-1 1 0,-1 1 2 16,1-1-7-16,-1 0 1 0,-2 2 2 15,2 0-2-15,-3 0-4 0,1-1 1 0,0 2 3 0,-2-1-4 16,1 2 3-16,0-4-5 0,-1 3 5 0,0 0-3 16,1 0 1-16,1-1-2 0,-1 2 2 0,0-2 2 15,0 2-5-15,2-1 5 0,-2-1 4 0,0 2-3 16,-1 0-2-16,0-1 1 0,1 0-1 0,-1 0 3 15,0-1-4-15,0 1 3 0,0 1-5 0,0-1 4 16,1-1 0-16,-1-1-5 0,0 3 4 0,0-1-2 16,0-1 1-16,-1 2-1 0,-1-2 2 0,0 1-1 15,-1 0 1-15,2 0-1 0,-2 1 1 0,-2-3 1 16,1 2 0-16,0 0 3 0,-1 1-6 0,1-2 5 16,0 0 0-16,-1 1 0 0,1 0 0 0,-1 0 1 15,0-1 0-15,1 1 2 0,-1 0 1 0,0-1 3 16,-2 0-3-16,3 1 0 0,-3-2-1 0,0 1-5 15,0-1 5-15,0 0 3 0,-2 1-7 0,-4 0-2 0,6 0-1 16,0-1 1-16,-2-1-3 0,3 0 1 0,-1 3 0 16,-1-2-2-16,3 1 1 0,-2-2 1 15,0 0-7-15,1 0 7 0,-2 1-3 0,1 1 0 0,0-2-1 16,0 0 2-16,0 0 1 0,0 0-4 0,2-1 6 16,-1 2 0-16,-1-1-3 0,2-1 0 0,-1 1 0 15,2 0-5-15,-3 1 6 0,2-2-1 0,1 1-1 16,-2 1-2-16,1 0 1 0,-2 1-1 0,2-2-5 15,-3 1 5-15,1 1-1 0,0-1 0 0,-7 1 7 16,9 0-10-16,-3-1 1 0,2 1 2 0,-1-1-2 16,1 0 1-16,1 1-2 0,-1 0 3 0,0 0-8 15,2-1 3-15,-2 1 3 0,0-1 0 0,1 2 0 16,0 0 0-16,-8 0-1 0,2 1 2 0,6-2 0 16,-8 2 8-16,2-2-10 0,0 2 9 0,6 0-10 15,-7-1-2-15,7 0-2 0,-9 1 7 0,5 0-1 16,-4 0 0-16,9-1 1 0,-2-1-1 0,-6 2 1 15,7 0 3-15,-8 0-1 0,7-2-1 0,-6 2 1 0,-1 0-2 16,3-3 15-16,-3 3-20 0,8-2 18 0,-8 1-13 16,3 0 11-16,-3 0-14 0,0-1 13 15,3 1-14-15,5 0-6 0,-8 1 9 0,-1 0-1 0,4-3 0 16,-2 3 2-16,-1-2-5 0,2 2 0 0,-2-2 7 16,3 1-3-16,-3 1 3 0,1-1 8 0,-1-1-13 15,1 1 12-15,0 1-18 0,-1-1 19 0,2-1-15 16,-1 1 14-16,-2 0-15 0,2 1 14 0,0-3-18 15,0 3 3-15,-2 0 2 0,1 0 1 0,0 0-1 16,-1-1 2-16,0 1 0 0,-1 0-3 0,1 0 5 16,-3 0-1-16,3 0 0 0,-2 0 2 0,1 0 12 15,0 0-18-15,-1 0 16 0,0 0-16 0,0 0 16 16,1 0-16-16,-2 0 12 0,1 1-22 0,0-2 8 16,1 1 17-16,-1-1-14 0,2 1 0 0,0 0 1 15,0-2-1-15,1 2 2 0,-1-1 0 0,2 1 1 16,0-1 1-16,0 1 0 0,8-1-1 0,-2-1 15 15,-6 2-22-15,8-1 21 0,-10 1-18 0,4 0 15 0,-3 0-15 16,8 1 15-16,-8 1-17 0,9-1 16 0,-2 0-15 16,1 0 0-16,-1 2 2 0,0-2-2 0,2-1 0 15,-2 3 1-15,1-2 3 0,1 2 1 0,-3-2 0 16,2 0 1-16,1 2 16 0,-1-2-20 0,1 1 16 16,0-2-16-16,-1 2 17 0,1 1-16 0,1-3 16 15,2 1-15-15,-4 0 10 0,4 2-10 0,-1-1 18 16,-1 0-20-16,1-2 3 0,-1 3 17 0,1-1-19 15,-2-2 0-15,1 3 4 0,2-3 19 0,-3 2-22 16,4 0 22-16,-2 0-27 0,0-1 16 0,1-1-9 16,0 1 23-16,1 3-24 0,1-4 22 0,0 2-24 15,-1 0 21-15,2-1-24 0,-3 1 25 0,4 0-24 16,-2 0 25-16,1-1-13 0,-2 1 9 0,1-1-25 16,0 2 27-16,0-2-26 0,1 2 27 0,-2-2-28 15,1 1 23-15,0-1-26 0,1 1 20 0,-3-1-21 16,-1 1 30-16,2-1-30 0,-1 1 25 0,-2 0-28 15,1 1 24-15,-1-2-16 0,-3 0 25 0,2 1-28 0,-3-1 28 16,1 1-29-16,-6-2 28 0,4 4-32 0,3-3 31 16,-5 3-26-16,-2-2 25 0,0-1-27 15,1-1 24-15,-3 3-26 0,0-2 29 0,2 0-28 0,0 1 30 16,0-1-31-16,-2 1 30 0,0 0-31 0,2-1 27 16,-3 1-24-16,0 0 30 0,2-2-3 0,-4 3-3 15,3-3-3-15,0 1-29 0,-3 0 31 0,3 1-29 16,-1-1 31-16,1-1-29 0,-2 1 30 0,3 0-29 15,-2 1 23-15,1-2-22 0,1 2 29 0,-1-2-26 16,1 2 24-16,0-2-31 0,-1 1 26 0,1 1-19 16,-1-2 31-16,0 1-5 0,1 0-2 0,-1-1-1 15,0 1-4-15,1-1-20 0,-1 2 19 0,0-2 4 16,0 1-30-16,-1-1 30 0,1 1-27 0,-1-1 24 16,1 0-17-16,1 0 32 0,-1 0-30 0,0 3 28 15,1-3-29-15,-3 0 27 0,0 0-9 0,3 2-4 16,-5-2-6-16,2 2 0 0,-1-1 0 0,-1-1 0 15,0 2 0-15,-5-2 0 0,-1 1 0 0,1-1 0 0,-3 1 0 16,3 0 0-16,-1-1 0 0,-2 2 0 0,-1-2 0 16,-1 0 0-16,-4 0 0 0,-2 0 0 15,0 0 0-15,-4 2 0 0,-2-2 0 0,-2 0 0 0,1 0 0 16,-14 0 0-16,23 0 0 0,-23 0 0 0,17 0 0 16,-17 0-79-16,15 0-59 0,-15 0-65 0,12 0-83 15,-12 0-53-15,0 0-125 0,0 0-81 0,7-2-88 16,-7 2-139-16,0 0-730 0,-9-5-1127 0</inkml:trace>
  <inkml:trace contextRef="#ctx0" brushRef="#br0" timeOffset="-25417.45">1060 12992 56 0,'-6'-5'368'0,"6"5"-121"0,0 0 20 0,-4-5-51 15,4 5 2-15,0 0-78 0,0 0 30 0,0 0-48 16,-6-4 26-16,6 4-46 0,0 0 22 0,0 0-39 16,0 0 12-16,0 0-34 0,0 0 15 0,0 0-9 0,0 0 16 15,0 0 13-15,0 0-25 0,0 0 28 0,0 0-13 16,0 0 16-16,0 0-13 0,0 0 11 0,10 4-19 15,-10-4 16-15,9 3-15 0,-9-3 21 16,10 5-28-16,-10-5 22 0,14 4-34 0,-14-4 10 0,14 3-8 16,-4 0 25-16,0-1-27 0,1 1 23 0,0 1-21 15,2-4 40-15,2 3 3 0,-1-1-13 0,4 0-19 16,-1 1-4-16,3 0-9 0,1-1-1 0,-1 0-5 16,2-2-7-16,5 3 12 0,-2-3-31 0,2 2 28 15,0 0-29-15,1-1 22 0,0 1-30 0,3-2 27 16,-2 1-35-16,2 0 3 0,0 0 0 0,3 3 42 15,-2-4-38-15,6 0 34 0,-2 1-49 0,1 1 49 16,-1-2-40-16,3 0 46 0,0 0-35 0,1 2 40 16,-1-2-46-16,3 0 25 0,1 0-36 0,0 0 32 15,-1-2-5-15,9 2-6 0,-1 0-8 0,0-2-5 16,2 1 3-16,0 1-3 0,0-4-3 0,1 3-2 16,1 0 3-16,1 0-4 0,-1-1-5 0,1 1 4 15,0 0-6-15,-1 0 6 0,3-1 3 0,-3 2 3 0,2-1 0 16,0-1 11-16,0 2-1 0,2 0 0 0,-1 0 3 15,2 0-3-15,0-2-17 0,-2 2 14 16,2 0-2-16,1-1 4 0,0 1-8 0,2-1 6 0,-2 1-1 16,0 0 0-16,1 0 0 0,-1 0-2 0,3 0 0 15,-2 0 4-15,4 1-1 0,-2 0-5 0,-1-1 9 16,2 2-4-16,0-2 5 0,0 2-2 0,1-1-6 16,-1-1-5-16,0 2 1 0,0-2-3 0,2 1 1 15,-2 0-2-15,3-2-3 0,7 2-2 0,-8-1-1 16,11 1 1-16,-12-2 3 0,0 2-2 0,3-2 1 15,6 2 0-15,-9-1 0 0,-1 0 3 0,4-1 2 16,-2 1 1-16,-2 0-3 0,12-1-1 0,-11 1 1 16,1 0-5-16,1 0 1 0,-2 0 3 0,10 4-4 15,-10-6 1-15,0 1-1 0,-1 1-4 0,0-1 6 16,0 1-1-16,0-1-1 0,0-1-1 0,1 2 2 16,1 0-2-16,10-3-6 0,-12 3 3 0,0 0 2 15,1-2 2-15,0 1-1 0,0 0 1 0,-2-1-1 0,1 1 0 16,-3 1 1-16,3-2-12 0,-3 1 13 0,2 1-2 15,0-1-2-15,-2 1 1 0,0-1-1 16,1 1 0-16,-1 0-1 0,-1-2 0 0,0 2 1 0,0-1-2 16,-1 1 0-16,-3-2 1 0,4 2 1 0,-2 0-2 15,-1-2 0-15,1 1 0 0,-1 0 0 0,-1 0 0 16,2-3-1-16,-1 4-1 0,2-2 1 0,-3 1 3 16,2 1-5-16,-2-2 5 0,0 1 0 0,1-1-2 15,-1 0 0-15,0 0 2 0,0 1-30 0,-1-3 36 16,1 3-3-16,-1-1-2 0,2 0-2 0,0 0 1 15,1-3 0-15,-2 2-5 0,0 3 6 0,0-4-3 16,-2 3 2-16,2-1 1 0,0 0 1 0,1-1-33 16,-3 1 39-16,3 2-32 0,-6-3 34 0,5 1-30 15,2-1 33-15,-2 0-1 0,0 2-6 0,0 1 2 16,2-3-5-16,-3 1 1 0,1-1 0 0,0 2-3 16,-1-2-2-16,1 0 0 0,-2 1-1 0,1 2-10 15,1-3-16-15,-2 2 33 0,-1-2-2 0,0 2-2 0,3-1 0 16,-2 0-6-16,1 1 5 0,0-2 0 0,-3 2 1 15,3-2-2-15,0 2 2 0,0 0-1 16,-2-2-14-16,0 2 14 0,1-2 3 0,-1 1 0 0,0 1-27 16,-1-1 34-16,2-1-10 0,-2 2 5 0,2 0-4 15,-3-1 0-15,5 1-1 0,-2-1 0 0,1 0-1 16,-1 1 0-16,0-1 0 0,3 0 1 0,-2-1-4 16,-2 2 4-16,1-2-3 0,2 2-6 0,-2 0 9 15,1 0-3-15,0-1 0 0,-3 1-1 0,3-1 1 16,-1 2-1-16,1-2 2 0,1 1-4 0,-2-2 1 15,-1 2 0-15,2-1 1 0,0 2 1 0,-1-2-5 16,0 1 2-16,-1 1 3 0,1-2 1 0,-2 1 1 16,1-1 4-16,0 0-1 0,0 1 1 0,0-1 2 15,0 0 1-15,0 1 2 0,2 0-3 0,-2 0 1 16,-1-1-8-16,2 2 9 0,-2-2 0 0,2 0-1 16,-4 2-2-16,2-1 2 0,-1-2-11 0,-1 2 10 15,0 1-23-15,0-3 25 0,-2 3-3 0,2-3 0 0,-1 2-2 16,-1 0-5-16,3-1 7 0,-9 1-1 0,8 0-4 15,0 0-1-15,0-1 4 0,-2 0-9 16,1 2 11-16,1-3-2 0,-3 2 0 0,-3-1 0 0,3 0-1 16,-2 0 0-16,2 1-19 0,-4 0 22 0,6 0-3 15,1-1-1-15,-7 2-3 0,6 0 1 0,1-2-8 16,-8 2 7-16,8-3 2 0,-2 3-3 0,3 0-1 16,-2-1 3-16,-7 0 0 0,3 1 1 0,-2-2-1 15,-1 2-2-15,2-3 0 0,-1 3-16 0,1-1 16 16,-1 0-13-16,7 1 19 0,-8 0-4 0,1-3 0 15,6 3-4-15,-6 0 2 0,6-1 3 0,2 0 1 16,-10 1-2-16,10-2-1 0,-10 1 3 0,4 1-3 16,-3-1-10-16,4 1 6 0,-4-1 10 0,2-1-4 15,4 1-15-15,-3 1 16 0,-3-2-8 0,2 1 11 16,-1 0-17-16,6 1 16 0,-1-3 3 0,-4 3-1 16,4-1-1-16,2 0 0 0,-1-2-10 0,-1 2 9 0,-6 0 1 15,8-1-1-15,-4 0 0 0,5-1-4 0,-10 3-6 16,9-3 9-16,-8 2-10 0,7 0 11 0,-1-1-12 15,1 1 8-15,-1-1-4 0,-4 1-12 16,6 0 24-16,-1 0-12 0,0-1 0 0,1 0 0 0,-2-1 0 16,2 2 0-16,1 0 0 0,-1-1 0 0,-1 1 0 15,0 0 0-15,-6 0 0 0,0 1 0 0,1-2 0 16,-2 1 0-16,1-1 0 0,-1 2 0 0,1-2 0 16,-1 0 0-16,0 0 0 0,0 1 0 0,0-1 0 15,-1 0 0-15,1 2 0 0,-2-1 0 0,1-1 0 16,0 1 0-16,0 0 0 0,-2 0 0 0,3-1 0 15,-3 1 0-15,-1-2 0 0,3 1 0 0,-3 1 0 16,1 0 0-16,-1-1 0 0,0 2 0 0,-1-2 0 16,2 0 0-16,-2 1 0 0,1-2 0 0,-1 2 0 15,0-2 0-15,0 1 0 0,0 1 0 0,0-1 0 16,-1 0 0-16,1 1 0 0,-1 0 0 0,2-2 0 16,-3 2 0-16,1 0 0 0,-6-2 0 0,2 3 0 0,0-2 0 15,0 1 0-15,-1 0 0 0,-1 0 0 0,1-1 0 16,1 1 0-16,-1 0 0 0,-2 0 0 0,2 1 0 15,-2-2 0-15,2 2 0 0,-2-2 0 16,1 2 0-16,-2-3 0 0,0 3 0 0,1 0 0 0,-1-1 0 16,-2-1 0-16,1 2 0 0,-2-1 0 0,2 0 0 15,-4-1 0-15,3 1 0 0,-2 1 0 0,-2-1 0 16,-1 1 0-16,2 0 0 0,0-3 0 0,-3 3 0 16,1 0 0-16,-2 0 0 0,-1-1 0 0,-1 0 0 15,-2 1 0-15,-1 0 0 0,-1-2 0 0,0 1 0 16,-13 1 0-16,19 0 0 0,-19 0 0 0,17-1 0 15,-17 1 0-15,12 0 0 0,-12 0 0 0,0 0 0 16,17-1-61-16,-17 1-99 0,0 0-68 0,0 0-86 16,0 0-45-16,0 0-149 0,0 0-65 0,-17-2-97 15,5 5-80-15,-7-1-701 0,-10 2-1065 0</inkml:trace>
  <inkml:trace contextRef="#ctx0" brushRef="#br0" timeOffset="-22184.49">1336 15872 330 0,'0'0'278'0,"0"0"-51"0,0 0-10 16,0 0-36-16,0 0-8 0,-13 0-33 0,13 0 26 16,0 0-43-16,0 0 40 0,-10-2-60 0,10 2 42 15,0 0-57-15,0 0 41 0,-9-1-59 0,9 1 48 16,0 0-46-16,0 0 54 0,0 0-20 0,-10-2 29 15,10 2-23-15,0 0 15 0,0 0-29 0,0 0 0 16,-14-1-10-16,14 1 11 0,0 0-16 0,0 0 15 16,0 0-10-16,-9 1 12 0,9-1-8 0,0 0 0 15,0 0 2-15,0 0-7 0,-9 3 6 0,9-3-10 16,0 0-7-16,0 0-4 0,0 0-5 0,-9 4-1 16,9-4 1-16,0 0-4 0,0 0-2 0,0 0-6 15,-5 5-2-15,5-5-8 0,0 0 0 0,0 0-1 16,0 0 1-16,0 0 9 0,-5 3-3 0,5-3-12 0,0 0-6 15,0 0-1-15,0 0 24 0,8 4 21 16,-8-4 5-16,11 2-5 0,-11-2 18 0,17 3-30 16,-7-3-16-16,3 0-3 0,-1 0-7 0,4 0 0 0,-2 0-3 15,1 2-2-15,3-2-4 0,2-2-6 16,1 2-3-16,-1 0-39 0,2 0 41 0,1 0-38 0,0-3 37 16,3 2-36-16,1 1 37 0,-1-1-5 0,2-1-1 15,2 1 0-15,-2 0 7 0,4 0 0 0,0-1 0 16,4 2-7-16,2-3-36 0,-1 2 40 0,0 1-33 15,0-1 52-15,5-1-32 0,-3 0 44 0,2 1-34 16,1 1 40-16,0-3-36 0,6 2 40 0,0 1-44 16,1-3 30-16,-1 3-39 0,3-1 36 0,-1-2-39 15,0 0 35-15,-1 2-38 0,1 0 32 0,0-2-38 16,1 3 35-16,-1-2-39 0,0-1 34 0,1 3-40 16,-1-2 7-16,-3-1 1 0,4 1-1 0,-3 1 4 15,0 0 4-15,2-4-2 0,-2 3 1 0,2-1 0 16,-1 0 0-16,2-1-3 0,-1 1 5 0,0 0-3 0,1 1 3 15,0-1 0-15,-1 0-1 0,1 0 0 16,0 0-2-16,-2 1 0 0,-1-2 3 0,3 2 0 16,-4-1-1-16,2 2 2 0,0-3-3 0,-1 3 1 15,2-1 0-15,-3-1 0 0,3 1 2 0,0 2-2 0,0-2 1 16,-2 1-5-16,1-1 10 0,2 0-6 0,0 1 9 16,-1-2-5-16,1 2 0 0,0-1 1 15,-1-1 0-15,1 1 1 0,0 1 14 0,-1-1-17 0,4-2-2 16,-3 1 1-16,1 1-1 0,1-1 2 0,0-1 1 15,1 1-3-15,-2 0 3 0,2-1-3 0,-2 2 1 16,2-2-1-16,0 2 2 0,-4-1 9 0,3 2 2 16,-3-2-13-16,1 0 13 0,2-1-14 0,-4 2-1 15,3-1 0-15,-1 3 1 0,0-2 0 0,-1-1 8 16,1 2-11-16,1-1 3 0,-2 1-1 0,1-2 0 16,0 2 2-16,0 0-3 0,0-4-1 0,2 4 15 15,-2-1-16-15,0 0 14 0,0-1-10 0,0 0 10 16,0 2-13-16,2-3 12 0,-1 1-12 0,2 1 2 15,-2-2 2-15,-1 2 0 0,3 0 4 0,-3-1-2 16,0-1 11-16,1 2-12 0,1 0 11 0,-3-2-11 16,1 1 11-16,-2 0-13 0,2 1 9 0,-2-2-12 15,0 1 0-15,2-1 0 0,3 0 13 0,-12 4-14 0,12-5 11 16,-3 1-10-16,1 0 1 0,-1 0 12 0,1 0-13 16,2-1 15-16,-4 0-10 0,2 1 9 15,-1 0-12-15,2 0 5 0,-3 2-7 0,0-2 13 0,-2 1-12 16,1-1 15-16,-2 0-19 0,2 0 13 0,-1 2-11 15,-7-1 8-15,5 1-10 0,-4 1 11 0,6-1-10 16,0-1 10-16,-7 2-10 0,1-2 1 0,-1 2-1 16,6-2 11-16,-5 1-9 0,-1 1 8 0,1-1-13 15,-1 1 9-15,3-1-6 0,-3 0 11 0,1 2-12 16,0 0 11-16,2-3-13 0,0 3 10 0,5 0-9 16,-6-1 12-16,2 1-14 0,5-2 14 0,-8 2-12 15,3 0 6-15,-2-1-6 0,-2 1 14 0,4 0-15 16,-3 0 13-16,0 0-11 0,0 0 9 0,-1-1-11 15,1 1 13-15,-1 0 0 0,0 0-6 0,1 0 5 16,-1 0-14-16,2 0 12 0,-2 0-10 0,2 0 11 16,-1 0-10-16,-1 0 11 0,1 0-11 0,0-1 12 15,0 1-16-15,2-1 10 0,-3 1-7 0,1-1 16 0,0 1-16 16,0-1 13-16,0 1-13 0,-1-3 7 0,0 3 7 16,1 0 0-16,-1-2-3 0,0 2 0 15,1 0-1-15,-1-2-7 0,0 2-4 0,1-2 12 0,-1 2-11 16,2-3 10-16,0 3-10 0,-1-1 10 0,1 0-11 15,-2 0 15-15,2 0-13 0,0 0 10 0,-1 1 1 16,1-3-2-16,0 3-1 0,0-3-6 0,-1 2 6 16,-1 0 2-16,2 0-3 0,0 0 1 0,-1 0 1 15,1-1-4-15,-2 1-8 0,1 0 9 0,-1 1 2 16,1 0 0-16,2 0 0 0,-2 0-5 0,0 0-14 16,0-2 18-16,1 2 3 0,0 0 2 0,-2 0-5 15,2-1 0-15,-2 1-1 0,1 0-6 0,0 0 8 16,1 0-1-16,0 0 1 0,-1 0 1 0,-1 0-5 15,3-2 3-15,4 1-3 0,-6 1 3 0,1 0 0 16,0 0-2-16,-1 0 2 0,2 0-6 0,0 0-3 16,-1 1 14-16,0-1 0 0,-1 0 0 0,3 0 1 15,-2 0-4-15,-2 0 6 0,4 0-2 0,-3 0 2 0,3 0 0 16,-2 2 1-16,-2-2 1 0,4 0-4 0,3-2-1 16,-4 2 1-16,-1-1 2 0,7 1-1 15,1-1 1-15,-9 1-6 0,8-2 4 0,0 2 0 16,-8-1-3-16,8 1 1 0,-5-1-1 0,3 0-1 0,-4 1-4 15,-1-1 1-15,2 0 4 0,4 1 0 0,-5-2-1 16,4 1 1-16,-4 1 0 0,7 0-1 0,-10-3-5 16,10 3 4-16,-3-1 0 0,-4 1 0 0,5-1-1 15,-6 1-3-15,0-2-2 0,1 2 3 0,0-2 4 16,-1 2-2-16,1 0-2 0,-2 0 1 0,1-1 1 16,6 1-4-16,-7-1 7 0,-1 1 0 0,0 0 0 15,-1 0 1-15,1-1-3 0,-1 1 5 0,2 0 2 16,-1 0-4-16,0-1 3 0,1 1-3 0,-1-1 1 15,1 1-7-15,-2 0 4 0,0-1 2 0,0 1-3 16,-1 0-1-16,-1-2 3 0,-1 2-4 0,3 0 0 16,-2 0 5-16,-1 0-2 0,0 0-2 0,1 0-2 15,-1 0 2-15,3-3-3 0,-4 3 1 0,1 0 3 0,3 0-2 16,-3 0 2-16,0 0 0 0,1 0-2 0,2-1 2 16,-2 0-6-16,-1 1 5 0,3-2-1 15,-1 1 1-15,-2 1 2 0,2-1-8 0,0-1 3 16,0 1 4-16,-1 1-2 0,3 0 0 0,-3-3 1 0,1 3-2 15,0-1 23-15,-1 0-30 0,2-1 6 0,-3 0-1 16,3 2 5-16,-1-1-6 0,0-1 1 0,-1 1 15 16,3 0-17-16,-1-1 3 0,-1 1-1 0,1 1 2 15,-2 0-3-15,2-3-6 0,-2 3 7 0,3-1 2 16,-3-2 1-16,1 2-1 0,-1 0 2 0,0 0-7 16,-2-1 6-16,1 2 24 0,0-2-28 0,0 2 24 15,0-3-27-15,-1 1 25 0,1 1-29 0,-1 0 3 16,1 0 3-16,-5-1 0 0,4 1 0 0,-4 0 2 15,0 1-4-15,0 0 6 0,-2-3 0 0,2 3-1 16,0 0 1-16,0-1 0 0,0 1 0 0,1-2-3 16,-3 2 3-16,2 0 1 0,-3 0 1 0,3-1 20 15,-3 1-25-15,2 0 21 0,-3 0-25 0,3-1 4 16,-3 1-3-16,1-2 27 0,-2 2-28 0,2 0 25 0,2-2-30 16,-3 2 20-16,2-1-18 0,-2 1 26 15,1-2-23-15,-1 1 20 0,3 1-22 0,-2-1 24 16,3 1-22-16,-1-3 18 0,0 3-21 0,-1-1 1 0,1-1 23 15,1 1-28-15,-3 1 6 0,3-1 25 0,-1 0-26 16,1 1 26-16,-2-1-27 0,1-1 24 0,1 2-21 16,0 0 14-16,0-3-19 0,-1 3 26 0,-2-2-25 15,3 1 26-15,-1 1-28 0,-2-1 22 0,2 0-19 16,-2 1 26-16,1-1-26 0,0 0 24 0,-2-1-26 16,2 2 26-16,-1-1-25 0,0 0 26 0,2 0-25 15,-3 2 25-15,3-2-24 0,-2 1 23 0,1-1-26 16,0 1 30-16,-3-1-27 0,2 1 26 0,0 0-30 15,-1 0 32-15,-3-3-32 0,0 3 24 0,-1 0-22 16,-1 0 28-16,0 0-28 0,-3 0 29 0,3-1-32 16,-4 1 22-16,1-2-18 0,-1 2 27 0,-1 0-27 15,-3 0 27-15,1-1-29 0,-3 1 26 0,2 0-26 16,-3-1 28-16,1 1-29 0,-2-1 30 0,0 0-29 0,-11 1 25 16,19 0-27-16,-19 0 31 0,15 0-31 15,-15 0 28-15,13-1-26 0,-13 1 25 0,15 0-26 16,-15 0 22-16,13-2-22 0,-13 2 27 0,14-1-26 0,-14 1 27 15,11 0-32-15,-11 0 26 0,12-1-22 0,-12 1 30 16,12 0-32-16,-12 0 30 0,11 0-28 0,-11 0 29 16,0 0-30-16,18 0 28 0,-18 0-28 0,12 0 28 15,-12 0-28-15,0 0 25 0,16 0-24 0,-16 0 29 16,12-2-32-16,-12 2 32 0,12 0-30 0,-12 0 28 16,12 2-30-16,-12-2 25 0,12-2-22 0,-12 2 30 15,12 0-28-15,-12 0 24 0,13 2-27 0,-13-2 28 16,13 0-27-16,-13 0 26 0,14-2-26 0,-14 2 24 15,15 0-24-15,-15 0 26 0,14 0-25 0,-14 0 24 16,18-1-25-16,-18 1 26 0,17 0-30 0,-17 0 23 16,18-2-23-16,-18 2 26 0,19-1-25 0,-8 1 25 15,0-1-22-15,-11 1 23 0,21-3-32 0,-9 3 26 16,-1-1-17-16,1 0 24 0,-12 1-27 0,20-1 22 0,-20 1-27 16,17-1 23-16,-17 1-25 0,15-3 18 15,-15 3-25-15,14 0 9 0,-14 0-21 0,14 0 1 16,-14 0-40-16,0 0-25 0,13-3-30 0,-13 3-46 0,0 0-41 15,0 0-37-15,15 0-46 0,-15 0-78 0,0 0-64 16,0 0-74-16,0 0-36 0,-10 4-103 0,10-4-591 16,-18 5-860-16</inkml:trace>
  <inkml:trace contextRef="#ctx0" brushRef="#br0" timeOffset="-18168.33">1185 16366 39 0,'0'0'157'0,"0"0"25"15,0 0-86-15,0 0 39 0,0 0-48 0,0 0 32 16,0 0-37-16,0 0 38 0,0 0-34 0,0 0 31 16,0 0-11-16,0 0-8 0,0 0-12 0,0 0 1 15,0 0-2-15,0 0-4 0,0 0-6 0,0 0-9 16,0 0-9-16,0 0-5 0,0 0 1 0,0 0 0 16,0 0 3-16,-2 6 9 0,2-6 1 0,0 0-16 15,0 8 3-15,0-8-16 0,0 8 1 0,0-8-6 16,0 12 1-16,0-12-3 0,1 12 1 0,-1-4 8 15,1 0-3-15,1 2-2 0,-1 0 18 0,-1 0 7 16,3 1-5-16,-2 2 11 0,0-1 8 0,-1 2-1 16,3 1 3-16,-2 0-4 0,-1 1-9 0,1 1-4 15,2-2 10-15,-2 2-28 0,0-1 22 0,-1 1-28 0,1 1 12 16,1-2-21-16,-1 1 12 0,-1 0-8 0,1-2 18 16,1 2-18-16,-1-2-3 0,0 1 1 0,-1 0 3 15,0 1-5-15,0-1-1 0,1 1 4 16,1-3 0-16,-2 1-3 0,0-3 4 0,0 2-7 0,0 0 1 15,0-1 4-15,0-1-3 0,0 1-3 0,0-2 5 16,0 0-3-16,0-1-2 0,0 1-1 0,0-3-3 16,0 0-3-16,0-1 0 0,-2 1-4 0,2-1 0 15,0-7 1-15,0 12-3 0,0-12 1 0,0 11-1 16,0-11 0-16,0 9 3 0,0-9 2 0,0 8 3 16,0-8 8-16,-1 7 2 0,1-7 1 0,0 0 3 15,0 9-1-15,0-9-1 0,0 0-3 0,0 0 0 16,0 8 2-16,0-8 0 0,0 0-1 0,0 0 3 15,0 6-4-15,0-6 1 0,0 0-2 0,0 0-1 16,0 0-3-16,0 0-1 0,0 0 16 0,0 7-24 16,0-7 1-16,0 0-1 0,0 0-4 0,0 0 1 15,0 0-2-15,0 0-2 0,0 0-1 0,0 0 0 0,0 0-2 16,0 0-5-16,-1 6 7 0,1-6 0 0,0 0 0 16,0 0 2-16,0 0-3 0,0 0 17 0,0 0-16 15,0 0 2-15,0 0 2 0,0 0 0 0,0 0 8 16,0 0-9-16,0 0 5 0,0 0-4 0,0 0 1 15,0 0-1-15,0 0 8 0,-1 7-6 0,1-7 2 16,0 0 1-16,0 0 5 0,0 0-1 0,0 0 0 16,0 0 0-16,0 0 1 0,0 0 2 0,0 0 10 15,0 0 20-15,0 0 10 0,0 0 1 0,10 1-2 16,-10-1 3-16,0 0-36 0,11 0 41 0,-11 0-16 16,0 0-5-16,16 0-6 0,-16 0-47 0,11 0 46 15,-11 0-7-15,17-1-48 0,-17 1 47 0,14 0-51 0,-14 0 54 16,19 0-50-16,-19 0 49 0,22-3-49 0,-12 3 48 15,3-2-49-15,-3 2 51 0,3 0-50 0,-13 0 47 16,24 0-45-16,-11 0 44 0,-13 0-49 0,23 0 46 16,-9 0-46-16,-14 0 52 0,23 0-47 0,-12 0 42 15,1 0-51-15,2 0 72 0,-3 0-73 0,3 0 53 16,-2 2-51-16,2-2 50 0,0 0-54 0,-1 3 52 16,1-3-50-16,-1 1 53 0,1 0-53 0,0 1 50 15,0-1-46-15,0-1 50 0,4 2-49 0,-3 0 49 16,3-2-46-16,0 3 47 0,1-2-42 0,0 0 44 15,-1 1-45-15,4 0 59 0,-1-1-31 0,0 1 38 0,2-1-49 16,3 0 37-16,-4 0-45 0,3 1 41 0,2-2-46 16,-2 1 39-16,2 2-42 0,-1-2 42 15,-1 1-44-15,2-1 40 0,-1 0-42 0,1 0 7 0,-2 1 3 16,3 0-1-16,-1-1 3 0,1-1 5 0,-1 2 4 16,1-1-6-16,0 0 3 0,0 1-1 0,-2-1 1 15,3 1 10-15,1-1-9 0,-1-1 0 0,2 1 1 16,-2 0 2-16,3 1 2 0,-1-2 1 0,1 0-3 15,5 2 7-15,-6-1-1 0,7-1 4 0,-1 0-2 16,1 0 3-16,0 0 1 0,-1 0-3 0,0 0-1 16,1 0-2-16,-4 0 0 0,3 0 1 0,-5 0-8 15,1 0-3-15,0 0 4 0,5 2-2 0,-5-2-1 0,3 0 1 16,-2 1-2-16,-1-1 3 0,3 0-2 0,-4 0 2 16,1 0-1-16,0 1-1 0,1-1 3 0,-2 0-2 15,1 0 2-15,5 0-3 0,-1-1-1 0,-1 0 4 16,1 1 0-16,-1-2 4 0,2 1 2 0,-1-1 2 15,2 0 2-15,-2 0-1 0,2-1 4 0,1 0-4 16,0-1-4-16,0 3 0 0,6-3 13 0,2 1-16 16,-2-1 0-16,1 1-2 0,-1-1 4 0,2 0-2 15,1 0-3-15,-2 2 4 0,2-3-6 0,-2 2 5 16,2-1-5-16,-2 1 3 0,2-1-3 0,-3 1-34 16,1 0 41-16,-6 0-37 0,6-1 48 0,0 3-10 15,2-3-1-15,-2 1-2 0,0 1-2 0,2 0 0 0,-3-3 2 16,-4 5-3-16,5-4-2 0,3 2 0 0,-5-1 0 15,-2 0 0-15,5 2-36 0,-6 0 42 16,4-3-37-16,-4 1 42 0,0 2-36 0,7-1 39 0,-7 0-40 16,6-1 43-16,1 2-40 0,0-3 41 0,1 2-39 15,-7 0 41-15,7 2-40 0,-2-3 45 0,2 1-45 16,0 1 42-16,1-2-43 0,-1 0 46 0,0 2-42 16,0-1 42-16,1 0-41 0,-3 1 41 0,3-1-38 15,-1-1 34-15,0 1-35 0,2-2 35 0,1 2-37 16,-2 1 37-16,1-2-37 0,2-1 34 0,1-1-36 15,-4 3 37-15,3-1-37 0,1 0 37 0,-3 1-40 16,1-1 48-16,0-1-47 0,-1 2 40 0,2-1-35 16,-3 1 48-16,3 0-48 0,-3-1 37 0,3 1-35 15,-2-1 39-15,2 3-38 0,-2-2 37 0,2-1-34 16,-4 1 39-16,2 0-40 0,-1-1 36 0,-1 1-33 16,0-1 36-16,0 3-39 0,-3-4 38 0,3 3-39 15,-3-2 4-15,2 1 6 0,-3 0 32 0,2-3-36 0,-1 4 33 16,1-2-35-16,-1 1 36 0,-6-1-36 0,7 0 34 15,0 2-39-15,-1-2 39 0,-6 1-40 16,7-1 1-16,-7 2 5 0,2-1 3 0,-1 0-1 0,-1-1 3 16,-2 2 0-16,2 0-1 0,0-1 1 0,1 0 2 15,-2-1 0-15,-1 3-4 0,1-3 5 0,2 1-3 16,-2 0 0-16,2 1 1 0,-2 0-1 0,1-2 0 16,0 2 2-16,0 0 4 0,-1-2-5 0,2 3-3 15,-1-1 3-15,0-1 0 0,1 0-2 0,-2 1 4 16,6-5-5-16,-8 5 2 0,1 0 0 0,-1 0 3 15,3 1-2-15,-3-2-1 0,2 2 1 0,-1-1-1 16,1-1 1-16,-3 2-1 0,3-2 3 0,-1 1-1 16,1 0 2-16,0 0-1 0,0 1 0 0,-1-2 3 15,-1 0 1-15,3 2-1 0,-3-3 1 0,1 3 0 16,-1-2-2-16,1 1 0 0,0 0 0 0,-1-2 6 16,1 2 4-16,0 0-14 0,-2-2 12 0,2 2-15 15,-1 0 4-15,0 0-1 0,2-1 0 0,-2 0 0 0,2 2 10 16,-3-1-11-16,4 0 2 0,-4 0 0 0,2-1 1 15,0 1-1-15,-1 0 1 0,0-2 0 16,2 3-3-16,-3 0 3 0,0-2 3 0,0 2-2 0,0-1 9 16,0 0-15-16,-5 1 11 0,4-1-12 0,-4-1 10 15,1 2-11-15,3-2 12 0,2 2-11 0,-6-1 10 16,0-1-9-16,0 2 0 0,5-1 3 0,-6 0-4 16,1 1 4-16,0 0 1 0,0-3 1 0,0 3-1 15,0 0-1-15,0 0 1 0,6-1-2 0,-1 2 1 16,-6-1 2-16,-1 0 9 0,2 0-15 0,-1-1 2 15,1 1-1-15,0-1 2 0,-2 1 9 0,1-2-12 16,1 2 10-16,0 0-11 0,0-1 14 0,1-1-15 16,-1 2 0-16,0-1 2 0,1 1 1 0,4-1-1 15,-1 1 3-15,-4-1-3 0,5 1 3 0,-5 0-2 16,6-2 1-16,-6 2 0 0,5 0 3 0,-3 0 3 16,3 0-12-16,0 0 7 0,1-2 1 0,-1 2-2 0,0 0 1 15,-1 0-1-15,1 0 0 0,-4 0 0 0,4 0 12 16,-5 0-13-16,7 0 14 0,-1-3-14 15,1 3 2-15,0 0-4 0,-1 0 4 0,1 0 1 0,0 0-1 16,1 0-2-16,1 0 8 0,1-2-4 0,-1 2 1 16,2 0 1-16,-2 0 0 0,1 0 2 0,3 0-2 15,-3 0 1-15,3 0-5 0,-2 0 5 0,2-2 7 16,-3 2-10-16,-1 2-1 0,10-4 1 0,-9 1-1 16,3 1-1-16,-3 0 0 0,2 0 1 0,-1 0 0 15,-1 0 0-15,2 0 1 0,-2 0-3 0,1 0 1 16,-2 0 5-16,0 0-5 0,1 0-1 0,-3 0 4 15,-1 1-1-15,3 1 0 0,-3-2 1 0,-1 1 3 16,-1-1 5-16,2 1-5 0,-2-1 9 0,-4 0-12 16,1 0 8-16,-1 3-8 0,0-3 4 0,1 0-7 15,-1 0 1-15,-1 2 0 0,6-2 0 0,-5 0-3 16,1 2 6-16,-1-2-3 0,5 2 2 0,-6-1-3 16,1-1 9-16,0 2-11 0,0-2 6 0,4 1-2 0,-4 1 7 15,0-2-9-15,-2 1 7 0,3 0-9 0,-1-1 6 16,5 3-3-16,-5-3 8 0,0 1-11 0,5 0 3 15,-5-1-3-15,3 3 7 0,-3-3-12 0,4 1 10 16,-4 0-4-16,4 1 7 0,0 0-7 0,3-1 5 16,-2 1-5-16,1-2-1 0,0 3 0 0,1-2 2 15,-1 0-3-15,3 1 2 0,-3-4 0 0,2 5 1 16,-1-3-2-16,0 1 2 0,-1 0 4 0,2 1-8 0,1-2 6 16,-2 2 1-16,2-2 1 0,-1 1-5 15,-2 0 3-15,2-1-2 0,-1 1-5 0,1-1 4 0,0 3 0 16,0-2 0-16,-3 0 0 0,2-1-4 0,-1 2 5 15,0-1 0-15,-1 0 2 0,-1 0-2 0,0 1-2 16,-4-2 0-16,0 0 5 0,0 1-3 0,-1 1-2 16,1-2 3-16,-2 2-5 0,0 0 7 0,-1-2-3 15,2 1 4-15,-2 0-4 0,-1 0 2 0,2-1-3 16,0 2 1-16,-3-2 0 0,2 0-3 0,1 0 4 0,-1 0-1 16,-1 2-1-16,0-2 3 0,-1 3-2 0,3-3-1 15,-2 0-1-15,0 0 4 0,-2 0-2 0,0 0 3 16,1 0-1-16,1 1 5 0,-1-1 0 0,0 0 4 15,-3 0-6-15,3 0 0 0,-4 0-1 0,1 1 4 16,-1-1-5-16,4 0-1 0,-3 0-1 0,-2 1 2 16,2-1-3-16,1 0-1 0,-2 0 2 0,0 2-5 15,1-2 8-15,0 0-3 0,-1 0-1 0,-1 0-1 0,2 1 6 16,0-1-6-16,3 0 0 0,0 0 0 0,1 2 0 16,0-2 0-16,-3 0 0 0,2 1 0 0,-1-1 0 15,1 0 0-15,1 1 0 0,-5-2 0 0,3 4 0 16,1-3 0-16,-3 2 3 0,0-2-3 0,-1 1 0 15,-1-1 1-15,0 0-2 0,1 2 5 0,-2-1-5 16,2-1-2-16,-1 1 3 0,-1-1 0 0,0 1 4 0,-1 1-7 16,-1-1 2-16,0 0 1 0,-1 0 2 15,1-1-3-15,-2 2-1 0,0-2 2 0,0 2-3 16,0-2 5-16,-1 0-1 0,0 1-3 0,1-1 3 0,-1 2-2 16,3-2 8-16,-5 0-11 0,5 0 4 0,-1 2-3 15,1-1 1-15,0 0 0 0,-2 0 1 0,2 1 1 16,-1-1 0-16,3 0 1 0,-2-1-2 0,0 3 0 15,1-1 0-15,-1-1-2 0,1 0 1 0,0 2 0 16,0-2 1-16,0 1-1 0,0 1 0 0,-1-2-1 16,1 2 7-16,-1-1-7 0,1 0 0 0,-2-1 20 15,1 1-23-15,-1 0 1 0,2-2 0 0,1 3 0 0,-2-3-1 16,0 2-2-16,0-2 0 0,1 0 0 0,1 2-1 16,-3-2 0-16,3 1 1 0,-2 0 1 0,-1 0 0 15,1-1 1-15,0 2-6 0,-5-1 6 0,5-1-1 16,-6 2-2-16,2-1-1 0,-2 0-10 0,2-1-5 15,0 3 4-15,-3-3-13 0,1 0-7 0,-1 1-12 16,0 0-16-16,-1 1 2 0,-11-2-84 0,20 1-17 16,-20-1-66-16,14 1-27 0,-14-1-37 0,14 1-95 15,-14-1-75-15,13 2-67 0,-13-2-108 0,0 0-698 16,6 3-943-16</inkml:trace>
  <inkml:trace contextRef="#ctx0" brushRef="#br0" timeOffset="-15285.2">2370 11247 242 0,'0'0'265'0,"0"0"3"0,0 0-68 0,0 0 32 0,-4-5-65 16,4 5 19-16,0 0-50 0,0 0 23 0,0 0-50 15,0 0 16-15,0 0-40 0,0 0 12 16,0 0-38-16,0 0 8 0,0 0-30 0,0 0 14 0,0 0-20 16,0 0 25-16,0 0-11 0,-5 4-3 0,5-4 3 15,0 0 11-15,1 9 3 0,-1-9-8 0,0 13 3 16,0-13-2-16,0 12 4 0,1-6-5 0,1 2-5 16,-2 1-2-16,1-1 5 0,-1 3-4 0,3-3 3 15,-2 4-7-15,-1-3-2 0,1 4-7 0,0-1-5 16,1 1 0-16,-1 1-6 0,0 0 2 0,2 1 11 15,-3 1 3-15,3 1-3 0,-1-2-5 0,-2 5-16 16,1-3 8-16,0 1 1 0,1 0 15 0,-1 1-8 16,-1-1 12-16,1 1-12 0,1 1 4 0,-1-2-1 15,-1 3 20-15,1-2-21 0,-1-1 13 0,1 2-23 16,-1 1 15-16,2-2 1 0,-2 1-2 0,1-2 4 16,-1 2 22-16,0 0 19 0,0 1-15 0,0 0-18 15,0-1-4-15,0 1-4 0,0 0-11 0,0 0-2 0,-1-1-12 16,1 2 8-16,0-1-13 0,0 1 6 0,-2-1-10 15,1 2 3-15,1-4 2 0,0 3-3 16,0-2 0-16,0 2-5 0,0-1 4 0,0 0-2 16,0 1 0-16,0-2-1 0,0 2-1 0,0 2-1 0,1 0 2 15,-1-3-1-15,2 4-3 0,-2-5 3 0,0 5-2 16,0-1 3-16,1-1-1 0,-1-2 2 0,0 0-2 16,0 0-4-16,0 1 5 0,0-1-1 0,0-3-1 15,0 3-2-15,0-1 0 0,0-1 3 0,-1 1-3 16,1-1 1-16,0 0 4 0,-2-1-5 0,1 0 4 15,1 2-1-15,0-3 2 0,0 1-5 0,0 0 5 16,0 1-6-16,0-2 5 0,-1 0-5 0,1 0 5 16,0-1-1-16,0 2 0 0,0 1 0 0,0-2 1 15,-1 0-2-15,1 1-1 0,0 0 1 0,0 2-6 16,-2-2 5-16,2 0 1 0,-1 1-1 0,1-1-1 16,0 1 1-16,0 0 1 0,0 0-4 0,0 1 6 15,-1-1-3-15,1-2 1 0,-2 3-2 0,1-1 4 16,1 0-3-16,0-1-5 0,-1 0 6 0,1 2 0 0,0-1-2 15,-2-2-1-15,2 3 4 0,0 0-1 0,-2-2 3 16,1 2-1-16,1-2-4 0,0 2 3 16,0-1-4-16,0 1 7 0,-1-1-2 0,1 1 0 0,0 1-3 15,-2-1 2-15,1 0-2 0,1-1 2 0,0 2 4 16,-1 1-10-16,-1-2 6 0,2 1 3 0,-1-1 8 16,0-1 11-16,1 2-3 0,0 0-4 15,-1 0-6-15,-1-2 4 0,1 3 0 0,1 0-4 0,-1-3-5 16,1 2-3-16,-2-1 4 0,1 0-6 0,1 0 5 15,0 6-2-15,0-8-2 0,0 2-2 0,0 0 4 16,0 1-10-16,0-2 10 0,0-1 1 0,0 2-2 16,0-1-2-16,0 0 1 0,0 0 2 0,0 1 1 15,0-1-4-15,0 0 4 0,0-1-3 0,0-1 3 16,0 2-6-16,0 0 9 0,-1 0-1 0,0 1 15 16,1-2-13-16,0 0 9 0,0 1-11 0,0-1 11 15,0-1-14-15,-2 1-1 0,4-1 2 0,-4 0 1 16,1 3 17-16,1-2 0 0,0 0-7 0,1 1 0 15,-2-1-4-15,1 1-3 0,0 0-4 0,0-2 3 16,-1 2-1-16,-3-4-3 0,4 6 10 0,0-1 10 16,0-1-3-16,-1 1-4 0,1 0-4 0,0-2-3 15,-1 2-1-15,1-2-9 0,-2 2 7 0,1-2-1 0,1 0-2 16,0 0 1-16,-1-1-2 0,-1 2-2 0,1-2 18 16,1 0-19-16,0 0 20 0,0 0-44 15,-1 0 43-15,1 0-22 0,-1-1 20 0,1 0-23 0,-2 1 26 16,1-4-25-16,1 4 20 0,0-2-24 0,-1 2 24 15,1 0-33-15,-2-1 10 0,1 0 0 0,1-4 2 16,0 2 3-16,0 0 1 0,-1 1-14 0,1-2 9 16,-2 1 10-16,1-1-2 0,1 1 0 0,-1 1 0 15,1 0 0-15,0 1 0 0,-1-2-5 0,-1 1 5 16,1 1-1-16,1-3 3 0,0 2-1 0,0 0-8 16,-1-1 6-16,1 2 3 0,1 1 0 0,-2-1 1 15,1 0-2-15,-3-2 0 0,3 1-7 0,-1-1 1 16,1 0 11-16,4 2-4 0,-4-3 2 0,0 2-1 15,-3-3-17-15,2 5 16 0,1-1 7 0,-1 0 24 16,1 1-2-16,-1 0-9 0,1-1-5 0,-2 1-2 16,1-4-4-16,1-1-6 0,-1 5 2 0,1-2 28 15,-2-1-36-15,1 2 32 0,1-2-32 0,-1 3 28 16,0-2-34-16,1-1 30 0,-2 0-32 0,1 0-2 0,1 0 4 16,0-2-6-16,-1 2 9 0,1 0 1 15,0 1 3-15,0-2-1 0,-2 1 0 0,2 0 0 16,0-2-6-16,0 1 0 0,-1 0 7 0,1-1-1 0,1-1 1 15,-1 1 1-15,0 0-4 0,0 0-12 0,0-2 10 16,2 2 12-16,-2-2-5 0,0 1 2 0,0-1-2 16,0 1 2-16,0-1-3 0,1 1-6 0,-1-4 7 15,0 3 0-15,0 0 0 0,0-2-2 0,0 3-4 16,0-3 3-16,0 1 3 0,3 3 5 0,-3-4-4 16,0 1 0-16,0 0 2 0,0 1-6 0,0-2 2 15,0 1 2-15,0-1 2 0,0 2-1 0,0-3 2 16,0 2-2-16,0 1-7 0,0 0 3 0,0-2 7 15,0 0-3-15,0 2 0 0,2-1 0 0,-3-1 5 16,1 2 10-16,-1 1-3 0,1 0 5 0,0-2 2 16,0 3 8-16,0-2 5 0,0 2-3 0,-2-2-5 15,2 0-7-15,-1 2-6 0,1-3 2 0,0 2-7 16,0-1-1-16,0-2-1 0,-1 2-2 0,1 0-2 0,-2-1-2 16,2-1 2-16,0 1-9 0,-1-1 8 15,1 1-4-15,0-3 3 0,0 3 1 0,0-2-3 16,0 0-4-16,0 0 5 0,0-7-1 0,0 13-1 0,0-13 3 15,0 14 0-15,0-7-3 0,0-7 3 0,1 12 0 16,-1-4 2-16,0-8-4 0,0 14 0 0,0-14 3 16,2 13 2-16,-2-6 2 0,0-1 1 0,0-6-6 15,0 13 8-15,0-13-2 0,0 14-1 0,0-7 5 16,0-7 1-16,0 12-5 0,1-6 6 0,-1-6-6 16,0 14 0-16,0-9-4 0,0-5 1 0,0 12 0 15,0-12-2-15,0 11-1 0,0-11 1 0,0 12 1 16,0-12-1-16,0 9 30 0,0-9-38 0,1 12 36 0,-1-12-37 15,0 9 31-15,0-9-32 0,0 9 30 16,0-9-36-16,0 11 46 0,0-11-47 0,0 10 35 16,0-10-39-16,0 8 38 0,0-8-34 0,0 8 30 0,0-8-32 15,2 10 38-15,-2-10-32 0,0 9 35 0,0-9-34 16,0 8 38-16,0-8-37 0,0 7 40 0,0-7-36 16,0 7 37-16,0-7-36 0,-2 8 36 0,2-8-37 15,2 8 38-15,-2-8-44 0,-2 9 41 0,2-9-36 16,0 8 36-16,0-8-35 0,0 6 30 0,0-6-35 15,2 8 31-15,-2-8-37 0,0 8 37 0,0-8-41 16,0 0 40-16,0 11-34 0,0-11 32 0,0 0-38 16,0 7 39-16,0-7-39 0,0 0 37 0,0 10-37 15,0-10 36-15,0 0-34 0,0 6 34 0,0-6-35 16,0 0 36-16,0 8-37 0,0-8 39 0,0 0-43 16,0 7 44-16,0-7-39 0,0 0 37 0,0 0-40 0,0 8 40 15,0-8-41-15,0 0 42 0,0 0-38 0,0 0 40 16,0 7-37-16,0-7 34 0,0 0-40 0,0 0 41 15,0 0-38-15,0 0 38 0,0 0-36 0,0 0 33 16,1 7-42-16,-1-7 33 0,0 0-52 0,0 0 12 16,0 0-72-16,0 0-22 0,0 0-40 0,0 0-62 15,0 0-22-15,0 0-79 0,0 0-60 0,0 0-16 16,4-7-39-16,-4 7-111 0,4-8-569 0,-3 1-738 16</inkml:trace>
  <inkml:trace contextRef="#ctx0" brushRef="#br0" timeOffset="-11235.48">2937 12072 120 0,'0'0'282'15,"0"-8"-80"-15,0 8 33 0,1-9-52 0,-1 9 48 16,2-9-43-16,-2 9 14 0,1-7 12 0,-1 7-2 16,0-10 2-16,0 10-20 0,0-7-6 0,0 7-3 15,0 0-10-15,0-9-19 0,0 9-24 0,0 0-28 16,0 0-19-16,0-8-22 0,0 8-13 0,0 0-10 16,0 0-13-16,-3 7 1 0,3-7 16 0,-1 15 13 15,1-3 9-15,-1 5-11 0,0 0 17 0,-2 2-12 16,3 3 13-16,-1 1-5 0,-2 2 6 0,2 0-5 15,1-1-4-15,0 0 3 0,0-2-10 0,-1 0 9 16,1-2-7-16,0-1 4 0,0 0-4 0,-1-2-2 16,1-2-15-16,0-1 1 0,0 0-15 0,0-1 5 15,0-4-14-15,0 1 8 0,0-2-13 0,0 1 10 0,0-2-13 16,0-7 16-16,0 11-28 0,0-11 18 0,0 11-14 16,0-11 10-16,0 7-25 0,0-7-77 15,0 0-71-15,0 10-98 0,0-10-88 0,0 0-127 0,-3 9-66 16,3-9-489-16,-1 7-637 0</inkml:trace>
  <inkml:trace contextRef="#ctx0" brushRef="#br0" timeOffset="-10402.33">2449 17677 474 0,'0'0'532'16,"0"0"-120"-16,0 0-69 0,-4-5-45 0,4 5-36 0,0 0-44 15,0 0-13-15,0 0-16 0,-2 5-20 16,2-5-16-16,5 13-16 0,-1-5-22 0,-2 0-14 16,2 2-18-16,0-2-16 0,0 1-13 0,0 0-10 0,1 0-10 15,-3-2-7-15,2 1 1 0,0-1 1 0,-4-7-3 16,5 10 2-16,-5-10-1 0,4 8 0 0,-4-8 1 16,5 6 1-16,-5-6 3 0,0 0 5 0,17-2-5 15,-11-2 7-15,2-1-6 0,3-5-1 0,-2 0-3 16,4-2-6-16,1-5 25 0,-1 3-35 0,2-3 24 15,2-3-30-15,-1 1 23 0,1 0-30 0,-2 2 21 16,-2 2-25-16,2 0 27 0,-2 1-30 0,1 1 27 16,-5 2-29-16,1 2 20 0,0-1-22 0,-1 2 22 15,-2 1-44-15,2 0 3 0,-3 0-64 0,1 0-28 16,-1 1-84-16,-1 1-39 0,3-3-139 0,-3 0-124 16,-1 1-422-16,0-4-503 0</inkml:trace>
  <inkml:trace contextRef="#ctx0" brushRef="#br0" timeOffset="-8119.37">3379 11429 50 0,'0'0'287'0,"0"0"-45"0,4-7-17 16,-4 7-5-16,0 0-19 0,4-7-48 0,-4 7 30 16,0 0-41-16,0 0 45 0,4-7-53 0,-4 7 43 15,0 0-57-15,0 0 22 0,0 0-55 0,0 0 37 16,-2-7-50-16,2 7 28 0,0 0-40 0,0 0 29 15,0 0-39-15,0 0 20 0,0 0-33 0,0 0 12 16,0 0-37-16,0 0 26 0,0 0-41 0,0 0 22 16,0 0-32-16,0 0 30 0,0 0-29 0,0 0 29 15,-2 9-28-15,1-1 35 0,-2-1-13 0,2 4 33 16,1 0-22-16,-1 2 24 0,-1 0 1 0,1 3-3 16,1-1 0-16,0 3-4 0,-1 2 0 0,0-2-1 15,1 3 14-15,0 1 4 0,-2 1-9 0,1 2-5 0,1 3-2 16,-1-2 3-16,1 1 6 0,-2 2 0 15,1 3-9-15,1 1 11 0,-1-1-10 0,1-1 20 16,-1-2-11-16,1 1 3 0,0 2-1 0,0-2 3 0,-2-1 2 16,2 1-7-16,0-1-1 0,0 2-5 0,0 2-1 15,0-1-5-15,2 2-15 0,-2 0 11 0,0 0-11 16,0-5 9-16,1 0-10 0,-1 0 10 0,1 3-17 16,-1 2-11-16,1-7 20 0,1 1 11 0,-2-2-18 15,1 3 15-15,0-4-21 0,1 1 9 0,-1 1 3 16,0-1 0-16,0 1 3 0,1-1-1 0,-1 1-2 15,3 1-43-15,-2-2 46 0,1 2-10 0,-2-3-4 16,2 4-2-16,-1-3 0 0,1 8-1 0,-2-2-9 16,2-3-14-16,-1 5 21 0,1-1-22 0,-2 1 23 15,0-2-23-15,1 1 24 0,-1 0-29 0,-1-4 31 16,2-1-23-16,0 0 23 0,-2 0-7 0,0 1 6 16,0-2-4-16,0 0-1 0,0 0-4 0,0-2 1 15,-2 1 1-15,0-1-1 0,2 0 3 0,0-2-39 0,0 2 39 16,-1-2 1-16,1-1-4 0,0 1-1 0,-3 0-1 15,3 2-3-15,0-1-6 0,0-2 11 16,-1 2-5-16,1 0-23 0,-1 0 29 0,1 1-27 16,-2-1 28-16,1 2-20 0,1 0 19 0,0-1-19 0,-1 2 21 15,1-1-18-15,0 2 24 0,0-2-28 0,0 2 24 16,-2-3-21-16,2 4 22 0,0-3-1 0,0 2 0 16,0-2-1-16,0 0-9 0,-1 1 6 0,2 0-1 15,-1 0 0-15,0-1 2 0,0 0-3 0,0 0 0 16,2-1-8-16,-2 2 4 0,0-2-19 0,1 1 25 15,-1 0-25-15,0-1 31 0,0 1-21 0,3 0 26 16,-3 1-28-16,1 0 26 0,0-1-24 0,-1 1 25 16,0 0-33-16,1-1 30 0,1 1-24 0,-1-1 29 15,-1 0-27-15,2-1 29 0,0 2-31 0,-2-2 29 16,1-2-34-16,0 4 40 0,-1-2-4 0,0-2-2 16,0 2-1-16,1-1-4 0,1 1 5 0,-2-2-5 15,0 1 11-15,0 2-7 0,0-3-1 0,0-4-36 16,0 6 41-16,0 1-19 0,0-1 38 0,1 1-65 15,-1 0 60-15,0 0-42 0,0-1 36 0,1-5-46 16,1 3 39-16,-2 2-35 0,1-4 38 0,-1 3-64 16,0 0 65-16,0 2-38 0,1-4 35 0,3 0-38 0,-4 3 40 15,0-5-44-15,3 5 43 0,-3-1-63 0,1 0 65 16,-1 2-44-16,0-5 46 0,4 2-45 0,-4-3 42 16,1 1-44-16,-1 1 45 0,1-3-31 15,2 1 28-15,-2 1-44 0,-1-1 42 0,0-1-43 0,3-2 43 16,-3 2-42-16,1 1 41 0,-1-2-41 0,0 2 38 15,1-1-39-15,-1 0 40 0,0-1-44 0,0 0 46 16,0 0-40-16,0-1 40 0,1 2-43 0,1-1 45 16,-2-1-44-16,1 1 41 0,-1 2-43 0,0-4 5 15,3 0 9-15,-3 0-2 0,1 1 5 0,0-1 2 16,-1 0-1-16,0-1 3 0,3 2-2 0,-2-1 8 16,-1-2-1-16,1 1 0 0,1-2-7 0,-1 4 6 15,0-2 4-15,0 1 1 0,1-2-2 0,-1 3 36 16,0-2-41-16,2 1 38 0,-3-3-49 0,1 1 43 0,0-1-40 15,1 1 39-15,-1-1-42 0,0-2 43 16,0 4-40-16,1-3 42 0,-1 2-44 0,-1-1 43 16,1-1-43-16,1 1 43 0,-1-2-51 0,0 3 47 0,-1-2-44 15,1 0 42-15,1 0-48 0,-2-1 47 0,1 0-43 16,-1 1 34-16,1 0-35 0,-1-3 43 0,2 2-43 16,-2-1 0-16,1-1 8 0,-1 1 3 0,0-1 1 15,1 1-2-15,-1-1 4 0,0 0 1 0,0 2-7 16,0-3 11-16,0 1 0 0,0 2 1 0,0-2 0 15,-1 0 3-15,0 1 7 0,1-1-3 0,0-1-16 0,0 1 21 16,0-1 3-16,-2 1-4 0,2-3-8 0,-1 3 8 16,2-2-1-16,-2 0-2 0,1 0-9 0,0-1 7 15,0 3 0-15,0-3-2 0,0 0-14 0,0 2 13 16,-1 1 3-16,1-2-3 0,0 1 0 0,0-2-3 16,0-6 2-16,0 13-2 0,0-13 0 0,0 15 0 0,0-15 0 15,0 12 0-15,0-6 2 0,0-6-2 0,1 12-4 16,-1-12 4-16,0 11 2 0,0-11-8 0,0 11 6 15,0-11-2-15,0 10 5 0,0-10-4 0,0 13 0 16,0-13 3-16,0 11-2 0,0-11 1 0,1 10 1 16,-1-10-4-16,0 11 4 0,0-11-4 0,0 9 3 15,0-9-2-15,2 7 1 0,-2-7-4 0,0 7 5 0,0-7-10 16,0 0-2-16,0 9 17 0,0-9-3 0,0 0-7 16,-3 8 8-16,3-8-3 0,0 0-1 0,1 7-4 15,-1-7 8-15,0 0-2 0,2 8-2 0,-2-8-5 16,0 0 10-16,0 6-5 0,0-6 1 0,0 0-4 15,0 0 5-15,0 8-4 0,0-8 0 0,0 0-4 16,0 0 8-16,0 0-5 0,0 8 3 0,0-8 5 0,0 0-20 16,0 0 19-16,0 0-1 0,0 0-4 15,0 0-6-15,0 0 0 0,0 0-4 0,0 0-7 0,0 0-11 16,0 0-19-16,0 0-12 0,0 0-29 0,0 0-51 16,0 0-11-16,0 0-77 0,0 0-45 0,-8-8-65 15,8 8-23-15,-5-10-48 0,1 3-78 0,-1-2-68 0,0-2-336 16,-2-2-451-16</inkml:trace>
  <inkml:trace contextRef="#ctx0" brushRef="#br0" timeOffset="-6753.35">17783 9590 227 0,'-1'-9'400'0,"-1"1"-12"0,1 1-73 15,1 7-34-15,-2-9-36 0,2 9-43 0,-2-10-46 16,2 10-36-16,-5-4-32 0,5 4-9 0,0 0 0 16,0 0 12-16,-5 4 2 0,5-4 4 0,-5 8 1 0,5-8-9 15,-2 9-3-15,2-9-16 0,-3 8-8 16,3-8-1-16,-4 9-2 0,4-9 6 0,0 6 3 0,0-6 9 15,4 6 8-15,-4-6 1 0,9 4-7 0,-9-4-12 16,19-4-11-16,-5 1-10 0,4-2-8 0,4-2-9 16,1-1-3-16,6-1-9 0,-1-1 9 0,3 1-17 15,0-3 9-15,1 0-23 0,0 2-34 0,0-2-73 16,-2 2-42-16,0-2-106 0,0 3-40 0,-3-1-85 16,1 2-62-16,0-3-338 0,-5 3-305 0</inkml:trace>
  <inkml:trace contextRef="#ctx0" brushRef="#br0" timeOffset="-6520.27">18548 9322 68 0,'0'0'432'16,"0"0"-73"-16,0 0-93 0,0 0 10 0,11 2-59 16,-11-2-13-16,0 0-8 0,2 9-16 0,-2-9-15 15,3 6-34-15,-3-6-19 0,0 0-14 0,1 9 3 0,-1-9 2 16,4 6 19-16,-4-6-10 0,6 5-2 15,-6-5-8-15,13 2-14 0,-13-2-12 0,21 0-9 0,-9-2-17 16,6-1-14-16,1 0-2 0,3-6-7 0,0 4-6 16,1-2-5-16,2-1-1 0,-3 0-37 0,1-1-43 15,-1 1-46-15,-2-1-57 0,-1 1-59 0,1-1-56 16,-5 1-58-16,2-1-110 0,-3 2-219 0,-2 0-175 16</inkml:trace>
  <inkml:trace contextRef="#ctx0" brushRef="#br0" timeOffset="-5402.52">4009 11976 309 0,'0'0'500'0,"-2"-5"-39"0,2 5-77 15,0 0 9-15,-7-5-59 0,7 5-49 0,0 0-72 16,0 0-22-16,0 0-60 0,0 0-10 0,-10 2-13 16,9 5 45-16,-3 2-4 0,3 3 13 0,-3 4-10 15,0-1-7-15,-1 6-15 0,0 2-12 0,-1-2-1 16,2 2-5-16,-1 0-3 0,-1 1-14 0,1-1-4 16,0-2-7-16,0 3-15 0,0-4-28 0,1 0 13 15,2-3-40-15,-2 1 22 0,1-1-25 0,1 0 16 16,-1-5-23-16,2 0 16 0,-2 0-22 0,3-2 16 15,-1 0-46-15,-1-3-21 0,2 2-62 0,0-9-87 16,0 11-61-16,0-11-109 0,0 12-85 0,0-12-104 0,3 9-462 16,-3-9-633-16</inkml:trace>
  <inkml:trace contextRef="#ctx0" brushRef="#br0" timeOffset="-4653.16">3811 13636 396 0,'0'0'536'16,"0"0"-99"-16,0 0-20 0,0 0-68 0,0 0-18 16,0 0-57-16,0 0-18 0,-10-4-56 0,10 4-14 15,0 0-44-15,1-10-4 0,-1 10-37 0,4-10 7 16,-4 10-29-16,8-11 2 0,-4 7-25 0,1-1 4 15,0-2-21-15,0 2 5 0,4 0-19 0,-1 1 7 16,-1-1-17-16,1 2 7 0,2 2-17 0,-10 1 11 16,18-3-17-16,-18 3 11 0,19 3-12 0,-8-2 11 15,-1 4-8-15,-1-2 6 0,-2 3-13 0,1 0 14 16,1 3-13-16,-1 0 1 0,-2 2-1 0,-1 1 3 16,-1 2-8-16,0-2-2 0,-3 4-5 0,-2 0 7 15,-3 1-20-15,1 0 9 0,-2 2-27 0,-1 2-31 0,-2-1-4 16,-2 0 34-16,-2 1 11 0,2-1 4 15,-4-3 12-15,1 1 3 0,-1-2 4 0,2-3 5 16,-2 2 10-16,2-5 21 0,0 0 9 0,1-2 20 0,1 0 10 16,1-3 2-16,0-1-9 0,0 0-10 0,9-4-9 15,-10 4-6-15,10-4-7 0,0 0-17 0,-13-3 14 16,13 3-17-16,0 0 12 0,0-9-14 0,0 9 12 16,10-9-14-16,-3 4 11 0,0 0-14 0,2 1 14 15,3-1-15-15,-2 2 14 0,4 0-10 0,-1-1 10 16,0 2-16-16,1 1 15 0,0-1-14 0,1 2 13 15,-2-2-14-15,2 2 15 0,-2 0-15 0,1 0 16 16,-3 0-18-16,1 2 15 0,-1-2-11 0,0 2 11 16,-11-2-13-16,17 1-5 0,-17-1-43 0,16 2-9 15,-16-2-51-15,14 2-20 0,-14-2-80 0,10 1-21 16,-10-1-91-16,0 0-37 0,14 0-123 0,-14 0-228 16,9-5-222-16</inkml:trace>
  <inkml:trace contextRef="#ctx0" brushRef="#br0" timeOffset="-2937.3">4459 11315 316 0,'0'0'340'0,"0"0"-64"0,0 0-46 16,0 0-55-16,0 0-32 0,0 0-11 0,0 0 8 16,0 0-32-16,0 7 44 0,0-7-38 15,0 13 40-15,0-6-45 0,0 1-5 0,0 4-3 0,-1 2 4 16,1 2 38-16,-1 0-41 0,1 3 17 0,-3 2-29 15,3 4 20-15,-1-1-6 0,-2 5-5 0,2 0-5 16,1 2-12-16,-5 4-6 0,4-2-9 0,-2 1-18 16,2 0 19-16,-2 1-19 0,2 0 17 0,0 2-9 15,-2-3 4-15,3 1-20 0,-1 2 10 0,1-1 5 16,-2 1 11-16,1 1 6 0,1-1-15 0,-1 0-3 0,1-2-16 16,0 3-1-16,-1-1-8 0,1 0-5 15,0 1 1-15,0-2-7 0,-2 1 3 0,2-1-1 16,-1-1-4-16,1 1 2 0,0 0-6 0,0 0 2 15,0 0-3-15,1 0-2 0,-1 0 1 0,-1-1-1 0,2 3-38 16,-2 0 48-16,1 0-4 0,0 0-3 16,0 1-3-16,-1 0-2 0,1 2-1 0,-2-3-4 15,1 1 4-15,1 0-4 0,0 0 1 0,-2-1-1 0,2-2-1 16,0 1-1-16,0-1 2 0,0 0 0 0,0-1 1 16,0 0-2-16,2-1 1 0,-2 0-1 0,0 0-1 15,1 0 6-15,1-2-7 0,-2 1 4 0,1 1-3 16,-1 0 1-16,1 0-2 0,1 0 0 0,-2 0 3 15,0-1-6-15,1 0-4 0,-1-4 8 0,-1 2 2 16,1 2-4-16,0-1 2 0,0-2-1 0,-2 0 0 16,1-1 0-16,1 0 3 0,0-2-1 0,-1 4 3 15,1-4-1-15,-2 2 9 0,4-2-1 0,-2 2-5 16,0-3 8-16,0 3-8 0,1-2-5 0,-1-1 1 16,0 1 1-16,3 0-1 0,-3 1-7 0,1-2 7 15,-1 2-8-15,0-1 6 0,1-1-3 0,-1 1 5 16,0 1-7-16,1-2 7 0,-1 1-4 0,0 1 5 15,2-1-11-15,-2 1 13 0,0-3-16 0,1 3 13 0,-1-1-7 16,1 0 7-16,1-1-6 0,-1-1 8 0,0 1-8 16,-1 1 7-16,3-2-7 0,-2 1 7 15,0-2-7-15,2 2 6 0,-3-1 3 0,2-1-3 0,1 0 0 16,-2 0-6-16,0 0 6 0,2-2-7 0,-3 0 6 16,3 0-4-16,-2-2 7 0,-1 1-9 0,1-2 8 15,0 1-8-15,1 0 10 0,-1 0-7 0,-1-2 16 16,1 3-19-16,1-1 24 0,-1-2-11 0,-1 2 12 15,1 0-19-15,-1-1 17 0,0 0-21 0,0 0 2 16,0 0 16-16,0 2-12 0,1-2 10 0,-1 0-14 16,0 1 12-16,0 1-13 0,0-1 12 0,0 0-15 15,0 1 15-15,0-2-12 0,0 1 10 0,0 1-14 16,0-1 18-16,2-2-16 0,-2 2 10 0,0-1-8 16,1-1 12-16,-1 2-12 0,1-1 15 0,1 0-23 15,-1-2 17-15,1 3-10 0,-2-4 20 0,1 2-18 16,1-1 19-16,-1 2-24 0,-1-3 25 0,3 1-16 15,-3-1 19-15,1 0-22 0,0 2 25 0,0-1-24 16,1-4 1-16,-1 3-6 0,0 2 7 0,1-1 2 0,-1-2 3 16,2 2 0-16,-5 0-2 0,5 0 0 0,-2-2 5 15,2 2 0-15,-2-1 2 0,2-1-2 16,0 3 0-16,0-2-6 0,-2 0 4 0,2-2 7 0,-1 1-5 16,1-2-4-16,-2 2 2 0,2-2 26 0,-1 0-38 15,-1-1 1-15,2 2 40 0,-2-2-35 0,2 0 36 16,1 0-44-16,-3 1 42 0,0-2-42 0,2 2 31 15,-2-4-29-15,2 4 37 0,-1 0-43 0,-2-2 46 16,3 2-40-16,-2-1 45 0,2-2-48 0,-2 3 47 16,0-1-45-16,0 0 43 0,1-2-50 0,-1 2 42 15,-1 0-39-15,1 0 48 0,1-2-59 0,-2 0 56 16,1 2-45-16,1-3 40 0,-2 1-52 0,0 1 51 0,-2 0-44 16,4-2 40-16,-2-1-58 0,0 1 62 15,0-1-43-15,0 1 40 0,0-2-42 0,1 1 43 0,-1-1-43 16,2 0 43-16,-2 1-46 0,1-1 47 0,-1 0-46 15,1-1 43-15,1 0-40 0,-2 2 41 0,1-1-42 16,0 0 8-16,-1 0 1 0,1 1 0 0,1-1 2 16,-1 0 0-16,-1 1 1 0,1 0 0 0,1 0 2 15,-1 0-2-15,-1 1 1 0,0-2-3 0,1 1 4 16,2-1-3-16,-3 0 1 0,1 0-4 0,-1 1 6 0,1-1-4 16,1 1-1-16,-2-1 8 0,1-2 1 0,-1 2-10 15,0 0 5-15,0-7 0 0,1 13 4 0,2-7-10 16,-3-6 16-16,1 12-8 0,0-7-4 0,-1-5-5 15,0 12 5-15,0-12 5 0,3 10-2 0,-3-10-5 16,0 11 7-16,0-11 0 0,1 9-5 0,-1-9-10 16,0 7 16-16,0-7-3 0,0 7 1 0,0-7-1 0,3 7-1 15,-3-7 2-15,0 9-1 0,0-9 1 0,2 8-1 16,-2-8-2-16,0 9 2 0,0-9-1 0,0 8-2 16,0-8 1-16,0 9 1 0,0-9-11 0,0 8-19 15,0-8 20-15,0 7-5 0,0-7-2 0,1 10-4 16,-1-10-1-16,2 5-14 0,-2-5-11 0,0 9-10 0,0-9-3 15,1 8-14-15,-1-8-20 0,0 0-49 0,0 10-4 16,0-10-75-16,0 7-44 0,0-7-66 0,0 6-89 16,0-6-64-16,-3 7-105 0,3-7-334 0,-3 6-496 15</inkml:trace>
  <inkml:trace contextRef="#ctx0" brushRef="#br0" timeOffset="-2487.26">3821 17786 212 0,'0'0'651'0,"-6"-6"-171"15,6 6-107-15,-6-4-57 0,6 4-53 0,0 0-56 0,0 0-39 16,-8 4-21-16,8-4-21 0,1 11-15 0,-1-11-13 16,4 11-10-16,-1-2 4 0,0 2 3 0,1-2-1 15,0 1-11-15,0 1-4 0,0-2-14 0,1 0-9 0,0 0-16 16,1 2 1-16,0-5-6 0,-1 2 1 0,1-3-7 15,-1 0 3-15,3-2 0 0,-8-3-2 16,14 4-9-16,-14-4 6 0,18-2-2 0,-9-2-2 0,1 0-6 16,3-3 6-16,-3-3-5 0,4 1-2 0,-1-3-9 15,1-3 30-15,0 1-32 0,0 0 26 0,3-1-37 16,-3 0 31-16,1 1-33 0,-1-2 15 0,0 0-54 0,-1 2-3 16,2-2-46-16,-1 3-32 0,-1-2-52 15,1 0-36-15,-1 1-33 0,0-1-113 0,0 2-29 0,-1-1-438 16,-4 2-369-16</inkml:trace>
  <inkml:trace contextRef="#ctx0" brushRef="#br0" timeOffset="-1103.37">19674 9387 349 0,'0'0'338'16,"0"0"-74"-16,0 0-23 0,0 0-15 15,0 0-21-15,-9 10-52 0,2-4 22 0,-2 5-53 16,0-2 24-16,0 1-63 0,-1 1 27 0,-1 0-56 15,4 0 33-15,-2-2-53 0,1 0 34 0,4-1-51 0,-2 0 36 16,1 0-41-16,1-2 45 0,0 0-41 16,2 0 10-16,2-6 48 0,-3 9-24 0,3-9 34 15,5 5-31-15,-5-5 11 0,13-1-31 0,-3-1 17 0,5-3-34 16,2-1 21-16,3-3-27 0,7-2 19 0,-1-2-30 16,2 2 26-16,-1-2-32 0,1-1 19 0,0 2-82 15,2 0-6-15,-4 0-106 0,1 3-48 0,1-2-60 16,-5 4-100-16,-1-3-282 0,2 4-182 0</inkml:trace>
  <inkml:trace contextRef="#ctx0" brushRef="#br0" timeOffset="-120.31">4960 12148 307 0,'-2'-11'415'0,"-1"0"-78"16,2 0 29-16,-2 1-75 0,2 2-22 0,-2-4-16 15,2 4-21-15,0-1-13 0,-1 2-6 0,1 1 9 16,1 6-38-16,-1-12-15 0,1 12-27 0,-3-8-32 16,3 8-23-16,0 0-15 0,0 0-2 0,0 0 32 15,-2 8 15-15,2 3 2 0,0 3-43 0,0 4 41 16,0 4-56-16,-2 2 43 0,0 2-18 0,2 1-11 15,0-1-11-15,0 3-8 0,-1-3-9 0,-1 1-11 16,1 1 0-16,1-5-11 0,0 1-2 0,-1-2-4 16,1-2 1-16,0-1-9 0,0-2-2 0,0-1 4 15,0-2-10-15,1-1 0 0,-1-1-50 0,1 0-53 16,1-2-68-16,-1 0-86 0,-1-1-86 0,4-3-83 16,-3 1-45-16,0 0-103 0,-1-7-312 0,4 12-442 15</inkml:trace>
  <inkml:trace contextRef="#ctx0" brushRef="#br0" timeOffset="512.76">4757 13675 138 0,'0'0'511'0,"0"0"-97"15,-5-5-35-15,5 5-29 0,-4-7-33 0,4 7-39 16,-3-5-38-16,3 5-33 0,-1-7-28 0,1 7-19 16,0-7-13-16,0 7-15 0,4-8-13 0,-4 8-11 0,6-9-20 15,-6 9-15-15,9-6-14 0,-9 6-12 16,13-7-10-16,-13 7-8 0,17-5-5 0,-17 5-7 0,16 0 0 16,-16 0-5-16,22 0-2 0,-9 3-3 0,-3-1 3 15,2 2-9-15,0 0 1 0,-4 1 1 0,4 3 0 16,-1 0 0-16,-2 2-42 0,-1 0 55 0,-2 2-6 15,0 0-3-15,-2 2-2 0,-1 3 3 0,-2-2-7 16,-1 2 2-16,-1 0-3 0,-3 2 15 0,0-2-17 16,-2 2 15-16,-2 0-17 0,0-1 18 0,-1 1-15 15,-2-2 13-15,2-3-17 0,-1 1 21 0,-2-3 9 16,2-2 21-16,1 1 7 0,-2-3 17 0,2 0-1 16,0-2 0-16,0-1-9 0,1-2-8 0,8-3-1 15,-10 5-13-15,10-5-6 0,-12 2-7 0,12-2-6 16,0 0-1-16,-7-3-7 0,7 3 0 0,0 0-3 15,1-7-3-15,-1 7-3 0,9-6 3 0,-3 3-1 16,2 0-2-16,2 0 0 0,2 0 2 0,-1 0-3 16,1 2 1-16,0-1-4 0,1 0 3 0,1 2-1 15,-1-1 0-15,1 1 1 0,-1-2-2 0,0 4-1 0,-13-2 2 16,24 0-5-16,-11 1-11 0,-3-1-36 0,0 2-39 16,2-1-33-16,-2 1-71 0,-10-2-32 15,16 3-97-15,-16-3-25 0,17 3-88 0,-17-3-80 0,14 2-285 16,-14-2-329-16</inkml:trace>
  <inkml:trace contextRef="#ctx0" brushRef="#br0" timeOffset="1345.75">4803 14963 337 0,'-10'2'535'0,"10"-2"-60"16,0 0-80-16,0 0-51 0,0 0-60 0,0 0-62 16,-13 0-40-16,13 0-41 0,0 0-15 0,0 0-37 15,0 0-2-15,4-7 9 0,-4 7-11 0,5-6-11 16,-5 6-4-16,9-5-8 0,-9 5-25 0,10-2-13 0,-10 2 12 16,14-3-19-16,-14 3 11 0,14 0-23 15,-14 0 23-15,15 3-26 0,-15-3 19 0,16 5-20 16,-10 0 19-16,2 2-13 0,-3-2 24 0,0 3-20 0,-1 0 20 15,0 2-22-15,-2-1 18 0,1 2-22 0,-2-1 17 16,-1 3-17-16,-1-1 13 0,-3-1-22 0,2 1 19 16,-2 3-18-16,-2-4 18 0,1 1-18 0,0-2 24 15,0 0 3-15,-1-1 37 0,1-1 6 0,1-1 19 16,-1-1-7-16,2 0-8 0,-2-1-8 0,5-5-9 16,-5 7-14-16,5-7-8 0,0 0-9 0,-6 5-2 15,6-5-3-15,0 0-5 0,0 0-5 0,2-6 3 16,-2 6-4-16,5-6 5 0,-5 6-7 0,10-4 0 15,-10 4-2-15,12-5 3 0,-12 5-6 0,18-3 4 16,-18 3 1-16,17-3-1 0,-17 3 0 0,21 4-3 16,-12-1 0-16,3 1 1 0,-2 0 3 0,-1 2 3 15,0 1 3-15,0 0 8 0,-3 1 12 0,2 1 10 16,-2 0 0-16,-1 0 0 0,-1 2-1 0,-1 0-6 0,-1 0 0 16,-2 0-1-16,0-1-4 0,-2 2-8 15,-1-1 1-15,-1 0-1 0,-1 1-20 0,-4 0 30 16,2-1-18-16,-4 0 21 0,1-4-23 0,-1 3 18 15,-1-3-24-15,-2 1 18 0,1-1-25 0,-2-5 25 0,1 3-38 16,0-2 6-16,1-2-33 0,-2 2-6 0,2-3-25 16,-1-3-39-16,-2 2-30 0,2-3-67 15,-1 0-37-15,2-1-95 0,1-3-65 0,0 0-90 0,1-1-510 16,-1-1-607-16</inkml:trace>
  <inkml:trace contextRef="#ctx0" brushRef="#br0" timeOffset="3130.86">5340 11414 145 0,'0'0'291'16,"0"0"-64"-16,0 0-12 0,0 0-48 0,0 0 8 16,2 5-52-16,-2-5 13 0,0 0-43 0,0 0 21 15,0 0-42-15,0 0-10 0,0 0-2 0,0 0-6 16,0 0-6-16,4 6-6 0,-4-6-5 0,0 0-7 16,0 0-7-16,0 0 1 0,0 0-8 0,0 0 0 15,0 0 29-15,0 9 14 0,0-9-5 0,3 6 14 16,-3-6 9-16,1 11-8 0,0-4 2 0,-1 3 1 15,3 0 44-15,-2 1-48 0,0 2 32 0,2 2-33 16,-1 1 34-16,-1 3-35 0,2 2 20 0,0 3-11 16,-2 1 2-16,3 0-19 0,-3 1 16 0,3 2-23 15,0 3 25-15,-3 1-16 0,3 0 12 0,0 1-17 16,-2 0 21-16,1 1-17 0,-1 0-6 0,2 2-3 16,-3 2 6-16,2-1 0 0,2 4-6 0,-4 2 0 0,2 0-12 15,0 0 14-15,-1-6-7 0,2 6 3 0,-3-5-5 16,2-1 0-16,-2 1-4 0,2-1 1 15,-1 1-4-15,-1-1-1 0,2-1-3 0,0 0 4 16,-1-2-5-16,-1 2-1 0,2-2 1 0,3 0-41 0,-5-2 49 16,2-1-41-16,1 2 44 0,0-3-8 0,-2 2-6 15,2 0-3-15,0-1 0 0,1 2-2 0,-1 1 5 16,0-2 3-16,0-2-9 0,-1 5-2 0,0-1 0 16,1 0-2-16,-2-1-2 0,1 1 3 0,2 0-7 15,-4 0-10-15,2 0 10 0,-2-2-2 0,2 1-1 16,-2-1-39-16,2-4 54 0,-2 0-37 0,0 0 41 15,0-1-38-15,1 2 45 0,-1-2-44 0,0 1 45 16,1-1-3-16,0 0-12 0,-2 1 1 0,1 0-4 16,1-1-4-16,-1 1 1 0,-1 1 2 0,4-1-6 15,-4-1-20-15,1 0 20 0,0 0 4 0,-1 0-3 16,1-1-1-16,1 2-37 0,-1-2 45 0,2 1 0 16,-2 1 1-16,2-3-4 0,-1 1 1 0,1 1-43 15,-1-3 53-15,1 3-45 0,-1-3 45 0,2 2-42 0,-1 1 43 16,-1-3-37-16,1 3 35 0,-2-1-41 15,3-1 36-15,0 1-1 0,-3-1-3 0,2 1-1 16,-1 0-6-16,1-1-8 0,-2 2 9 0,4-3-5 0,-2 2 2 16,-1 1-3-16,1-3 3 0,-1 3 1 0,2-3-5 15,-1 4 0-15,-2-2 0 0,3 0 0 0,-3 6 0 16,4-7-2-16,-2 1-4 0,-2 0 6 0,3 1 1 16,-3-1 3-16,2 0-2 0,-1 0-16 0,1 0 28 15,-2-1-26-15,3 1 35 0,-1-1-6 0,-1 0 0 16,2-1-1-16,-3 1-6 0,3 0-3 0,-3 0 10 15,2-2-3-15,1 2-1 0,-3-1 1 0,3 1-4 16,-3-1-39-16,3 1 29 0,-1-2 14 0,-1 4-34 16,3-4 41-16,-2 1-33 0,-1 1 31 0,1-3-33 15,-1 2 40-15,2 1-31 0,-3-3 39 0,2 2-35 16,0-4 34-16,-1 4-4 0,2-3-4 0,-2-2-1 16,1 1-2-16,0 0-1 0,-2-1-4 0,1 0-9 15,1-1 5-15,-2 1 0 0,2 0-3 0,-2 0 2 0,2-2-1 16,-1 2-4-16,1-1-7 0,-2 0 5 0,1-2-3 15,1 3 3-15,-2-2-2 0,2-3-4 16,-2 5 0-16,2-2-3 0,-2 0 3 0,0 0-24 0,1-2 32 16,-1 2-26-16,2-3 10 0,-2 3 1 0,0-2 26 15,0 2-28-15,1-3 24 0,-1 2-24 0,2 0 24 16,-2-2-29-16,1 3 26 0,-1-3-23 0,1 1 21 16,-1 0-22-16,-1-1 24 0,3-2-27 0,-3 3 28 15,1-1-6-15,0-1 2 0,-1 0-23 0,0 0 26 16,1 0-28-16,1 0 29 0,-2 1-28 0,1-3 28 15,-1 3-26-15,0-1 22 0,0 0-21 0,0 0 23 16,1-1-23-16,1 3 21 0,-2-4-25 0,0 1 28 16,0-2-26-16,0 3 27 0,0-1-25 0,1-2 22 15,-1 1-22-15,1-2 24 0,-1 3-28 0,0-4 30 16,0 2-24-16,0-1 22 0,0-1-3 0,0 1-1 16,0-1-3-16,0 1-5 0,0-1 5 0,0 0-2 0,0 1 1 15,1-1-2-15,-1 0 0 0,2 1-2 16,-2 0-3-16,0-2 1 0,0 0 1 0,0 1-2 0,0 1 0 15,0-2-23-15,1 1 30 0,-1-2-22 0,0 1 18 16,0-7-20-16,0 13 25 0,0-13-20 0,0 12 24 16,0-12-28-16,1 10 22 0,-1-10-18 0,2 12 25 15,-2-12-28-15,0 8 22 0,0-8-17 0,1 10 22 0,-1-10-25 16,0 9 20-16,0-9-21 0,1 9 28 0,-1-9-26 16,4 10 20-16,-4-10-16 0,1 8 22 0,-1-8-27 15,1 11 13-15,-1-11-12 0,3 10 28 0,-3-10-29 16,1 11 27-16,-1-11-9 0,3 9 5 0,-3-9-25 15,1 9 24-15,-1-9-41 0,3 10 29 0,-3-10-27 16,1 10 29-16,-1-10-30 0,3 7 36 0,-3-7-25 0,1 10 23 16,-1-10-26-16,1 9 23 0,-1-9-24 15,1 9 21-15,-1-9-35 0,3 8 28 0,-3-8-47 0,0 9 21 16,0-9-51-16,1 6 34 0,-1-6-63 0,2 7 20 16,-2-7-61-16,0 0-35 0,3 8-48 0,-3-8-75 15,0 0-34-15,0 0-50 0,0 7-140 0,0-7-42 0,0 0-413 16,0 0-591-16</inkml:trace>
  <inkml:trace contextRef="#ctx0" brushRef="#br0" timeOffset="3596.49">5092 17616 175 0,'0'0'754'0,"0"0"-218"16,-10-2-98-16,10 2-62 0,0 0-42 0,0 0-63 15,-11-1-28-15,11 1-61 0,0 0-17 0,0 0-48 16,-5 4 4-16,5-4-33 0,0 8 28 0,0-8-29 15,4 11 32-15,1-2-33 0,-1-1 31 0,0 2-40 16,1 1 24-16,-1 0-40 0,1 1 23 0,0 2-38 16,0-2 24-16,-1 0-31 0,1-2 26 0,-1 1-35 0,0-3 21 15,-2 2-34-15,2-3 24 0,-1 0-33 0,-1-2 23 16,-2-5-30-16,5 9 24 0,-5-9-25 0,9 4 29 16,-9-4-26-16,9-1 25 0,-9 1-23 0,14-8 25 15,-5 1-24-15,1-3 23 0,2-1-26 0,1 0 22 16,1-1-13-16,1-1 6 0,-1 0-2 0,3-1-4 0,-2-1-13 15,2 3 13-15,-2-2-2 0,2 1 0 0,-3 2-12 16,1 0 10-16,-1-2-2 0,0 4-2 0,0 0-11 16,-1 0 8-16,-3 1-13 0,3 0-20 0,-3 2-27 15,-1-1-31-15,0 2-61 0,1-2-82 0,-1 2-48 16,-1 1-58-16,1-2-146 0,-3 1-87 0,2 0-390 16,-2-1-550-16</inkml:trace>
  <inkml:trace contextRef="#ctx0" brushRef="#br0" timeOffset="4729.78">20474 9740 172 0,'6'-8'340'0,"-6"8"-28"0,4-8-8 16,-4 8-59-16,4-5 12 0,-4 5-62 0,0 0-18 16,2-5-76-16,-2 5 22 0,0 0-60 0,0 0 50 15,0 0-45-15,-4 4 47 0,4-4-43 0,-6 8-4 16,6-8-8-16,-6 9 2 0,6-9-16 0,-5 8-15 16,5-8-5-16,-4 9 1 0,4-9-2 0,-2 5 17 15,2-5 29-15,0 0-2 0,2 10 7 0,-2-10 2 0,14 2-8 16,-2-4 8-16,6-1-29 0,2-1 2 15,11-4-27-15,1-1 13 0,7-2-23 0,1 1 11 16,0-1-21-16,-1-1 18 0,1 1-19 0,-2 0 14 16,-6 1-22-16,0 1-2 0,-1 0-71 0,-2 1-31 0,-3 1-98 15,-3 0-33-15,1 2-63 0,-5-1-69 0,4 1-393 16,-4 1-280-16</inkml:trace>
  <inkml:trace contextRef="#ctx0" brushRef="#br0" timeOffset="5928.83">6079 12029 231 0,'-3'-4'413'0,"-1"-2"1"16,4 6-73-16,-8-11 16 0,4 8-48 0,4 3 16 16,-7-9-45-16,7 9-4 0,-5-8-28 0,5 8-8 15,-7-5-33-15,7 5-19 0,-5-4-48 0,5 4-18 16,0 0-36-16,0 0-10 0,0 0-23 0,-9 2-1 15,5 5-15-15,3 3 6 0,0 4 11 0,-1 3 5 0,1 2-28 16,1 2 36-16,0 4-4 0,0 2-10 16,1-1-11-16,1 2 0 0,-1 0-11 0,2-1-4 15,0 0-6-15,-3-1-2 0,4-1-2 0,-1-1-6 16,-2 0-1-16,2-2-2 0,-2-2 0 0,1-2-2 0,1 0 0 16,-3-1-1-16,3-1-1 0,-2-4-1 0,0 1-1 15,0-1 0-15,1-2-38 0,-1 1-83 0,-1-4-60 16,4 1-85-16,-3-1-45 0,-1-7-124 0,1 13-43 15,-1-13-106-15,1 10-248 0,-1-10-370 0</inkml:trace>
  <inkml:trace contextRef="#ctx0" brushRef="#br0" timeOffset="6545.7">5801 13756 365 0,'0'0'441'0,"0"0"-30"16,0 0-74-16,-5-6 24 0,5 6-74 0,0 0 13 16,-3-6-74-16,3 6 33 0,-1-7-21 0,1 7-17 15,0-8-62-15,0 8 28 0,2-11-21 0,1 5-4 16,0-2-14-16,-1 3-28 0,3-3 1 0,0 1-59 16,3 1 41-16,-3 0-57 0,3 1 42 0,1 0-10 15,1 1-7-15,-1 1-11 0,1 3-51 0,3-2 45 16,-13 2-47-16,24 2 36 0,-12 0-53 0,-2 2 46 15,4 1-48-15,-1 2 43 0,-2 2-44 0,2 1 42 16,-4 2-47-16,0 0 46 0,-1 2-5 0,-3 3-10 16,-1 0 8-16,-2-2-11 0,-2 4-2 0,0-1-2 15,-2 0 0-15,-1 5-4 0,-2-2-2 0,-2 1-16 16,0-4-3-16,-2 3 5 0,1-2 1 0,-2-2 4 16,0-1 2-16,1-1 4 0,0-3 10 0,-1-1-10 0,1-1 4 15,1-2 3-15,-1-3 0 0,3 2-2 0,-2-2 4 16,4-2-6-16,4-3-7 0,-12 6 4 15,12-6 1-15,0 0-1 0,-11 1-1 0,11-1 5 0,0 0-4 16,-1-7 0-16,1 7-3 0,4-5 0 0,-4 5 2 16,11-6-2-16,-4 2 7 0,2 2-6 0,0-1 2 15,2-1 1-15,-1 1 0 0,4 1 0 0,-2 1 1 16,1-2-1-16,2 2 0 0,-2-2 0 0,1 3-2 16,-1 0 2-16,0 0 0 0,-1 0 4 0,1 0-3 15,-13 0-4-15,23 0 0 0,-23 0-10 0,18 3-4 16,-18-3-18-16,15 0-21 0,-15 0-29 0,13 0-34 15,-13 0-25-15,10 2-62 0,-10-2-27 0,9 4-108 16,-9-4-54-16,8 6-92 0,-8-6-449 0,2 6-515 16</inkml:trace>
  <inkml:trace contextRef="#ctx0" brushRef="#br0" timeOffset="7212.1">5952 14835 170 0,'-4'4'729'0,"4"-4"-210"16,-9 7-27-16,9-7-15 0,-10 4-39 0,10-4-46 15,0 0-56-15,-11 1-65 0,11-1-49 0,0 0-40 16,-6-5-33-16,6 5-26 0,-1-7-12 0,1 7-2 15,1-9-9-15,-1 9-10 0,4-12-17 0,0 8-9 16,1-2-12-16,0-2-7 0,2 3-5 0,0 0-5 16,2-2-4-16,-1 4-5 0,2-2-6 0,0 1-3 15,-1 1-3-15,4-1-3 0,-3 3 1 0,-1 0-7 16,-9 1 1-16,23 0-5 0,-10 2-14 0,-2 2 19 16,-3-1-19-16,3 2 15 0,-2-1-8 0,-1 6-14 15,0-3 15-15,-2 3-14 0,0 1 13 0,-3 0-10 16,0 1 14-16,-2 0-19 0,-2 5 23 0,-2-1-15 0,-1-1 17 15,-1 0-14-15,-1-1 22 0,-2 3-8 16,2-5-11-16,-2 3 14 0,-2-4 1 0,2 0-1 16,-1-2 0-16,0 1 5 0,3-3-8 0,-2 1 6 0,3-2 7 15,0-2 8-15,-1 0 4 0,2 1 5 0,4-5-2 16,-8 5-14-16,8-5 2 0,-5 4-4 0,5-4-5 16,0 0-3-16,0 0-1 0,0 0-2 0,0 0 2 15,0 0 0-15,0 0-3 0,10-1-2 0,-10 1 0 16,0 0 4-16,18 0-4 0,-18 0 4 0,14 1-4 15,-14-1-1-15,19 4 2 0,-11 0-1 0,0 1 2 16,2 0-6-16,-1 2 4 0,0 0 0 0,1 0 0 16,-2 4 0-16,-2 0-3 0,2-1 6 0,-3-1-3 15,-2 3-38-15,0 0 52 0,-2 1-1 0,-1-2 4 16,-1 1 10-16,-2-1 5 0,0 4 6 0,-5-2 5 16,2 0 6-16,-2-1 4 0,-2 0 4 0,-3 0 3 15,0-1 1-15,0 0-2 0,1-3 14 0,-2 1 12 16,1-2-10-16,1-2 6 0,-3 1-4 0,5 0-1 15,-3-3-8-15,3-1-11 0,-1 3-13 0,1-4-7 0,10-1-12 16,-15 2-13-16,15-2-15 0,-17 1-18 16,17-1-42-16,-11 0-40 0,11 0-42 0,0 0-109 0,-17 0-45 15,17 0-90-15,0 0-55 0,0 0-117 0,-11-1-92 16,11 1-583-16,0 0-843 0</inkml:trace>
  <inkml:trace contextRef="#ctx0" brushRef="#br0" timeOffset="7977.73">6081 16356 74 0,'-3'-5'422'16,"2"-1"-30"-16,0-1-66 0,-2 1-8 0,2 1-21 0,-1-3-24 16,1 1-35-16,0 2-13 0,1 5-19 0,-4-12 3 15,4 12-2-15,-1-9-8 0,1 9-8 0,-3-8-10 16,3 8-10-16,0 0-9 0,-1-8-15 16,1 8-20-16,0 0-24 0,-5-6-14 0,5 6-23 0,0 0-13 15,0 0-9-15,0 0-8 0,-5 6-8 0,5-6 1 16,-7 11-15-16,5-3 9 0,-3 1-4 0,1 1 2 15,-4 1-10-15,3 1 2 0,0 1-2 0,-1-2-9 16,-1 2 6-16,1-2 0 0,1 0-4 0,0 0-7 16,1-2 8-16,1 0-1 0,-2-1-8 0,2-4 6 15,1 4-1-15,2-8 0 0,-5 9-2 0,5-9 5 16,-1 9-2-16,1-9 6 0,5 5 2 0,-5-5 0 16,0 0 1-16,14 3 0 0,-14-3 2 0,20-4-11 15,-8 1 8-15,4-2 0 0,0 1-3 0,0-1-1 16,2 0-2-16,4-1 3 0,-2 0-10 0,2 0 7 15,0 1 2-15,-1-1-4 0,-3 2-5 0,2 2 6 16,-4-2 0-16,1 1-10 0,-2-1 8 0,-1 3 0 16,-2-1 1-16,-1 0-6 0,-11 2 6 0,18-1-8 0,-18 1-37 15,17-2-12-15,-17 2-37 0,13 0-64 0,-13 0-35 16,11 2-74-16,-11-2-58 0,5 3-63 0,-5-3-120 16,4 4-449-16,-4-4-540 0</inkml:trace>
  <inkml:trace contextRef="#ctx0" brushRef="#br0" timeOffset="8228.81">6253 16243 186 0,'-5'-8'585'0,"1"-1"-89"0,-1 3-53 0,0 1-35 16,5 5-46-16,-5-9-61 0,5 9-35 0,-5-7-39 16,5 7-40-16,-5-6-37 0,5 6-33 0,0 0-7 15,0 0 14-15,-4 7 9 0,4 1 6 0,0 2 7 16,0 2-11-16,1 3-8 0,0 4-11 0,2-2-11 15,-2 9-15-15,2-4-13 0,-1 2-19 0,1-2-5 16,1 2-9-16,-3-1-7 0,4 0-7 0,-1-2-6 16,0 1-10-16,-3-2-5 0,3-2 23 0,0-1-27 15,-2 1-32-15,2-1-62 0,0 0-55 0,0 0-63 0,0-2-55 16,-2-1-55-16,1-1-86 0,1 0-40 0,-2 2-104 16,2-4-363-16,0 2-476 0</inkml:trace>
  <inkml:trace contextRef="#ctx0" brushRef="#br0" timeOffset="8594.79">5985 17673 52 0,'0'0'776'0,"0"0"-195"0,-9 4-131 16,9-4-55-16,0 0-95 0,-8 3-35 0,8-3-58 15,-5 7-12-15,4 0-43 0,1 0 14 0,-1 0-24 16,1 4 21-16,1-1-30 0,-1 2 21 0,0 1-36 16,1-1 18-16,2 1-36 0,-2 0 17 0,-1 0-38 15,1-3 10-15,-1 2-35 0,1-2 12 0,1 0-37 16,-1-1 19-16,-1-3-22 0,1 1 21 0,-1-7-20 0,4 10 19 15,-4-10-19-15,8 7 14 0,-8-7-20 0,0 0 11 16,22-3-19-16,-13-2 13 0,3-3-18 0,1-1 10 16,4-5-14-16,-2 1 6 0,7-6-37 0,-3 1-2 15,1-4-59-15,6-2-24 0,-2-2-76 0,2 0-48 16,-3 1-72-16,1-4-103 0,2 1-89 0,-2 1-565 16,-1-2-683-16</inkml:trace>
  <inkml:trace contextRef="#ctx0" brushRef="#br0" timeOffset="10527.81">6680 11503 316 0,'0'0'345'16,"0"0"-63"-16,0 0-30 0,0 0-44 0,0 0-34 16,-8-3-31-16,8 3-27 0,0 0-18 0,0 0-14 15,0 0-8-15,-6-3-4 0,6 3-8 0,0 0-2 16,0 0-1-16,0 0 9 0,0 0-6 0,0 0 4 15,-9-3 2-15,9 3 13 0,0 0-3 0,0 0-12 16,0 0-10-16,0 0-11 0,0 0-9 0,0 0-11 16,0 0 1-16,-6 3-5 0,6-3-1 0,-3 6 24 15,3-6 8-15,-1 11 6 0,-1-3 1 0,1 1 0 16,1 2 7-16,0 2 29 0,0 0-29 0,0 1 19 16,0 5-11-16,0-1 12 0,0 3-9 0,0 3 14 15,0 1-12-15,0 1 1 0,0 1-11 0,0 2 25 16,0 1 12-16,0 3-15 0,1 2-18 0,-1-1-44 15,2 1 49-15,-2 2-49 0,1 0 42 0,-1 2-47 16,0-2 47-16,3 8-50 0,-2-1 38 0,-1 2-12 0,3 0-7 16,-3 0-5-16,1 0-5 0,0 0-7 15,-1-2-6-15,3 1-40 0,-2-1 46 0,-1-5-44 16,4-1 47-16,-3 0-41 0,0 0-1 0,2 0 11 0,-2-1 43 16,2 6-41-16,-1-6 48 0,-2 1-43 0,3-2 42 15,-2 3-44-15,2-2 38 0,-1 4-46 0,1-5 42 16,-2 0-43-16,-1 1 36 0,3-2-43 0,-3 0 37 15,2 1-39-15,-2-1 43 0,1-1-44 0,0 0 44 16,1 0-42-16,-1 0 36 0,-1-2-40 0,1-3 0 16,1 5 8-16,-2-5 3 0,1-1 43 0,-1 0-46 15,0 1 33-15,0-1-38 0,0 1 39 0,0-2-41 16,0 2 43-16,0-2-39 0,1 1 38 0,-1-1-36 16,0-1 30-16,-1 2-4 0,1-2-1 0,0 1-3 15,0-1 2-15,0-1-8 0,0 1-38 0,0 0 46 16,0-1-43-16,0 1 48 0,0-1-42 0,0 0 47 15,0-1-42-15,-1 3 45 0,1-2-38 0,0-1 47 16,0 1-36-16,0-1 6 0,0 0 0 0,0 1 1 0,1-1 40 16,-2 0-51-16,1 0 42 0,0 0-41 15,-2 0 41-15,2-2-43 0,-1 2 40 0,1 1-42 16,0-2 38-16,0-2-5 0,0 3-3 0,0 0-6 0,0 0 2 16,0 0-2-16,-1 2 2 0,1-1 1 0,0-1-3 15,0 2-8-15,0-1 5 0,0 1 2 0,-2 0-3 16,2-1-2-16,0 1-1 0,0-1-32 0,-1 2 36 15,1-3-28-15,0 0 32 0,0 1-32 0,0 1 31 16,0-2-24-16,3 0 18 0,-3 3-23 0,1-4 32 16,0 2-30-16,1 1 31 0,-1-3-2 0,-1 3 1 15,1-2-15-15,1 1 22 0,-1-1-3 0,-1 0 0 16,1 1-3-16,-1-2 1 0,1 0-6 0,1-1 4 16,-2-1 1-16,1 2 4 0,-1-2-3 0,0-2 1 15,1 3-3-15,1 0-7 0,-2-3 4 0,1 2-5 0,-1-1-2 16,1 0 2-16,-1 1-3 0,0-1 1 15,1 1 7-15,1-2 2 0,-1 1 0 0,-1 1-1 16,0-1 0-16,0-1-1 0,0 2-12 0,1-3 10 0,-1 2-8 16,3-1 8-16,-3 1 0 0,0-1-9 15,1 0 6-15,-1-1 1 0,1 1-1 0,-1 0-1 16,0-1 1-16,0 2-1 0,1-1-8 0,1 1-16 0,-2-2 26 16,1 1-26-16,-1 0 26 0,1 2-23 0,-1-1 21 15,2 1-19-15,-1-1 24 0,0 0-26 0,-1 1 29 16,1-2-23-16,1 2 26 0,-1-3-25 0,0 1 25 15,1 0-23-15,-1 1 28 0,2-3-26 0,-2 1 23 16,0 0-24-16,0 0 3 0,2-1 0 0,-3-1 18 16,4 1-22-16,-3-3 22 0,0 1-25 0,0-2 19 15,1-2-21-15,-1 2 25 0,0 0-29 0,1-2 27 16,-1-1-24-16,0-1 23 0,-1 3-6 0,1-2 2 16,1-1-4-16,-2 1-1 0,1-2 2 0,-1-1-3 15,1 3-5-15,1-3 3 0,-2 2 1 0,0-3-2 16,1 3 2-16,-1-1-1 0,0 0-4 0,1 0 3 15,-1-1-1-15,0 1 2 0,0 0-4 0,0-1 5 0,0 2-2 16,-1-2 1-16,1 0-4 0,0 2-20 0,-1-1 26 16,1-1-23-16,0 0 13 0,0 1-8 0,0-1 25 15,0 1-26-15,0-8 28 0,0 12-25 0,-2-3 24 16,2-9-27-16,0 14 24 0,0-8-26 0,-1 1 28 16,1-7-24-16,0 13 26 0,0-13-31 0,0 11 29 15,0-4-24-15,0-7 24 0,-1 12-30 0,1-12 30 0,0 10-27 16,0-10 23-16,-2 12-25 0,2-12 28 0,0 10-31 15,0-10 28-15,-1 10-30 0,1-10 32 0,0 6-29 16,0-6 20-16,0 7-20 0,0-7 24 0,0 8-32 16,0-8 33-16,0 0-27 0,0 8 28 0,0-8-29 15,0 0 27-15,0 7-33 0,0-7 26 0,0 0-46 0,0 0 34 16,-2 7-50-16,2-7 29 0,0 0-69 0,0 0 33 16,0 0-55-16,0 0-7 0,0 0-34 0,0 0-31 15,0 0-49-15,0 0-58 0,0 0-51 0,0 0-76 16,-4-7-55-16,4 7-154 0,-4-10-287 0,-1 3-503 15</inkml:trace>
  <inkml:trace contextRef="#ctx0" brushRef="#br0" timeOffset="12028.12">21549 9454 298 0,'0'0'379'0,"0"0"-54"16,0 0-63-16,0 0 6 0,0 0-68 0,1-6 14 16,-1 6-71-16,0 0 30 0,0 0-78 15,0 0 21-15,0 0-62 0,0 0 24 0,0 0-42 0,0 0 52 16,0 0-34-16,0 9 41 0,0-9-33 0,-2 14 33 16,0-9-37-16,0 3 22 0,0-1-38 0,1 2 17 15,-2-1-28-15,1-2 20 0,1 2-34 0,0-2 19 16,-1 1-30-16,1 1 25 0,1-8-28 0,0 11 22 15,0-11-21-15,1 10 30 0,-1-10-15 0,8 8 27 16,-8-8-26-16,14 2 20 0,-2-3-23 0,0-2 13 16,6-1-25-16,3-1 17 0,0-2-16 15,2 0 6-15,-2-1-14 0,2-1 17 0,-3 1-24 0,2-1 22 16,-2 0-20-16,1-1 18 0,-2 2-41 0,0-1-19 16,-2 3-77-16,-2-1-20 0,0 0-108 0,-2 0-36 15,4 1-68-15,-4 0-433 0,-2 1-314 0</inkml:trace>
  <inkml:trace contextRef="#ctx0" brushRef="#br0" timeOffset="14743.77">7071 12116 357 0,'3'-7'321'0,"-1"0"-42"0,-2-1-27 15,3 2-23-15,-3 6-3 0,1-12-10 0,-1 12-11 0,3-11-48 16,-3 11 14-16,1-9-31 0,-1 9-30 0,1-8-24 16,-1 8-22-16,0 0-10 0,0-6-10 15,0 6-10-15,0 0 1 0,0 0-8 0,0 11 55 16,-2-4-7-16,-1 4 31 0,-1 1-11 0,-1 3 6 0,1 1 10 16,-1 3-26-16,-1 2 7 0,-1-3-17 15,2 3 8-15,0 0-14 0,1 0 1 0,-1-4-15 0,0 1 7 16,0-1-19-16,1 1 2 0,2-2-14 0,-2 0 4 15,1-2-18-15,0 0 6 0,1-1-12 0,1-1 7 16,-2-2-14-16,3 2 10 0,-2-3-6 0,-1 1 3 16,3-3-12-16,0 1 10 0,0-1-10 0,0-7 7 15,-2 11-9-15,2-11-8 0,0 11-76 0,0-11-53 16,1 9-53-16,-1-9-44 0,1 8-108 0,-1-8-43 16,3 7-77-16,-3-7-348 0,3 7-345 0</inkml:trace>
  <inkml:trace contextRef="#ctx0" brushRef="#br0" timeOffset="15343.9">7200 13363 594 0,'0'0'457'15,"0"0"-4"-15,0 0-48 0,-8-2-39 0,8 2-64 16,0 0-39-16,0 0-44 0,-6-3-50 0,6 3-10 15,0 0-44-15,0 0 8 0,3-5-31 0,-3 5 6 16,6-4-26-16,-6 4 4 0,9-3-20 0,-9 3 4 16,15 0-22-16,-15 0 6 0,17 2-20 0,-7-1 10 15,0 3-14-15,1-2 6 0,0 4-17 0,-2-1 10 16,1 1-13-16,0 4 9 0,-1-1-13 0,-1 1 11 16,0 1-13-16,-3 0 12 0,-3 0-12 0,1 2 9 15,-3 2-11-15,-1-1 12 0,-3 3-4 0,-1-2-1 0,-4 4-9 16,1 0 1-16,-2-2 2 0,-3 0-1 0,3 0 2 15,-4-2 3-15,4 0-2 0,-3-1 1 16,0-2 0-16,3-3 4 0,-3 1 1 0,4-2 12 0,0-1 17 16,0-2 19-16,2 2 18 0,0-2 9 0,1-3-2 15,6-2-17-15,-11 6-12 0,11-6-11 0,-8 4-9 16,8-4-8-16,0 0-7 0,0 0 0 0,0 0-6 16,0 0-5-16,0 0 1 0,5-8-4 0,-5 8-1 15,14-4 0-15,-5 4 3 0,2-3-3 0,1 2-2 16,1 0 0-16,-1-1-1 0,4 2-3 0,-1-1 1 15,-1 2-9-15,0 1-1 0,1-1-8 0,1 0-6 16,-2-1-6-16,0 3 1 0,-1-1-11 0,-1 3-37 16,0-3-37-16,-2 3-39 0,3-2-43 0,-3 1-57 15,-1 1-55-15,1-1-73 0,-3 2-55 0,2 1-454 16,-3 1-455-16</inkml:trace>
  <inkml:trace contextRef="#ctx0" brushRef="#br0" timeOffset="16010.97">7328 14745 267 0,'0'0'644'0,"-14"3"-122"0,14-3-39 0,-15-3-15 16,15 3-49-16,-13-3-46 0,13 3-64 0,-11-3-48 15,11 3-54-15,-7-6-36 0,7 6-37 0,-4-10-25 16,4 10-20-16,4-8-13 0,0 1-16 0,1 3-7 16,1-2-9-16,1 1-8 0,2-1-7 0,1 3-5 15,-1-1 0-15,1 3-15 0,1-2 7 0,0 2-3 16,-11 1-1-16,20 0-6 0,-11 1 1 0,1 2-2 15,-1 0-1-15,0 0-5 0,-1 3 5 0,-3 0-2 16,1 2 1-16,-2 2 0 0,-1 0 0 0,-3 2-20 16,-3 1 21-16,-1 1 1 0,-2 2-3 0,-2 4 0 0,-2-3 0 15,1 1-1-15,-5-1 0 0,4 0 1 0,-4 0-2 16,2-3 0-16,-2-1 2 0,4-1 5 0,0-1-11 16,0-2 16-16,3-4 1 0,-1 3 21 15,2-3-3-15,2-1 11 0,4-4-20 0,-10 7 5 0,10-7-17 16,0 0 2-16,0 0-6 0,0 0 7 0,0 0-8 15,4-7 7-15,-4 7-30 0,11-8 30 0,-3 6-10 16,0-2 9-16,2 1-11 0,0-2 14 0,-1 3-16 16,4 0 12-16,-3-1-12 0,2 3 14 0,-1-1-13 15,-11 1 10-15,21 1-13 0,-10 1 13 0,-1 0-12 16,-1 1 13-16,1 2-11 0,-2-1 12 0,1 1-13 16,-1 2 15-16,-3-1-21 0,0 1 22 0,0 2-16 15,-2-1 19-15,-2 1-21 0,0 1 22 0,-3 0-22 16,-1 2 15-16,-1-2-16 0,-1 1 17 0,-1 1-19 15,-5 0 18-15,2-1-18 0,-1 0 17 0,-1 0 2 16,-1-1 2-16,0-2 8 0,-1 0 9 0,1-1 4 16,-2 0 10-16,1-1-17 0,-1-2 2 0,3 0-4 15,-1-1-3-15,1 0-5 0,1-2-5 0,-3 2-4 0,13-3-8 16,-17 1-10-16,17-1-37 0,-18 0-54 0,18 0-54 16,-14 0-48-16,14 0-83 0,0 0-36 15,-16 0-129-15,16 0-65 0,0 0-76 0,-12 1-320 0,12-1-481 16</inkml:trace>
  <inkml:trace contextRef="#ctx0" brushRef="#br0" timeOffset="16510.76">7219 16087 512 0,'-5'-12'524'0,"0"0"-107"0,1 4-67 0,0-2-28 16,2 1-20-16,-2 0-33 0,3 1-23 15,-2 1-21-15,1 0-25 0,-1 2-30 0,3 5-30 16,-4-9-23-16,4 9-20 0,0 0-9 0,0 0-4 0,0 0-11 15,0 0-7-15,-5 7 9 0,5 2-13 0,0 1 2 16,-1 4 4-16,0 0-1 0,-2 3-3 0,0 1-4 16,1 1 4-16,-2 2-7 0,0 0-6 0,-1 0-8 15,-1 1-11-15,1-1 2 0,0-1-7 0,1-3 1 16,-2 0-5-16,3-3-6 0,-1-1 0 0,0-1-4 16,3-2 2-16,-2-1 6 0,2-1 3 0,0-1-3 15,1-7 3-15,1 12 10 0,-1-12 11 0,9 9 4 16,-9-9-1-16,14 2-4 0,-14-2 29 0,22 0-42 15,-10-1 26-15,5-2-35 0,0 1 29 0,2-2-42 16,0 0 35-16,0 0-43 0,4-1 32 0,-1 0-38 16,-2-1 20-16,2 0-19 0,-3 2 35 0,-1-1-48 15,-1-1 43-15,-1 4-35 0,2-3 38 0,-5 2-45 16,1-1 38-16,-2-1-41 0,-1 5 12 0,-11 0-64 0,15-4-15 16,-15 4-56-16,18-4-52 0,-18 4-58 15,12-2-48-15,-12 2-38 0,0 0-96 0,14-1-25 16,-14 1-118-16,0 0-335 0,0 0-482 0</inkml:trace>
  <inkml:trace contextRef="#ctx0" brushRef="#br0" timeOffset="16759.8">7382 16080 549 0,'-6'-5'452'0,"3"0"-35"15,3 5-110-15,-7-8 0 0,7 8-74 0,0 0 1 16,-10-3-19-16,10 3-15 0,-4 8-1 0,4 0-29 15,0 0 2-15,0 2-16 0,0 3-3 0,3 4-1 16,-2 1-8-16,3 3-12 0,0 3-22 0,-2 1-17 16,2 1-18-16,0-1-16 0,0 6-16 0,0-5-4 15,-2-1-8-15,2 1-6 0,1-2-7 0,-4 0-1 16,3-3-2-16,-1-2-10 0,-2 0 3 0,2-5-42 16,-1 1-61-16,-2-1-70 0,3-2-77 0,-3-2-84 15,1 2-95-15,0-6-82 0,1 2-421 0,-2-8-495 16</inkml:trace>
  <inkml:trace contextRef="#ctx0" brushRef="#br0" timeOffset="18593.62">7711 11592 165 0,'0'0'247'0,"0"-11"-56"16,0 11-17-16,0-12-16 0,0 12-4 0,-1-9-2 15,1 9-8-15,0-7 2 0,0 7 1 0,0-7-12 16,0 7-7-16,0 0-58 0,0-8 24 0,0 8-50 16,0 0 21-16,0 0-46 0,-1-7 26 0,1 7-5 15,0 0-8-15,0 0-8 0,0 0-2 0,-3 8 5 16,3-8 9-16,0 12 3 0,0-5 7 0,-1 2-8 15,1 0-1-15,0 4 7 0,0 1 5 0,0-2 6 16,0 6-5-16,0 0-4 0,0 0-3 0,1 2 4 16,-1 1 0-16,0 4 4 0,1-2 4 0,1 4-8 15,-1-2 1-15,-2 2 0 0,2 0 1 0,-1 1-27 16,1 1 22-16,-1-2-18 0,2 4 2 0,-2 2 31 16,1-1-16-16,-1 2 20 0,1 0-17 0,-1 0 15 15,3 0-4-15,-2 1-2 0,-1 1 5 0,3 0-6 0,-1-1 2 16,-1 3-4-16,3-1 1 0,-3-1-2 0,3 1-2 15,-1-2-13-15,-2 0 5 0,3 0-14 16,-3-2 10-16,3 1-9 0,0 1 6 0,-2-3-9 0,3 2 5 16,-1-2-9-16,0 2 8 0,0 0-11 0,1-1 6 15,-1-1-5-15,1 2 7 0,0 0-11 0,0-1 14 16,-1 1 7-16,1-1 10 0,-1 1-6 0,0-1-6 16,1 0-4-16,0-4-13 0,0 5 4 0,-1-5-5 15,-1-2-1-15,0 4-3 0,1-6 1 0,0 2 3 16,1-1 26-16,-1 0-11 0,0 0 0 0,1 0-4 15,-1 0-5-15,0 0 0 0,1-1-5 0,0 4 1 16,0-3-4-16,-1 3-7 0,1 0 16 0,-1-2-10 16,1 2 14-16,-1-3-18 0,1 3 10 0,-1-4-12 15,-1 1 13-15,1 4-15 0,0-4 24 0,0 0-25 16,0-2 33-16,0 1-24 0,-2 0 19 0,2-1-28 16,0 1 24-16,-3 0-30 0,3 0 24 0,-1-1-17 15,-1 2 47-15,1-2-2 0,-2 1-10 0,2-1-5 0,0 0-6 16,0 0-4-16,-2 2-3 0,2-3-1 15,-2 1-1-15,2 2-2 0,-1-1-9 0,-1-1 6 16,1 2-7-16,-1-1 3 0,2 0-34 0,-2 3 38 16,-2-2-36-16,2-1 37 0,1 1-33 0,0-1 38 0,-1 2-37 15,-1-1 42-15,1 0-35 0,1-1 45 0,0-1-27 16,-1 0 34-16,-1 1-39 0,1-1 38 0,1-2-41 16,-1-1 40-16,-2 1-38 0,2-2 38 0,-1 0-40 15,3 0 35-15,-3-1-36 0,2 1 32 0,-2 1-3 16,1-2-2-16,1 2 3 0,-1-3 0 0,-1 2 0 15,3-1-4-15,-3 3-9 0,1 2 1 0,-1-3-4 16,0 2-2-16,1-2-29 0,-1 0 28 0,2 0-33 16,-2 4 34-16,0-4-28 0,0-1 28 0,0 1-27 15,0 2 30-15,0-3-28 0,0 0 25 0,0 4-22 16,-2-2 26-16,2 0-26 0,-1-3 25 0,0 6-29 16,-1-5 32-16,1 3-31 0,-2 1 26 0,2-6-24 15,-1 3 34-15,-1-2-29 0,2 2 31 0,-2-2-25 16,3-1 28-16,-3 2-27 0,0-3 23 0,2 1-27 15,-2 2 24-15,2-3-25 0,0 0 18 0,-1-1 1 16,1 1-1-16,0 0-2 0,-1-1-21 0,1 1 22 16,1 0-6-16,-1-1 2 0,1 1-1 0,-1-2-4 0,-1-1-23 15,1 3 28-15,1 0-23 0,-1-1 19 0,1 0-21 16,-2 1 29-16,1 0-24 0,1 0 24 0,0-1-28 16,0 1 28-16,0-2-27 0,0 4 22 0,0-3-19 15,0 0 24-15,0 1-26 0,0 0 25 0,0-1-26 16,0 0 29-16,0 0-24 0,1 1 24 0,1-3-19 15,-2 2 29-15,0-2-22 0,1 0 22 0,-1 1-21 16,0-1 24-16,0 0-25 0,1-2 21 0,1 3-22 16,-2-2 16-16,0 1-21 0,1-2 22 0,-1 2-26 15,1-2 28-15,-1 1-28 0,0-1 22 0,0 0-23 16,1 0 21-16,1 0-20 0,-2-1 19 0,1 0-20 16,-1 2 21-16,0-2-23 0,1 2 24 0,1-1-22 15,-2-1 19-15,0 1-23 0,1 0 25 0,-1 1-25 16,1-1 20-16,-1-1-16 0,1 0 18 0,1 0-20 0,-2 1 24 15,1-1-23-15,-1 0 18 0,3 0-19 16,-1 0 25-16,-1-1-22 0,-1 2 17 0,1-3-22 0,1 1 26 16,-1 0-16-16,2 1 17 0,-2-1-23 0,0 0 22 15,-1-1-7-15,3 0 25 0,-2 2-24 0,-1-4 14 16,3 3-12-16,-2-3-9 0,0 1 19 0,1-1-20 0,0 0 19 16,-2 0-21-16,3 1 20 0,-2-3-20 15,-1-5 1-15,4 12 21 0,-4-12-24 0,1 12 8 0,-1-12-7 16,1 9 3-16,-1-9 0 0,3 8 3 0,-3-8-1 15,1 7 0-15,-1-7-1 0,0 0 2 0,0 8 0 16,0-8 0-16,0 0 16 0,0 0-40 0,1 8-29 16,-1-8-28-16,0 0-13 0,0 0-79 0,0 0-16 15,0 0-80-15,0 0-65 0,0 0-100 0,0 0-59 16,0 0-105-16,-1-8-724 0,1 8-923 0</inkml:trace>
  <inkml:trace contextRef="#ctx0" brushRef="#br0" timeOffset="20126.87">22506 9476 205 0,'0'0'326'0,"0"0"-57"0,0 0-38 15,0 0-25-15,0 0-43 0,0 0-26 0,0 0-24 16,0 0-29-16,0 0-16 0,0 0-11 0,0 0 17 16,0 0 8-16,0 0 8 0,-4 10-43 0,4-10 45 15,-2 10-38-15,-1-3 37 0,3-7-51 0,-4 10 41 16,4-10-50-16,-4 12 42 0,4-12-54 0,-2 10 43 16,2-10-47-16,-3 12 40 0,3-12-39 0,0 8 47 15,0-8-23-15,3 9 41 0,-3-9-35 0,9 4 28 16,-9-4-40-16,17 1 22 0,-4-2-40 0,6-2 23 15,5-1-29-15,1 0 23 0,7-6-34 0,0 2 27 16,8-3-31-16,-1 0 28 0,0 0-26 0,-1-1 20 0,-4 6-28 16,-3-5 8-16,0 3-65 0,-1 0 16 15,0 1-67-15,-6 1 22 0,2 1-67 0,-1-1 14 16,-2 1-38-16,0 1 1 0,-5 2-22 0,1-1-25 16,0 0-28-16,-2 1-235 0,0-1 9 0</inkml:trace>
  <inkml:trace contextRef="#ctx0" brushRef="#br0" timeOffset="21643.15">8271 12042 271 0,'0'0'472'0,"-1"-12"-73"0,-2 7-55 0,3 5-78 15,0-10 18-15,0 10-74 0,-1-7-6 0,1 7-65 16,-1-7 2-16,1 7-35 0,0 0-22 0,0 0-40 16,0 0 31-16,0 0 5 0,0 0 29 15,-2 7-8-15,2 4 25 0,0 1-16 0,0 3 9 0,0 3-1 16,-1 3-1-16,1 3-2 0,-1 3-17 0,-2 0 1 15,2 1-13-15,-2 0-8 0,2 0-12 0,0 1-4 16,-2-1-10-16,2-2-4 0,-2 0-1 0,2-2-8 16,0 1-9-16,-3-1-4 0,4-5-6 0,-1 0-1 15,-1-1-6-15,1-2 1 0,1-1-4 0,0-1-2 16,0-1-3-16,0-2 3 0,-1 0-6 0,1 0 0 16,0-3-66-16,0 1-51 0,0-2-79 0,1 1-34 15,-1 0-90-15,0-2-27 0,0 1-65 0,3 1-67 16,-2-3-379-16,3 2-402 0</inkml:trace>
  <inkml:trace contextRef="#ctx0" brushRef="#br0" timeOffset="22176.88">8236 13644 148 0,'-1'-5'604'0,"1"5"-123"16,-5-12-30-16,1 6-30 0,3-1-16 0,-3 0-71 15,3 0-24-15,-2-3-43 0,2 3-39 0,0 0-36 16,-1-1-22-16,2 1-43 0,2 0-19 0,-1-2-21 15,0 1-27-15,3-1 6 0,1 3-4 0,2-1-12 16,-1 0-6-16,4 4-5 0,-1-2-6 0,3 3-8 16,-1 0-3-16,-11 2-7 0,26 3 2 0,-15-1-7 15,2 2 1-15,2 2-3 0,-2 1-5 0,1 0 1 16,-2 5 0-16,-1-3-3 0,-2 3 0 0,-1 1 0 0,-3-1-1 16,0 2 0-16,0 1-41 0,-5 2 50 15,0 0-2-15,-3 0 0 0,-1 2-8 0,-3 0-12 16,2 1-51-16,-3-2 23 0,-2 0-2 0,0 1 18 0,1-4-1 15,-1-1 13-15,1-2-2 0,0-2 15 0,1 0 9 16,-1 0 28-16,3-2 17 0,-1-1 11 0,2-1 7 16,0-2-11-16,0 2-3 0,5-6-21 15,-6 6 0-15,6-6-8 0,-4 5-8 0,4-5-2 0,0 0-8 16,0 0 0-16,0 0-3 0,15-1-3 0,-15 1 4 16,15-5-8-16,-4 2 2 0,0 2-4 0,2-2-1 15,2 0-1-15,-2 1-1 0,4-1-4 0,-2 1-15 16,-1 0-18-16,0 1-22 0,1 0-26 0,0 1-24 15,-2-1-55-15,-1 2-21 0,1-1-92 0,0 2-54 16,-2 2-61-16,-1-1 5 0,2 2-98 0,-3-1-304 16,0 5-314-16</inkml:trace>
  <inkml:trace contextRef="#ctx0" brushRef="#br0" timeOffset="22776.74">8353 14633 292 0,'0'0'677'0,"0"0"-192"0,0 0-49 0,0 0-68 0,-9-3-34 16,9 3-63-16,0 0-11 0,1-9-50 0,-1 9-2 15,8-9-33-15,-2 4-22 0,2-2-25 0,-2 1-17 16,3-1-16-16,1 3-9 0,2-1-12 0,-1 0-12 15,2 2-12-15,0 1-11 0,-2 1-7 0,2-1-7 16,0 4-3-16,1-1-8 0,-2 1-4 0,-2 1 5 16,1 2-7-16,1 3 2 0,-2-2-6 0,-2 6 4 15,-2-3-3-15,-1 4-4 0,-1 1-7 0,-1 1 8 16,-2-2-7-16,-2 3 8 0,-2 1-2 0,-1-1-2 16,0 0-3-16,-1 0 7 0,-1-1-7 0,-2 0 6 15,2-1-4-15,-2 0 9 0,2-3-3 0,-1 0 5 16,0-4-3-16,2 2 9 0,-2-2-1 0,3-2 11 15,-1 1 0-15,5-6-3 0,-7 6-4 0,7-6-4 16,0 0-2-16,0 0-4 0,0 0 0 0,-7-4-7 0,7 4 4 16,4-7-1-16,-4 7 2 0,9-6 0 15,-4 1 2-15,-5 5 0 0,13-6 1 0,-4 2-3 16,0 2 0-16,1 0-2 0,0 1-1 0,-10 1 3 0,21 1-1 16,-11 0-9-16,1 1 11 0,0 3-4 0,0-1 2 15,-1 2-2-15,-1 0 5 0,3 4-6 0,-5-2 0 16,1 1 0-16,-2 1 6 0,0 0-5 0,0 1 4 15,-5 0 0-15,2 0 4 0,-2 2-8 0,-1-1 9 16,-3 1-7-16,1-2 8 0,-4 4-3 0,0-2 12 16,0-1-12-16,-2 2 24 0,1-4 1 0,-5 1 6 15,3-2 1-15,-1 1 11 0,-1-3-12 0,0 1-1 16,1-3-5-16,0 0-5 0,0-1-4 0,-2-1-8 16,3 0 0-16,-1-2-16 0,0 2-5 0,10-3-27 15,-17 0-31-15,17 0-42 0,-14 1-39 0,14-1-66 16,-14 0-40-16,14 0-98 0,0 0-65 0,-14 2-108 15,14-2-68-15,-9 3-299 0,9-3-444 0</inkml:trace>
  <inkml:trace contextRef="#ctx0" brushRef="#br0" timeOffset="23276.81">8464 16015 95 0,'-7'-5'731'0,"1"0"-184"0,-2 0-92 0,2 0 2 16,1 0-55-16,0 1-14 0,-1-1-41 0,6 5-41 15,-8-9-30-15,8 9-50 0,-8-6-7 0,8 6-52 16,-5-5-9-16,5 5-45 0,0 0 11 0,0 0-6 15,-9 2 9-15,8 6-6 0,0 2 3 0,-2 0-8 16,2 6-6-16,-2 2-19 0,-2 3-41 0,1 3 30 16,-2-1-43-16,-2 5 23 0,2 1-49 0,-1-2 32 15,1 1-35-15,-3 0 26 0,4-5-35 0,0 0 32 16,0-2-42-16,-1 0 22 0,3-4-18 0,-1-1 32 16,0-2-39-16,2-3 36 0,-1-2-32 0,2 2 16 0,-2-5-36 15,3-6 41-15,0 11-34 0,0-11 33 0,4 6-33 16,-4-6 40-16,0 0-42 0,16-2 41 0,-8-2-32 15,3-1 36-15,1-1-35 0,1 1 36 16,3-5-38-16,3 3 39 0,0-1-37 0,1-2 34 0,-1 1-33 16,3 1 35-16,0 1-36 0,0-2 32 0,-1 2-32 15,1 1 33-15,-3-1-39 0,-1 5 39 0,1-2-34 16,-4-2 33-16,2 6-42 0,-3-2 37 0,0-1-34 16,-2 3 32-16,-2 0-53 0,-10 0 18 0,19-1-71 15,-19 1-7-15,17 0-73 0,-17 0-54 0,14 0-66 16,-14 0-65-16,9 1-75 0,-9-1-102 0,0 0-674 15,0 0-821-15</inkml:trace>
  <inkml:trace contextRef="#ctx0" brushRef="#br0" timeOffset="23526.42">8583 16051 507 0,'0'0'631'0,"-8"-6"-133"15,8 6-132-15,0 0-28 0,-11 1-66 0,11-1 14 16,-4 9-32-16,1-3-7 0,3 3-26 0,3 1 0 16,-2 3-9-16,2 3-13 0,0 1-16 0,3 2-37 0,0 3 1 15,0 2-40-15,-2-2 0 0,5 6-40 0,-2-3 12 16,0 4-46-16,1-3 19 0,-2-1-29 16,-1-1 14-16,3-1-28 0,-2-1 19 0,1-1-35 0,-1 1 4 15,1-1-55-15,0-4-43 0,-2-1-53 0,-1-2-66 16,1 0-54-16,-1 0-80 0,0-2-105 0,1-4-71 15,-1-1-443-15,-2 3-563 0</inkml:trace>
  <inkml:trace contextRef="#ctx0" brushRef="#br0" timeOffset="34724.53">8850 11563 89 0,'0'0'186'0,"0"0"-36"16,0 0-18-16,2-8-10 0,-2 8-9 0,0 0-3 15,0 0 4-15,0-7 4 0,0 7-6 0,0 0-9 16,0 0-6-16,0 0-32 0,0-5 8 0,0 5-38 16,0 0 21-16,0 0-16 0,0 0-7 0,0 0 14 15,0 0 10-15,0 0 16 0,0 0-33 0,0 9 45 16,0-9-21-16,1 8 33 0,-1-8-46 0,0 12 42 16,0-3-33-16,0-1 40 0,0 1-47 0,0 4 54 15,-1 0-42-15,1 0 24 0,0 3-9 0,0 2-18 16,0 0 8-16,0 1-6 0,0 0-6 0,0 2-5 15,-1-1-32-15,1 2 30 0,-1 2-19 0,1 0 26 16,0 0-29-16,0 0 18 0,0 0-26 0,0 1 27 16,0-1-25-16,0 0 0 0,1 1 0 0,-1-1-4 15,1 2-6-15,-1-2 0 0,0 2 22 0,0-1-2 0,0 0 36 16,0 2-27-16,1-2 13 0,1 0-24 16,-2 2 14-16,0-3-14 0,1 2 19 0,-1-1-7 15,0 1 8-15,0-2-13 0,0 3 9 0,0-4-14 0,0 2 7 16,0 0-15-16,1-1 4 0,-1 1-8 0,2 1 4 15,-2-1-3-15,1 1 11 0,-1 0-5 0,0-1 3 16,0 0 6-16,1 0-9 0,1-1 2 0,-2 3 4 16,1-3 3-16,-1 1 7 0,1 1-3 0,-1-1-6 15,0 1 1-15,0 0-3 0,0-1-5 0,0 1-5 16,1-1 0-16,-1-2-6 0,2 4-4 0,-2-4 0 16,1 0-6-16,-1 1 3 0,0 0-7 0,3-2 6 15,-3-2-18-15,1 2 20 0,0-1-4 0,0-2 8 16,1 1-1-16,-1 2 13 0,1-4-5 0,0 3-12 15,0 0 10-15,-2-3-3 0,0 1-1 0,1 1-2 0,1 1 3 16,-1-2-4-16,2 0 4 0,-2 1-1 16,0 1-43-16,0-1 54 0,1-1-45 0,-1 3 52 15,-1-3-44-15,3 1 40 0,-2-1-46 0,-1 2 42 0,1-1-5 16,1 0-4-16,-1 1 2 0,-1-1-10 0,1 1 0 16,-1-1 4-16,0 2-6 0,0-1 2 15,1-3-3-15,2 4 0 0,-3-1 5 0,1 0 2 16,-1 1 3-16,0-2-1 0,0 2 0 0,0-2 0 0,0 1-8 15,0 1 7-15,0-1-2 0,1 0-2 0,-1 0-3 16,0 2 0-16,0-3-1 0,2 0-6 0,-2 1 8 16,0-2-3-16,0 2 1 0,0-1-3 0,1 0-34 15,-1-1 44-15,0 0-42 0,1 1 46 0,-1-1-44 16,0 0 48-16,3-1-44 0,-3 1 47 0,1-2-41 16,-1 2 41-16,1-1-3 0,1 0 2 0,0 0 15 15,-2 1-4-15,0-2-6 0,3 1-2 0,-2 0-6 16,-1-1 1-16,1 0-3 0,1 0 2 0,0 0-13 15,-2 0 8-15,0 0 2 0,1 0-9 0,1 0 0 16,-1 0 1-16,-1-1 2 0,4 2 0 0,-4-1 1 16,1 1 0-16,0-1-3 0,-1 1 1 0,2-2 0 15,-2 4-5-15,1-4 12 0,-1 2-2 0,1-1 0 16,-1 0 0-16,0-1-3 0,0-1-1 0,1 2-7 0,1 0 8 16,-2 0-3-16,1 0 0 0,-1-1-1 15,1 1 2-15,1-2-1 0,-2 3-13 0,1-2 25 16,-1 1-17-16,0 0 20 0,1 0-19 0,-1-1 17 0,0 1-24 15,0 0 19-15,1-2 0 0,1 2-4 0,-2 0-2 16,1 0-7-16,-1-3 0 0,0 3 7 0,1 0-6 16,2-2 1-16,-3 2 0 0,1-2-3 0,-1-1 1 15,1 2-4-15,1 0 8 0,0-2-4 0,-1 3-2 16,1-1-28-16,0-1 28 0,-2 1-22 0,1 0 32 16,1-2-34-16,-1 3 40 0,2-1-32 0,-3-1 35 15,2-2-38-15,-2 2 35 0,1-1-33 0,1 0 33 16,-1 0-31-16,2-1 30 0,-2 0-34 0,-1 1 33 15,3-3-5-15,-2 4 4 0,0-2-4 0,3-1-5 16,-3 0 0-16,-1 2-5 0,3-5 1 0,-2 6 5 16,0-4-3-16,0 0 1 0,1 2-1 0,-1-2 1 15,-1 1-1-15,0 0-6 0,1 1 7 0,1-1-3 16,-2-2-1-16,2 1 2 0,-2 1-4 0,0 0 5 16,0-1 0-16,0 1-6 0,3-2 5 0,-3 2 0 15,1-1-2-15,-1 1-13 0,0 0 10 0,0 1 7 16,1-1-4-16,1 0 4 0,-2 0-2 0,0 0-4 0,1 0 4 15,-1 1 2-15,1 0-33 0,-1-1 35 0,0 1-27 16,0-3 31-16,0 3-34 0,0-2 32 0,0 2-25 16,1-2 30-16,-1 1-30 0,2 0 32 0,-2 0-33 15,0 0 34-15,0 0-31 0,0-1 31 0,0 1-34 16,1 1 32-16,-1-2-33 0,0 0 26 0,0 2-21 16,0-4 31-16,0 3-39 0,2 0 41 0,-2-2-34 15,2 2 30-15,-2-2-41 0,0 1 41 0,0 0-32 16,0-1 34-16,1 0-29 0,-1 1 29 0,0-1-37 15,0 0 37-15,0 2-35 0,0-3 37 0,0 2-33 16,0-1 30-16,0-2-34 0,0 2 30 0,0 0-26 16,1 0 32-16,1-2-35 0,-2 2 32 0,0-2-33 15,0 0 34-15,1 1-34 0,0 0 28 0,-1 1-28 16,0-3 34-16,1 1-33 0,-1 1 35 0,2-1-40 16,-1 0 41-16,-1-2-37 0,0 4 35 0,1-3-18 15,1 0 14-15,-2 1-29 0,1-2 25 0,0 2-22 16,-1-1 27-16,0 0-2 0,1 1-2 0,1-1-3 0,-1 2-5 15,-1-1 0-15,1 1 6 0,1 0-5 0,-1 0-3 16,0 1-2-16,-1-1 4 0,0-2-30 0,1 1 31 16,-1 1-29-16,3-2 38 0,-3 1-32 0,1-2 28 15,-1 2-32-15,1 0 40 0,-1-8-35 0,2 12 19 16,-2-12-15-16,0 11 30 0,0-11-31 0,2 11 34 16,-2-11-37-16,0 9 39 0,0-9-34 0,0 8 33 0,0-8-37 15,1 7 34-15,-1-7-30 0,0 0 32 0,2 7-44 16,-2-7 42-16,0 0-53 0,0 0 23 0,0 7-50 15,0-7 27-15,0 0-54 0,0 0 28 0,0 0-47 16,0 0 10-16,0 0-25 0,1 7 5 0,-1-7-23 16,0 0-3-16,0 0-12 0,0 0-21 0,0 0-20 15,0 0-26-15,0 0-22 0,0 0-52 0,0 0-78 0,0 0-61 16,0 0-548-16,0 0-582 0</inkml:trace>
  <inkml:trace contextRef="#ctx0" brushRef="#br0" timeOffset="36707.83">9669 12102 259 0,'0'0'374'0,"5"-5"-75"0,-5 5 24 0,0 0-76 15,5-7 35-15,-5 7-43 0,0 0-2 0,4-5-3 16,-4 5 17-16,0 0-27 0,0 0-7 0,0 0-40 16,-1-7-19-16,1 7-42 0,0 0-11 0,-12-1-35 15,12 1-1-15,-18 3-25 0,8-3-2 0,-4 3-6 16,0-1 2-16,-4 3 0 0,3-2-4 0,-3 1-2 16,-1-1-3-16,1 0 4 0,1 2-4 0,-1-1-1 15,-1-2-4-15,5 0 1 0,-4 1-5 0,5-1-2 0,-2-1 3 16,2 2-6-16,2-2 3 0,-1-1 10 0,12 0 6 15,-18 3 2-15,18-3-6 0,-15 0 1 16,15 0-4-16,-13 0-3 0,13 0-6 0,-10 1-2 0,10-1-4 16,0 0-5-16,-14 2-4 0,14-2-4 0,0 0-1 15,-13 2-2-15,13-2 1 0,-5 4 0 16,5-4 3-16,-5 9-43 0,1-2 51 0,3-3-42 0,-2 5 47 16,0-1-2-16,0-1-2 0,0 2-5 0,2-2 1 15,-1 1-1-15,0 0-1 0,1 0-1 0,0 0 2 16,-1-1 0-16,1 0-5 0,0 0 1 0,0-1 0 15,1-6 0-15,-2 10 0 0,2-10 0 0,-1 12 3 16,1-12-3-16,-1 7 0 0,1-7 2 0,-3 7 1 16,3-7 4-16,0 0-3 0,0 7 2 0,0-7-2 15,0 0 1-15,0 0-3 0,0 0 0 0,5 5 7 16,-5-5-6-16,0 0-1 0,9-5 0 0,-9 5 0 16,12-7-2-16,-3 3 1 0,-3 1 7 0,3-1-45 15,1 1 44-15,-1-1-3 0,1-1-1 0,2 2 0 0,-2 1 0 16,3 1-5-16,1-1 7 0,-1 2-5 0,1-2 2 15,-1 2-1-15,2 0-1 0,-1 2 2 16,1 0 1-16,-1-1-3 0,3 1 2 0,-3 2-2 0,1 1-2 16,-2 0 2-16,0 0 1 0,0 0 1 0,-3 1-3 15,1 1 3-15,-2-1 0 0,-1 1 2 0,1-2-2 16,-1 3 4-16,-3-1 0 0,0 0 1 0,-1 2-2 16,0-2 6-16,-2 1-1 0,-2 0 9 0,0-2-4 15,0 2 5-15,-1 0 8 0,-3 2-2 0,0-2 4 16,-2 1-8-16,-2-1 6 0,-1 0-2 0,0 1-1 15,-1-1 20-15,-1 0 3 0,-2-2 4 0,-1-1 2 16,1 2 6-16,-2-2-5 0,-1-1-6 0,1 0 0 16,1 0-3-16,0-4-1 0,-2 3 1 0,2-3-40 15,-1 0 37-15,2 0-5 0,-2-3-6 0,-2 1-8 16,2-1-1-16,-1 0-8 0,0-1 4 0,3 2 3 16,-1-4-17-16,0 1 14 0,1 1-5 0,3 2 2 15,0-2-5-15,-2 0 0 0,5 0-3 0,-2 1-4 16,1 2 0-16,8 1-2 0,-13-5-8 0,13 5 9 0,-10-3-2 15,10 3-6-15,-10-3-4 0,10 3-45 16,-6-4-44-16,6 4-44 0,0 0-34 0,-8-2-29 16,8 2-55-16,0 0-30 0,0 0-64 0,2 6-50 0,-2-6-84 15,7 5-75-15,-7-5-323 0,8 6-444 0</inkml:trace>
  <inkml:trace contextRef="#ctx0" brushRef="#br0" timeOffset="37824.01">9335 13443 348 0,'-15'1'455'0,"15"-1"-51"0,0 0-39 16,-9-2-74-16,9 2 3 0,0 0-38 0,0 0-15 16,-13-3-44-16,13 3-36 0,0 0-33 0,-1-6-23 15,1 6-19-15,4-8-6 0,2 1-8 0,1 2-8 16,-1 0-6-16,3-2-13 0,1 3-5 0,2-1 1 15,-1 2-7-15,3 1-3 0,-1 2-2 0,1-3-1 0,0 6-13 16,0-1 6-16,2 1 2 0,-1 1-4 0,-2 4-2 16,1 0-2-16,-3 1-2 0,1 3-1 0,-2-1-4 15,-2 4 2-15,-3-2 0 0,-1 4-19 16,-2-1 21-16,-2 1-17 0,-1 0 17 0,-3 2-19 0,-2 2 10 16,-2 0 10-16,-1-2-19 0,-1 1 17 0,-2-1-16 15,0 3 14-15,-1-3-16 0,-1-2 16 0,1 0-17 16,1-3 20-16,-2-2-15 0,4 0 17 0,-1-4-11 15,0 1 35-15,4-3 1 0,-3-1 22 0,2-1 1 16,8-4 17-16,-13 5-19 0,13-5-4 0,-11 0-14 16,11 0-9-16,0 0-11 0,-7-3-3 0,7 3-5 15,0 0-3-15,4-11 0 0,-4 11 0 0,10-8-7 16,-2 5 2-16,0-1-2 0,3-1 0 0,-1 2 0 16,2-1-1-16,2 1-3 0,-3 0 3 0,3 1-1 15,2 0-1-15,-1 0 0 0,-2 1 2 0,1-1-2 16,1 2-2-16,-2-1-1 0,1 1 1 0,0 1-11 15,-14-1-4-15,23 2-21 0,-13-1-4 0,2 0-37 16,-12-1-11-16,16 3-54 0,-16-3-9 0,17 3-67 0,-17-3-22 16,12 5-95-16,-7 0-59 0,0-1-98 15,-2 1-269-15,0 0-277 0</inkml:trace>
  <inkml:trace contextRef="#ctx0" brushRef="#br0" timeOffset="38906.85">9412 14561 193 0,'0'0'422'15,"0"0"-86"-15,0 0 22 0,0 0-82 0,0 0 19 16,0 0-81-16,-9-3-26 0,9 3-4 0,0 0-59 16,0 0 16-16,3-7-44 0,-3 7 24 0,2-6-30 0,-2 6 18 15,9-7-30-15,-9 7 18 0,9-9-32 0,-4 6 11 16,3-2-30-16,0 2 11 0,-2-1-30 0,4 2 18 16,-1-1-27-16,1 1 15 0,2-1-21 0,-2 1 15 15,-10 2-19-15,20-1 12 0,-20 1-15 0,21 3 14 16,-8-2-19-16,-3 2 14 0,0 1-22 0,-1-2 21 15,-1 2-21-15,-2 3 25 0,2-2-25 0,-3 1 18 16,-1 3-19-16,-3-2 19 0,-1 2 0 0,0 0-4 16,-4 2 3-16,2 0-5 0,-6 1 0 0,2 0-2 15,-3 1 1-15,0-1-4 0,-3-1 4 0,3 1 2 16,-2-1-3-16,-1-2 1 0,2 0 2 0,2-1-1 16,-2-2 1-16,1 1 7 0,3-2 9 0,-1-1 14 15,1 0 10-15,1 1-1 0,5-5-9 0,-8 5-9 16,8-5-6-16,0 0-5 0,0 0-5 0,0 0 0 15,0 0-3-15,0 0-1 0,0 0-2 0,9-5 0 16,-9 5-2-16,14-2 2 0,-14 2-1 0,16-3-6 16,-16 3 6-16,19 0-3 0,-10 2 3 0,1 0-3 15,1 0 0-15,0 2-2 0,0 0-2 0,-2 0 2 0,0 3 2 16,-1 0-2-16,1 0-2 0,-3 3 4 0,-1 0 2 16,0-1-2-16,-1 1 1 0,0 0 5 15,-4 1-5-15,2-1 3 0,-2 2 2 0,-2 1-1 0,-2-2-1 16,2 0-1-16,-4 0 3 0,0 2 13 0,-2-4 14 15,-1 3 12-15,0-3 4 0,-1-1 10 0,0 1 4 16,0-4 14-16,1 2 20 0,-3-3-24 0,2 2 30 16,1-3-22-16,-2-2 15 0,11-1-28 0,-18 2-2 15,18-2-9-15,-19-3 8 0,10 3-29 0,1-3 14 16,-2-1-35-16,2 0 24 0,2 2-29 0,6 2 16 16,-13-7-30-16,13 7 9 0,-10-5-48 0,10 5-26 15,-9-7-62-15,9 7-64 0,-8-4-49 0,8 4-55 16,-5-5-70-16,5 5-92 0,0 0-83 0,0 0-420 15,0 0-553-15</inkml:trace>
  <inkml:trace contextRef="#ctx0" brushRef="#br0" timeOffset="39456.75">9444 16136 494 0,'-1'-12'479'15,"-1"1"-127"-15,1 3 2 0,1 0-68 0,-1-1 27 16,1 2-64-16,-1 1-7 0,1 6-45 0,-3-12-5 16,3 12-38-16,0-9 0 0,0 9-43 0,0 0 1 15,0 0-1-15,0 0 22 0,0 0-1 0,0 0 4 16,5 13-6-16,-4-4-18 0,1 6-9 0,-2-1-17 0,0 4-11 16,-3 2-6-16,2-1-6 0,0 3-7 15,-3 2-5-15,0-2-12 0,0 2 3 0,-2-4-1 16,2 1-8-16,-1-1-3 0,0-3 25 0,1-1-25 15,0-2 14-15,-1-3-25 0,2 0 23 0,1-2-28 0,1 0 36 16,-1-1-28-16,0-2 29 0,2-6-40 0,-2 7 30 16,2-7-38-16,0 0 24 0,0 0-35 15,8-3 34-15,-4-2-34 0,2-1 29 0,3 1-30 0,-2-2 31 16,0 0-34-16,5-1 28 0,-2 1-28 0,3-1 30 16,-2 0-29-16,2 3 26 0,1-1-32 0,0-1 27 15,0 3-19-15,-1 0 25 0,2 0-27 0,-2 2 27 16,1-1-30-16,0 0 28 0,-2 1-33 0,2 2 33 15,-4-2-28-15,4 2 29 0,-2-1-47 0,-12 1-12 16,19 0-52-16,-19 0-39 0,15 0-31 0,-15 0-43 16,17 0-50-16,-17 0-19 0,11 0-46 0,-11 0-72 15,0 0-19-15,18 0-93 0,-18 0-354 0,0 0-412 16</inkml:trace>
  <inkml:trace contextRef="#ctx0" brushRef="#br0" timeOffset="39707.21">9610 16106 585 0,'-6'-6'504'15,"1"0"-108"-15,5 6 0 0,-8-7-68 0,8 7-29 16,-8-4-75-16,8 4-17 0,-5-5-66 0,5 5 33 0,0 0-9 16,-7 9 10-16,4-3 0 0,3 1-11 0,0 5-2 15,-1 4-11-15,2 1-18 0,-1 3-23 0,1-2-10 16,1 7 2-16,0 0-16 0,-1-1-14 0,3 2-14 15,-3 1-12-15,2-3-13 0,-2 1-10 0,2 0 1 16,-2-2-6-16,2 1-2 0,-1 0-4 0,1-2-38 16,-2-3-73-16,-1 1-79 0,3-1-73 0,-1 0-72 15,-2-2-125-15,3 0-62 0,-2-2-503 0,0 1-617 16</inkml:trace>
  <inkml:trace contextRef="#ctx0" brushRef="#br0" timeOffset="40190.78">9242 17715 224 0,'-5'-9'609'0,"1"4"-145"16,0-2-76-16,2 0-52 0,-1 1-8 0,1-1-47 15,-1 1 1-15,2 0-38 0,-2 0-2 0,3 6-18 16,-1-11-16-16,1 11-16 0,-4-7-21 0,4 7-22 15,0 0-6-15,0-7 1 0,0 7-3 0,0 0 0 16,6 5-23-16,-6-5-1 0,8 12-11 0,-1-3-15 16,-4 1-12-16,4 2-12 0,-1 0-28 0,1-1 3 15,-2 0-3-15,0 1-6 0,1 0 0 0,0-4-16 16,0 1-10-16,-1-1 11 0,1-1-4 0,-2-2 15 16,4 0 11-16,-8-5 10 0,12 2-3 0,-12-2 11 0,18-7-23 15,-9-1-10-15,2-4 2 0,2-1-7 0,0-3 26 16,3-1-41-16,-2-4 15 0,2-1-52 15,1 0-14-15,3-5-39 0,1-2-38 0,-1 0-49 0,2 1-76 16,0-2-91-16,-3 1-57 0,5-1-41 0,-2 4-149 16,0-5-72-16,1-2-285 0,0 1-524 0</inkml:trace>
  <inkml:trace contextRef="#ctx0" brushRef="#br0" timeOffset="42323.9">10120 11558 320 0,'0'0'308'0,"0"0"-71"0,-1-6-3 0,1 6-67 0,0 0-6 16,0 0-57-16,0 0 3 0,0 0-47 0,0 0-15 15,0 0 29-15,0 0-29 0,0 0 62 0,0 0-40 16,-3 10 63-16,3-10-43 0,0 13 1 0,0-3-7 16,0 1 14-16,0 0-2 0,0 4 26 0,0-2-47 15,0 5 31-15,0 0-19 0,0 0 20 0,0 3-26 16,1 0 25-16,1 2-28 0,-2 1 8 0,1 0-25 16,-1 0 2-16,1 2-2 0,1-1 1 0,0 2 6 15,-1-1 6-15,-1 2 4 0,0-2-45 0,0 2 44 16,0-1-7-16,0 2-2 0,0 0 6 0,0-1 1 15,0 1-3-15,0-1 7 0,0 3-6 0,0 3-3 16,0-1 0-16,-1 0-3 0,-1 0-4 0,2 1-6 16,0 0-9-16,0 0-4 0,0-1-3 0,0 0-3 15,0 0-6-15,0 0 1 0,3 0-42 0,-3 0 48 0,1-1-36 16,2 2 46-16,-2-2-42 0,3-1 41 0,-2 3-45 16,0-1 45-16,1-3-44 0,-2 3 48 15,2-1-44-15,-1 2 35 0,-1-5-45 0,2 0 40 0,-3 0-4 16,4 0-4-16,-3 0 1 0,0-2-3 0,0 1-27 15,1-1 43-15,-1 0-37 0,-1-1 39 0,0 0-27 16,3-1 14-16,-3 2-38 0,2-1 38 0,-2-1-40 16,0 0 41-16,1 0-41 0,-2 0 41 0,4-1-44 15,-2 2 5-15,-1-3 2 0,3 3 4 0,-2-3 0 16,0 2 0-16,2-1 40 0,-2 1-49 0,2-1 43 16,-1 1-44-16,-1 0 41 0,1 0-39 0,0-3 39 15,-1 2-46-15,1 0 41 0,-1-2-34 0,2 0 33 16,-2 2-33-16,0-1 33 0,0 0-34 0,2-2 24 15,0 3-24-15,-1-2 34 0,-2 1-34 0,3 0 38 16,-2-1-37-16,0 0 35 0,3 2-39 0,-3-3 40 16,0 0-37-16,1 0 32 0,-1-2-30 0,0 2 30 15,1-1-33-15,0 0 4 0,-2 1 3 0,2-1 4 0,-1-1 6 16,0 3-8-16,-1-3 2 0,1 2 33 0,1 0-39 16,-1-2 33-16,0 1-37 0,1 1 32 15,-1 1-31-15,0-1 29 0,-1 0-37 0,0-1 37 0,3 0-5 16,-2-1-1-16,-1 1-7 0,4 0-2 0,-3 1 5 15,0-2 0-15,-1 0-1 0,3 0-1 0,-2-1-2 16,-1 2-6-16,1-2 5 0,2 2 2 0,-2-1-3 16,0-1 1-16,1 1-1 0,-1-1 0 0,2 0 2 15,-2 2-1-15,0-3 0 0,1 2 0 0,-1 0-21 16,0-2 25-16,3 3-16 0,-3-2 39 0,-1 0-29 16,3 0 28-16,-2 0-23 0,0-2 19 0,-1 2-14 15,3 1 13-15,-3-1-24 0,1 0 21 0,-1 1-26 16,3-1 21-16,-2 0-16 0,0 0 10 0,-1-1-17 15,0 2 19-15,3 0-1 0,-3-2-1 0,1 3-5 16,-1-2 1-16,1 0 1 0,1 0-2 0,-1 0 1 16,0 2-3-16,-1-3 4 0,0 2-2 0,1-1-1 15,-1 0 10-15,2 0 1 0,-2-1-4 0,1 0-1 0,-1 1-5 16,0-1-1-16,0 1-6 0,0 0 9 0,1-1 1 16,-1 0-3-16,3-1-3 0,-3 1 0 15,0 1-1-15,0-3 4 0,0 2 1 0,0-2-4 16,0 1 5-16,0-3-2 0,0 3 5 0,0-1-3 0,0 0 4 15,0-1-2-15,0 1 1 0,0-2-13 0,0 1 8 16,0-1-8-16,0 2 15 0,0-2-11 0,0 1 7 16,1-2-10-16,-1 3 9 0,0-1-1 0,-1-2-5 15,2 3 3-15,-1-2-1 0,0 0-1 0,1 0 1 16,-1 1-6-16,0 0 7 0,0-1-3 0,2 1 2 16,-1-2 0-16,-1 1 0 0,0-1-1 0,1 2-19 15,-1-1 22-15,1-2-1 0,1 4 0 0,-2-3-22 16,1-2 26-16,-1 3-27 0,3-2 30 0,-3 1-24 15,1-1 24-15,0-1-27 0,-1 1 29 0,1 0-28 16,1 0 24-16,-1-2-18 0,-1 0 25 0,0 2-26 16,3-2 25-16,-3 0-27 0,0-1 25 0,1 1-28 15,-1-1 27-15,1 1-27 0,-1-1 30 0,0 1-26 0,0-1 27 16,1-1-33-16,-1 2 32 0,2-2-27 0,-2 1 21 16,0 0-17-16,0 1 21 0,2-1-25 15,-2-2 22-15,0 4-19 0,0-3 20 0,0 2-1 16,0-1-25-16,0 0 27 0,0 0-31 0,1 0 33 0,-1 0-27 15,0-1 24-15,2 0-24 0,-2 2 29 0,0-3-28 16,0 3 20-16,0-2-21 0,0 1 25 0,0 0-26 16,0-1 28-16,1 2-3 0,-1-2-3 0,0 1-2 15,0 0 0-15,1 0-7 0,-1 0 4 0,0-1 0 16,0 0-3-16,0 2-2 0,0-3 1 0,0 3 3 16,0-2 0-16,0 0 0 0,0-7 2 0,0 14-4 15,0-8 1-15,0 1-4 0,0-7 1 0,0 13 4 16,0-5-2-16,0-1 3 0,1 0-3 0,-1-7-1 0,0 14 3 15,2-7-4-15,-4 0 2 0,2-2 2 16,2 3-2-16,-2-8-2 0,0 14-4 0,0-6 7 0,0-1-4 16,0-1-18-16,0-6 26 0,0 13-26 0,0-13 22 15,0 14-15-15,0-14 25 0,0 11-29 0,0-11 24 16,0 11-20-16,0-11 26 0,0 11-24 0,0-11 20 16,0 9-20-16,0-9 25 0,0 9-28 0,0-9 13 15,0 10-10-15,0-10 26 0,-2 7-28 0,2-7 28 16,2 7-28-16,-2-7 21 0,0 0-48 0,0 8 23 0,0-8-50 15,0 0 21-15,0 0-66 0,0 9 11 0,0-9-78 16,0 0-28-16,0 0-52 0,1 5-58 0,-1-5-44 16,0 0-63-16,0 0-109 0,0 0-45 0,0 0-433 15,0 0-615-15</inkml:trace>
  <inkml:trace contextRef="#ctx0" brushRef="#br0" timeOffset="44656.89">23581 9544 452 0,'0'0'438'16,"-4"-4"-27"-16,4 4-72 0,-3-5 38 15,3 5-30-15,-5-8-48 0,5 8-21 0,-1-6-15 0,1 6-14 16,-3-6-17-16,3 6-64 0,0 0 27 0,0 0-74 16,-5-6 21-16,5 6-75 0,0 0 24 0,0 0-60 15,0 0 37-15,-4 6-52 0,2 0 48 0,-1 1-44 16,2 2 42-16,-2 1-48 0,1-2 42 0,-1 2-55 16,1-1 42-16,1 0-52 0,-1 1 45 0,2-3-51 15,-1 0 44-15,0 2-45 0,2-3 55 0,-1-6-44 16,1 12 47-16,-1-12-38 0,8 7 57 0,-8-7-45 15,14 1 42-15,-4-2-48 0,3-3 37 0,1-1-44 16,5-5 37-16,4 0-51 0,3-3 44 0,-1-1-48 16,7-5 43-16,1 2-44 0,-2-2 40 0,2 0-39 15,-3 2 39-15,-5 2-45 0,2 1 40 0,-1-1-69 16,-1 1 21-16,-2 2-68 0,-5 2 17 0,1-2-68 16,0 4 30-16,-3-1-31 0,-2 2-23 0,-1 0-31 15,-2 0-32-15,2 2-44 0,-4 2-2 0,0-2-19 16,0 1-8-16,-2 0-14 0,-7 4-39 0,13-4-303 15,-13 4-173-15</inkml:trace>
  <inkml:trace contextRef="#ctx0" brushRef="#br0" timeOffset="49821.92">10768 12103 495 0,'6'-3'450'16,"-6"3"-40"-16,0 0-62 0,0 0-38 0,0 0-31 16,8-3-41-16,-8 3-26 0,0 0-17 0,0 0-13 15,0 0-2-15,0 0-10 0,0 0-7 0,0 0-11 16,0 0-15-16,0 0-24 0,0 0-22 0,0 0-16 15,0 0-18-15,-10 4-11 0,10-4-9 0,-14 4-8 16,14-4-4-16,-16 5-7 0,7-1-2 0,-2-3-1 0,1 0-3 16,-1 0-3-16,0 1 1 0,1 0-2 15,-2-2 2-15,1 1-6 0,0 0 2 0,11-1-2 16,-19 2-2-16,19-2 0 0,-17 1-1 0,17-1 1 16,-16 0-6-16,16 0-3 0,-14 3 0 0,14-3 1 0,-14 4 1 15,6 0 0-15,2 0 2 0,-3 3-37 0,4 0 47 16,0 1-2-16,-1 0 0 0,3 0-1 15,-1 0 2-15,0-1-5 0,2 3-1 0,-1-1 3 0,2-3-2 16,-1 2-1-16,1 0 0 0,1-2 4 0,0-6-5 16,-1 12 1-16,1-12 0 0,-1 12 0 0,1-12 0 15,-3 10 0-15,3-10 0 0,0 8-1 0,0-8 2 16,-1 8 0-16,1-8-2 0,-2 5 5 0,2-5 3 16,0 0 0-16,0 0-4 0,0 9 0 0,0-9 1 15,0 0 0-15,0 0 2 0,0 0 0 0,3 5-5 16,-3-5 0-16,0 0 1 0,0 0 1 0,13-2-2 15,-13 2 0-15,0 0 5 0,15 0-8 0,-15 0 2 16,12 0-1-16,-12 0 0 0,16 0 3 0,-16 0 1 16,18 2-3-16,-8 0 0 0,1-1-2 0,0 1 1 15,-1 1 0-15,1 1 1 0,-1-1 1 0,1 1-3 16,-2 1-1-16,3 0 1 0,-3 0 1 0,0 2-2 16,-2-2 3-16,2 2 5 0,-1 1-5 0,-3-1 6 0,1 0-7 15,2 1 5-15,-4-1-3 0,0 3 7 0,-2-4-8 16,-1 4 10-16,-1-2-8 0,-1 1 7 0,0 2-7 15,-3-1 8-15,0-2-4 0,-2 4 3 16,0-3-4-16,-2 2 13 0,-1-1 3 0,-1-1 16 0,-2-2 19 16,3 3-4-16,-5-3 6 0,4-1 12 0,-4 1 0 15,4-3 4-15,-2-2-4 0,-2 1-2 0,4-1-23 16,-3-1 15-16,-1 1 1 0,2-2-5 0,0-2-10 16,0 1-40-16,0-1 36 0,0-1 6 0,2 1-6 15,0 0-4-15,1-1-11 0,0-3-3 0,0 3-25 16,1 0-11-16,8 3 31 0,-13-5-38 0,13 5 34 15,-10-7-38-15,10 7-2 0,-9-5-49 0,9 5-55 16,-8-3-70-16,8 3-45 0,0 0-65 0,0 0-13 16,0 0-146-16,0 0-74 0,0 0-501 0,3 8-662 15</inkml:trace>
  <inkml:trace contextRef="#ctx0" brushRef="#br0" timeOffset="51688.8">10594 13422 145 0,'0'0'438'0,"0"0"-20"0,-6-4-90 15,6 4 1-15,-3-6-79 0,3 6-36 0,0 0 2 16,-4-8-69-16,4 8 22 0,3-10-41 0,-3 10 25 16,5-10-29-16,0 3 20 0,0 1-34 0,-1 0 14 15,3-1-37-15,1 2 6 0,0 0-25 0,0 0 9 16,2 0-20-16,-1 1 10 0,1 1-24 0,0 1 13 15,-10 2-19-15,18-1 7 0,-18 1-19 0,19 0 5 16,-19 0-15-16,17 3 12 0,-7-1-18 0,-1 3 7 16,-1-2-8-16,-2 2 12 0,2 0-13 0,-2 1 13 15,-1 0-14-15,-1 2 14 0,1-2-13 0,0 1 15 16,-2 0-10-16,-1-1 8 0,1 1-11 0,-3 1 11 16,1-2-10-16,-1 2 1 0,0-1-1 0,-1-1 3 15,1 2-3-15,-1-3 0 0,-1 2 2 0,1-1 0 16,-2 0 0-16,2-1 5 0,1-5 5 0,-6 10 5 0,6-10 5 15,-3 10 4-15,3-10 0 0,-2 7 6 0,2-7 1 16,-4 5-2-16,4-5 0 0,-3 7 0 0,3-7-3 16,0 0 0-16,-2 6-5 0,2-6-2 15,0 0-2-15,-4 4-1 0,4-4-2 0,0 0-5 0,0 0 6 16,0 0-7-16,-3 7-11 0,3-7 12 0,0 0 1 16,0 0-4-16,0 0-1 0,0 0 2 0,0 0-4 15,0 0-1-15,0 0-2 0,-2 5 0 0,2-5 0 16,0 0-1-16,0 0 7 0,0 0-11 0,0 0 3 15,0 0 2-15,0 0 2 0,0 0-4 0,0 0 2 16,0 0-2-16,0 0-2 0,0 0 0 0,0 0 2 16,0 0 1-16,0 0 0 0,0 0-1 0,0 0-1 15,0 0-4-15,0 0-4 0,0 0 4 0,0 0-1 16,0 0 0-16,0 0-2 0,0 0-9 0,0 0 8 16,0 0-3-16,0 0-1 0,0 0-1 0,0 0 0 15,0 0 1-15,0 0 0 0,0 0 3 0,0 0-1 16,0 0 1-16,0 0 0 0,0 0 4 0,-4-8-5 15,4 8 1-15,-1-6 0 0,1 6 0 0,-3-8-3 0,2 1 1 16,0 2 6-16,1 5-8 0,-3-14 7 0,1 6 0 16,-1-2 4-16,0 1 10 0,2-2 10 15,-3 2 15-15,2 0 12 0,-1-2 7 0,0 2 4 0,-1 0 6 16,1 0 2-16,1 1 5 0,-1 1 8 0,2 2-2 16,-2-2-10-16,3 7-13 0,-4-10-12 0,4 10-13 15,-4-7-13-15,4 7-6 0,-2-5-5 0,2 5-5 16,0 0 1-16,0 0-6 0,-3 9-1 0,3-1 4 15,0 1-1-15,0 6-1 0,0-1 2 0,0 3-12 16,0 2-8-16,0 0 12 0,0 1 14 0,0 2-11 16,1 1 10-16,-1-2-8 0,2 3 3 0,-2-3-5 15,1-1 10-15,-1-1-11 0,0 1 10 0,0-4-10 16,1 1 11-16,-1-4-12 0,0 0 6 0,0 0-2 16,2-2 7-16,-2-3-3 0,0 1 15 0,0-3 21 15,1 1 31-15,-1-7 19 0,1 10 8 0,-1-10-17 16,0 0-19-16,-2 7-11 0,2-7-12 0,0 0-7 15,-2-12-7-15,1 7-4 0,1-4-5 0,0-2-5 0,-1-2-2 16,1-1 0-16,-2-4-4 0,1-1-2 0,1-1 0 16,0-6-2-16,0 2-1 0,-3-2 0 15,3-2 0-15,-3 0-2 0,3 1 1 0,-3 4-1 0,2 0 1 16,1 1-1-16,-2 3 3 0,-1 2 0 0,3 3 4 16,-3 2 0-16,2 1-2 0,1 0-3 0,-1 1-6 15,1 4-2-15,-1-1-9 0,1 7 9 0,0 0-2 16,0 0 4-16,0 0-1 0,0 8 2 0,1 2 0 15,-1 1-2-15,0 4 8 0,1 2-3 0,0 2 0 16,2 1 0-16,-2 1 0 0,2 1 1 0,-2 0-1 16,2-3 1-16,-2 1-1 0,2-1 1 0,-2 0 3 15,1-2-3-15,-2 3-2 0,0-4 1 0,1-3 1 16,1-1-1-16,-1 2 2 0,-1-4-2 0,1-2 1 16,1 1-3-16,-5-2 3 0,4-1 2 0,1 0 0 15,-2-6-4-15,1 8-6 0,-1-8-6 0,0 0-1 0,0 0-2 16,3-8-2-16,-2 1 4 0,0 0 2 15,0-5-3-15,1 0 5 0,-2-2 0 0,1-3-3 0,-1-1 0 16,0-2 0-16,0-1-6 0,0 2 11 0,0-2 3 16,0 0-2-16,0 2 4 0,0 0-1 15,0 2 4-15,-1 4-1 0,1-1-1 0,-2 5-3 0,1-3-1 16,1 3-5-16,0 1-1 0,-1 0-4 0,1 8 4 16,-1-9 3-16,1 9-1 0,0 0 3 0,0 0 1 15,-4 9 2-15,2-1-5 0,1 1 4 0,0 3 4 16,1 0-4-16,-2 1 0 0,2 0 3 0,-1 0-3 15,1 0-45-15,0 1-26 0,0 2-50 0,0-2-11 16,0-1-68-16,1 2-43 0,1-3-103 0,-2 0-21 16,0 2-74-16,1-1-62 0,-1-2-112 0,1 0-551 15,1-1-781-15</inkml:trace>
  <inkml:trace contextRef="#ctx0" brushRef="#br0" timeOffset="52521.96">10621 14674 618 0,'0'0'510'16,"0"0"-35"-16,-13-5-46 0,13 5-6 0,0 0-61 0,-8-2-36 16,8 2-62-16,0 0-38 0,-6-5-51 15,6 5-34-15,0 0-31 0,0-11-22 0,0 11-15 16,5-9-11-16,-1 3 0 0,1-1-6 0,4-1 3 16,-4 1-9-16,4 2-9 0,-1-2-3 0,2 2-4 0,-1 0 0 15,0 0-2-15,1 2-1 0,-1 0-2 0,0 2-1 16,0-2-6-16,-9 3 0 0,15 0-2 15,-7 3-4-15,-8-3-1 0,15 4-3 0,-6 1-3 0,-5 1 0 16,4 1-1-16,-6 2 0 0,2 0-4 0,-1 1 3 16,-3 2-3-16,0 0 0 0,-3 0-1 15,2 2 2-15,-4 2-3 0,-2-1-1 0,2-1 1 0,-3 2 1 16,1 0-4-16,-3-2 4 0,2 1-1 0,-1-4 3 16,1 1-2-16,-2-2 8 0,1 0 18 0,3-2 25 15,-2 0-7-15,3-1 35 0,0-2-7 0,0 1 0 16,5-6-11-16,-8 7-7 0,8-7-13 0,-6 5-6 15,6-5-10-15,0 0-29 0,0 0 23 0,0 0-3 16,0 0-7-16,3-6-3 0,-3 6-1 0,8-6-4 16,-8 6-1-16,12-5-2 0,-12 5 1 0,14-4-3 15,-14 4 0-15,15-2 2 0,-15 2-8 0,17 1 7 16,-17-1 0-16,18 2 7 0,-10 4-7 0,1-3 4 16,1 2 0-16,-4-1-7 0,4 4 9 0,-4-2 0 0,1 3 1 15,-2-1 0-15,1 1 1 0,-2 2 1 0,-1-2-3 16,-2 1 6-16,-1 1 0 0,0 0 3 15,-1 0 2-15,-2-1-4 0,-1 0 9 0,-2 2 1 16,0-2-1-16,-1-2 7 0,-2 2 7 0,0-4-4 0,2 2 8 16,-2-4-3-16,-3 1-2 0,2-1-2 0,2-1-7 15,-3 1 0-15,1-3-10 0,10-1 3 0,-18 3-5 16,18-3-2-16,-18 0-4 0,18 0-11 0,-18-3-13 16,18 3-18-16,-14-2-24 0,14 2-39 0,-13-3-54 15,13 3-54-15,-11-3-46 0,11 3-79 0,-9-1-41 16,9 1-113-16,0 0-59 0,0 0-57 0,-16 1-356 15,16-1-543-15</inkml:trace>
  <inkml:trace contextRef="#ctx0" brushRef="#br0" timeOffset="53038.87">10608 16165 233 0,'-1'-8'629'16,"-3"1"-187"-16,3 0-33 0,-2-3-73 0,1 3-8 15,-1-3-64-15,3 3-3 0,-1 0-55 0,-2-1-9 16,3 8-47-16,-1-11-12 0,1 11-26 0,-1-11 12 15,1 11-22-15,-2-7 10 0,2 7-18 0,-1-7 9 16,1 7 4-16,0 0 8 0,0 0-2 0,0 0-2 16,0 0-2-16,3 10-5 0,-5-3-27 0,1 1 10 15,1 1-32-15,-1 3 2 0,1-3-18 0,-3 4 16 16,2 0-32-16,-1-2 20 0,0 4-32 0,1-3 22 16,0-1-24-16,-1 2 17 0,1-2-27 0,1-3 26 15,0 0-25-15,0 1 34 0,1-3-34 0,1 2 51 16,0-3-37-16,2 1 43 0,1-2-43 0,0 1 48 0,0-2-49 15,-5-3 43-15,15 7-46 0,-5-5 20 16,-1 1-24-16,1-1 44 0,1-1-52 0,1-1 44 16,0 0-45-16,0 0 42 0,1-1-42 0,1-1 37 0,-1 2-46 15,1-3 28-15,-1 1 16 0,-1 0-6 0,1 1-4 16,2 0-1-16,-4 0-9 0,0-1-1 16,2 1-3-16,-3 1-3 0,-10 0-3 0,19 0 2 0,-19 0-1 15,18 0-9-15,-18 0-17 0,14 0-13 0,-14 0-36 16,13 1-48-16,-13-1-65 0,13 2-80 0,-13-2-62 15,0 0-63-15,10 3-92 0,-10-3-96 0,0 0-553 16,0 0-745-16</inkml:trace>
  <inkml:trace contextRef="#ctx0" brushRef="#br0" timeOffset="53288.83">10768 16025 761 0,'-5'-6'621'0,"5"6"-119"15,-9-7-88-15,9 7-44 0,-8-1-39 16,8 1-5-16,-6 4-15 0,6-4-14 0,-3 12-34 16,3-3-33-16,1 3-26 0,1-1-18 0,0 5-22 15,2 1-17-15,0 0-16 0,-1 1-54 0,0 3 20 0,4 0-58 16,-4 1 27-16,3-1-45 0,-3 0 33 0,3 0-46 16,-1-1 35-16,1 1-46 0,-2-1 31 15,1-2-66-15,-1-1-16 0,0 1-63 0,0-1-62 0,-2-1-60 16,2-1-63-16,0 0-50 0,-2 2-105 0,1-3-80 15,-2 3-54-15,0-5-296 0,1 2-447 0</inkml:trace>
  <inkml:trace contextRef="#ctx0" brushRef="#br0" timeOffset="53671.81">10508 17441 397 0,'0'0'814'0,"-6"8"-231"16,6-8-91-16,-4 12-100 0,2-6-53 15,-1 2-34-15,2-2-29 0,-1 5-37 0,2-2-36 16,2 2-48-16,-2 0-21 0,1 0-28 0,0-1-20 0,2 2-14 15,-2-3-9-15,3 1-11 0,-1 1-16 0,-1-3-30 16,2 2 28-16,-1-3-32 0,0-1 27 0,4 1-1 16,-2-2-34-16,-5-5 32 0,10 7 12 0,-10-7 4 15,18 0-7-15,-18 0-3 0,19-3-2 0,-9-1-5 16,3 0-24-16,1-5 39 0,2-3-20 0,0-2 10 16,2-6-20-16,1-1-24 0,4-5 24 0,-2-2-2 15,2-5-2-15,-2 1-18 0,2-3-22 0,-3 2-36 16,1 0-52-16,0-2-72 0,-1-3-55 0,-2 5-54 15,0-1-72-15,1 0-66 0,0-1-36 0,-1 2-434 16,3 1-476-16</inkml:trace>
  <inkml:trace contextRef="#ctx0" brushRef="#br0" timeOffset="55604.78">11362 11693 275 0,'0'0'269'0,"-1"-6"-30"0,1 6-24 16,-2-7-23-16,2 7-26 0,0 0-13 0,-1-9-3 15,1 9-2-15,0 0-41 0,-2-7 46 0,2 7-50 16,0 0 37-16,0 0-57 0,-3-7 36 0,3 7-45 16,0 0 38-16,0 0-42 0,-1-6 25 0,1 6-41 0,0 0 24 15,0 0-37-15,0 0 16 0,0 0-31 0,0 0 20 16,0 0-34-16,0 0 22 0,0 0-34 15,0 0 25-15,0 0-25 0,0 0 41 0,-8 6-13 16,8-6 31-16,-1 12-17 0,-1-2 16 0,1-1-22 0,1 3 14 16,0 1 5-16,0 0 13 0,0 4-25 0,0 1 18 15,1 1-8-15,2 4 15 0,-3 0-23 0,4 3 18 16,-3-1-12-16,2 3 4 0,-2 0-3 0,3 4 3 16,-3 0 9-16,3 2-3 0,-1 0-6 0,-1 1 8 15,2 1 1-15,-3-2-2 0,3 1-5 0,-3 1-4 16,2-1-5-16,-2 3 26 0,0-1-14 0,1-2-15 15,-1 1-2-15,-1 0 5 0,0 0-4 0,0 2-6 16,0-3 4-16,-1 2-1 0,1-2-38 0,0 1 44 16,-2-2-38-16,1 3 44 0,1-3-47 0,0 1 41 15,-1 0-44-15,1 1 40 0,0-1-29 0,0-1 23 16,1 1-10-16,-1-1 2 0,0 0-1 0,1-1-4 16,1-1 2-16,-2 2 4 0,1-5-5 0,0 0 1 15,1-2 0-15,-1 2 5 0,0-2-4 0,-1 1-28 0,0-1 19 16,3-1-24-16,-2 0 35 0,0-1-37 15,1 4 33-15,1-5-27 0,-3 1 24 0,4 4-28 16,-3-4 30-16,-1 3-32 0,4-2 30 0,-4 1-34 0,4-2 30 16,-3 2-29-16,2-1 30 0,-2 0-5 0,2-1-2 15,-2 1 1-15,0-1-2 0,1-1 2 0,-1 1-8 16,0 0 10-16,2 1 4 0,-2-3 4 0,-1 2 0 16,1-2-7-16,-1 1-5 0,0 1 2 0,0-1-1 15,0 0-2-15,0 0-3 0,0 0 0 0,0 0-23 16,0 1 21-16,0 1-14 0,-1-2 21 0,1 0-20 15,-1 1 19-15,1 1-16 0,-4 1 11 0,4-1-16 16,-1-1 23-16,-2 1-23 0,3-1 20 0,-2-1 1 16,2 2-4-16,-3-1-7 0,0-1 4 0,2 2 1 15,0-3 0-15,-2 0-2 0,3 1-3 0,-2-2 5 16,-1-1-5-16,3 0 4 0,-1-2 8 0,-2 1 7 16,3 1 4-16,-2-2-6 0,1 1 0 0,-1-2 4 15,1 3-1-15,1-2-1 0,-1 0 1 0,1 1-4 0,0-1 8 16,-2 1 0-16,1-2-5 0,1 3-7 15,0-2 5-15,0 1-8 0,-1-1 4 0,1 2-6 16,-1-1 7-16,1 1-8 0,-2 0 6 0,1 0-7 0,1 3 1 16,0-1-2-16,0 1 7 0,0 0-3 0,-1 1 8 15,1-2 0-15,0-1 3 0,-2 1-4 0,2-4 7 16,0 3 1-16,0 3-2 0,2-4-1 0,-2 1-2 16,0-1 4-16,1 0 0 0,-1 1 4 0,0-1-5 15,1-2 3-15,1 2 0 0,0-1 1 0,-2 1-4 16,1-1 7-16,-2-2 0 0,4 2-3 0,-2-2 1 15,-1 0 4-15,3 0-1 0,-2-1-4 0,1 0-3 16,1 0-7-16,-2-2 5 0,-1 1-3 0,1 1 2 16,1-1-5-16,0 0 1 0,-2-1-2 0,0-1 1 15,1 1-4-15,1-2 2 0,-1 1-3 0,-1 0 1 16,3 1-4-16,-1-3 3 0,-2 2-4 0,0 0 2 16,0 1 0-16,0-1-6 0,0 0 10 0,2-2-3 15,-2 4-13-15,1-2 17 0,-1-1-2 0,0 0 0 0,1 3-4 16,-1 1 0-16,1-3-6 0,1 2 7 15,-1-1-2-15,0 0-2 0,3 1 0 0,-3-1 2 16,0 1 1-16,2-2-11 0,0 0 11 0,-1 2-2 0,-2 0 0 16,3-2 2-16,-2 0-1 0,2 1 1 0,-1 1-1 15,1-3-1-15,-2-2 0 0,0 2-2 0,2 1 2 16,1-3-5-16,-3 1 0 0,0 0 4 0,2-2 1 16,-2 2-2-16,2-2-2 0,-2 1 1 0,0-2-1 15,0 0 3-15,1 2 1 0,-1-5-2 0,0 2-1 16,1 1-1-16,-1-3-1 0,0 3-4 0,-1-4 5 15,0-5 2-15,1 14-1 0,1-9 0 0,-2-5 0 16,1 13 0-16,-1-13-1 0,0 12 0 0,0-12 4 16,0 12-4-16,0-12-1 0,1 13-1 0,-1-13-4 15,2 11 9-15,-2-11-3 0,2 12 1 0,-1-3 0 16,-1-9 1-16,0 12 0 0,0-12-7 0,1 11 6 16,1-4 0-16,-2-7 0 0,0 10-2 0,0-10 0 15,1 11-5-15,-1-11 8 0,0 10 0 0,0-10-1 0,3 11-2 16,-3-11 2-16,0 11 6 0,0-11-6 15,2 10 4-15,-2-10-6 0,0 9-8 0,0-9 9 0,2 8-4 16,-2-8-5-16,1 8-2 0,-1-8 9 0,1 6-1 16,-1-6 0-16,0 8 3 0,0-8-1 0,1 8-2 15,-1-8 3-15,3 10-1 0,-3-10 1 0,0 12-2 16,0-12-2-16,1 11 1 0,-1-11 0 0,2 12 5 16,-2-12-1-16,1 12-2 0,-1-12-3 0,0 10-6 15,0-10 0-15,1 7 1 0,-1-7-1 0,0 8-4 0,0-8-1 16,1 6-7-16,-1-6 1 0,0 0 2 0,2 8-4 15,-2-8 9-15,0 0-4 0,0 0-3 0,1 7-6 16,-1-7 1-16,0 0-8 0,0 0-20 0,0 0-21 16,0 0-48-16,0 5 5 0,0-5-68 0,0 0 28 15,0 0-68-15,0 0-51 0,0 0-57 0,6-3-57 0,-6 3-63 16,1-7-110-16,-1 7-119 0,2-12-392 0,-2 12-692 16</inkml:trace>
  <inkml:trace contextRef="#ctx0" brushRef="#br0" timeOffset="57104.98">24430 9590 249 0,'0'0'472'0,"2"-5"-56"0,-2 5-16 15,0 0-11-15,2-9-29 0,-2 9-60 0,0 0-46 16,0 0-51-16,0-8-37 0,0 8-35 0,0 0-24 15,0 0-4-15,0 0 33 0,0 0 0 0,1 8-6 16,-1-8 0-16,2 9-18 0,-2-9-13 0,2 12-10 16,-2-12-6-16,2 10-8 0,0-3 3 0,-2-7-2 15,3 8 1-15,1-1-44 0,1-2 40 0,0 0-35 16,1-3 47-16,3 1-48 0,4-1 45 0,2-4-56 16,4 1 32-16,6-3-53 0,0-1 41 0,8-4-48 15,-1 3 38-15,0-3 1 0,1-2-9 0,5-1-2 16,-6 3 9-16,-2-4 8 0,2 3-5 0,-2-1-7 15,-1-1-1-15,-2 2-38 0,-4 1 33 0,-3 0-33 16,1 1 31-16,-5 1-39 0,-2 1 40 0,-1-1-42 0,0 3 42 16,-3 1-38-16,0-1 30 0,-3-1-59 15,0 2 1-15,-7 3-47 0,13-4-55 0,-13 4-63 16,10-4-45-16,-10 4-79 0,0 0-40 0,12-1-110 16,-12 1-48-16,0 0-445 0,0 0-566 0</inkml:trace>
  <inkml:trace contextRef="#ctx0" brushRef="#br0" timeOffset="58904.98">12016 12000 50 0,'12'-3'287'0,"-12"3"-76"0,14-1-40 0,-14 1-29 15,13-3-22-15,-13 3-8 0,15-4-6 0,-15 4-7 0,14-3 1 16,-14 3 0-16,18-3 4 0,-18 3 5 0,14-3-25 16,-14 3 54-16,14-1-30 0,-14 1 61 15,10-3-44-15,-10 3 37 0,9-1-33 0,-9 1 32 0,0 0-29 16,11-3 18-16,-11 3-26 0,0 0 14 0,0 0-14 16,0 0-3-16,11-1-29 0,-11 1 2 0,0 0-30 15,0 0 5-15,-5 5-25 0,5-5 2 0,-13 3-18 16,13-3 10-16,-17 7-17 0,6-5 12 0,-2 1-16 15,0 2-4-15,-3-1-1 0,0 0 0 0,1-3-2 16,1 4 1-16,-3-2-3 0,4-1 5 0,1 1-7 16,0-2 1-16,-2 2 1 0,4-3-1 0,0 3-2 15,10-3-3-15,-18 0 6 0,18 0-7 0,-16 1 0 16,16-1-1-16,-13 3 0 0,13-3-5 0,-11 2 2 16,11-2 3-16,-11 5-4 0,11-5 3 0,-10 7-2 15,3-2 3-15,3 1 0 0,-1 0-2 0,0 0 1 16,0 1 3-16,1 0-2 0,2 0 0 0,-1-1 0 15,-1 1 1-15,3 0-42 0,-2 0 48 0,2-4-42 0,-3 5 51 16,4-8-44-16,-2 11 47 0,2-11-46 0,-1 10 53 16,1-10-51-16,-3 9 47 0,3-9-46 15,-1 7 50-15,1-7-47 0,-3 6 49 0,3-6-48 0,0 0 48 16,0 7-42-16,0-7 47 0,0 0-46 0,0 0 45 16,0 0-47-16,0 0 45 0,7 2-50 0,-7-2 47 15,7-2-46-15,-7 2 43 0,10-3-3 0,-10 3 6 16,13-5-15-16,-13 5-1 0,17-4 0 0,-17 4-1 15,19-1 2-15,-19 1 0 0,19-2-3 0,-6 2-1 16,-2 2-2-16,2 0 1 0,-1 1-1 0,-1 1 0 16,2 0 5-16,0 0-7 0,0 3 1 0,-1-1 0 15,-3 0 2-15,4 4-3 0,-4-2 4 0,1 2 2 16,-2-1-2-16,-2 3 0 0,1-4-1 0,-2 2 8 16,-1 1-3-16,-2 0 10 0,-1 1-4 0,1-1 6 15,-4 1-3-15,1 0 13 0,-1-2 17 0,-2 4 8 16,-3-3 10-16,1 0 4 0,-3 2 0 0,0-4 2 15,-1 3 8-15,-3-5 1 0,3 3 3 0,-2-4-4 16,0 3-28-16,1-4 37 0,-3-1-33 0,4-1 31 0,0 1-25 16,-3-2 21-16,3 1-26 0,-3-2 17 15,3-1-22-15,10 0 6 0,-21 0-22 0,11-1 4 16,1-2-15-16,0 2 5 0,-1-2-19 0,10 3 11 0,-13-5-17 16,13 5 7-16,-14-2-20 0,14 2-9 0,-10-4-58 15,10 4-4-15,-8-3-89 0,8 3-30 0,-10-3-85 16,10 3-71-16,0 0-30 0,0 0-102 0,0 0-76 15,-5 3-598-15,5-3-773 0</inkml:trace>
  <inkml:trace contextRef="#ctx0" brushRef="#br0" timeOffset="59388">11946 13409 21 0,'1'-8'488'16,"3"1"-101"-16,-1 0 23 0,-1-3-53 0,1 3 25 16,-2-2-30-16,2 1 6 0,-1 1-8 0,-1 0 4 15,1 0 0-15,-2 7-9 0,2-10-30 0,-2 10-69 16,2-10-8-16,-2 10-41 0,2-5-42 0,-2 5-33 16,0 0-16-16,0 0-9 0,0 0 4 0,0 8 8 15,0 1 0-15,-1 3-2 0,0 0-7 0,-2 5-11 16,2 0-18-16,-2 0-6 0,3 2-16 0,-2-2-3 15,-1 3-12-15,2-1 5 0,-1 0-8 0,1-1-3 16,0 0-8-16,0-1-2 0,-2 1-3 0,2-2-4 16,-1 1 2-16,1-5-3 0,1 2-3 0,-1-2 3 15,-1-1-6-15,0 0 2 0,2-2-4 0,-1 0 4 16,0-1-8-16,-1-2-24 0,2-6-58 0,-1 12-31 16,1-12-84-16,0 10-36 0,0-10-121 0,0 10-32 0,0-10-98 15,0 0-93-15,-1 9-157 0,1-9-368 0,0 0-719 16</inkml:trace>
  <inkml:trace contextRef="#ctx0" brushRef="#br0" timeOffset="60471.07">11906 14558 238 0,'0'0'375'0,"0"0"-43"0,0 0-71 0,-9 4 27 15,9-4-54-15,0 0 39 0,0 0-58 0,0 0 24 16,0 0-49-16,-10 1 20 0,10-1-13 0,0 0 4 16,0 0-37-16,0 0-6 0,0 0-38 0,0 0-8 15,0 0-32-15,1-6 3 0,-1 6-16 0,7-5 13 16,-7 5-16-16,10-6 0 0,-2 3-7 0,1 0-11 16,0-1-2-16,1 3-10 0,0 0-2 0,2 0 4 15,-1 1-6-15,2 0 4 0,-2 1-6 0,2 1 12 16,-1 0-12-16,-1 0 0 0,1 3-9 0,-1-2 2 15,-1 2-6-15,-1 0-8 0,-1 1 5 0,0 0-1 16,-1-1-3-16,1 3 0 0,-3-1 0 0,-1 2 1 16,-1-1 3-16,-1-1-2 0,-2 3-1 0,-2-1 0 15,0 3-3-15,-3-3 1 0,-1 3-6 0,-2 1 4 0,-2-1 0 16,-2 4-2-16,-3-1-3 0,2 0 0 0,-2-1 4 16,-1-1-10-16,0 3 8 0,1-3-13 15,-2 2 15-15,0-2-1 0,1 1 0 0,0-1-2 16,1 1 2-16,1-4-2 0,0 1 0 0,2-2 1 0,2 1-2 15,-1-3 1-15,3 0 1 0,0 0-6 0,1-1 7 16,-1-2 3-16,4 1 1 0,4-5-3 0,-9 7 10 16,9-7 3-16,-6 5 3 0,6-5-8 0,0 0 3 15,0 0-7-15,0 0 0 0,0 0-4 0,0 0 5 16,1-8-7-16,-1 8 3 0,9-6-5 0,-1 3 11 16,0-1-6-16,2 1 13 0,-1 0-16 0,2 0 13 15,1 1-3-15,-1 0 14 0,3-1-13 0,-1 2 21 16,0 1-14-16,2-1 19 0,-1-1-25 0,1 2 22 15,0-1-28-15,1 1 19 0,-3-1-26 0,2 1 22 16,-2 0-25-16,1 0 18 0,-1 0-22 0,-1 0 20 16,0 0-40-16,-12 0-30 0,23 0-65 0,-23 0-64 15,19 1-69-15,-7 0-58 0,-12-1-105 0,18 4-71 16,-7-1-597-16,-3 0-703 0</inkml:trace>
  <inkml:trace contextRef="#ctx0" brushRef="#br0" timeOffset="61704.18">12037 15962 4 0,'0'0'437'0,"-4"-8"-90"0,4 8 7 16,-4-11-63-16,4 11-10 0,-1-9-31 0,1 9-20 15,-3-9-11-15,3 9-13 0,0-8 5 0,0 8-15 16,-2-6-3-16,2 6-37 0,-2-6-18 0,2 6-32 16,0 0-13-16,0 0-31 0,-5-5 4 0,5 5 7 15,-4 6 43-15,0 2-3 0,-2 1 19 0,0 2-4 16,-2 4-11-16,-2 2-4 0,-3 0-15 0,3 3-8 16,-5 1-9-16,2 0-9 0,0-3-9 0,2 0-13 0,-1-1-4 15,1 0-8-15,2-1-6 0,0-4-7 0,0-1-9 16,2 0 0-16,2-1-1 0,0-2-8 15,1 0 3-15,-1 0 2 0,0-2-2 0,3-2-6 16,2-4 4-16,-7 11 20 0,7-11 7 0,-4 7 1 0,4-7 2 16,-4 7 4-16,4-7-9 0,-2 6-2 0,2-6 4 15,0 0-7-15,-4 5-2 0,4-5-5 0,0 0 6 16,-4 7-6-16,4-7 1 0,0 0 2 0,0 0-4 16,0 0 6-16,-1 5-10 0,1-5 6 0,0 0 0 15,0 0 3-15,0 0-2 0,0 0 2 0,0 0-3 16,0 0-3-16,-5 5 0 0,5-5-4 0,0 0-3 15,0 0 0-15,0 0-2 0,0 0-4 0,0 0 7 16,0 0 7-16,0 0-1 0,0 0 9 0,0 0 5 16,0 0 1-16,0 0 0 0,0 0 5 0,0 0-7 15,0 0 4-15,0 0-2 0,0 0 0 0,0 0-3 0,0 0-1 16,0 0 5-16,0 0-11 0,0 0 0 16,0 0-5-16,-5 4-1 0,5-4-4 0,0 0 1 15,0 0-7-15,0 0-7 0,0 0 8 0,0 0 3 0,0 0-21 16,0 0 16-16,0 0-1 0,0 0-5 0,0 0 6 15,0 0-5-15,0 0 0 0,0 0-1 16,0 0 0-16,0 0 1 0,0 0-4 0,0 0 9 0,0 0-6 16,0 0-1-16,0 0-1 0,0 0 5 0,0 0-5 15,0 0-1-15,0 0 2 0,0 0 4 0,0 0-6 16,0 0 0-16,0 0 6 0,0 0-8 16,0 0 3-16,0 0 0 0,0 0 3 0,0 0-5 0,0 0 3 15,0 0 3-15,0 0-8 0,0 0 5 0,0 0-1 16,0 0 2-16,0 0-1 0,0 0 1 0,0 0-1 15,0 0 0-15,0 0 0 0,0 0-2 0,0 0 2 16,0 0-2-16,2-5 1 0,-2 5-2 0,0 0 1 16,0 0 4-16,0 0-2 0,0 0 0 0,0 0 0 15,0 0-1-15,0 0-2 0,0 0 5 0,0 0-2 16,0 0 1-16,0 0-1 0,0 0 1 0,0 0 0 16,0 0 3-16,0 0-4 0,0 0 1 0,0 0 4 15,0 0-7-15,0 0 2 0,0 0-2 0,0 0 1 0,0 0 2 16,0 0 0-16,0 0-3 0,0 0 0 15,0 0 1-15,0 0-7 0,0 0-10 0,0 0-48 16,0 0-39-16,0 0-46 0,0 0-34 0,0 0-32 16,0 0-52-16,0 0-66 0,0 0-30 0,0 0-48 0,8-4-102 15,-8 4-48-15,0 0-520 0,6-3-702 0</inkml:trace>
  <inkml:trace contextRef="#ctx0" brushRef="#br0" timeOffset="63353.71">11817 16254 15 0,'0'0'333'0,"-10"1"-55"16,10-1-25-16,-11 2-8 0,11-2-16 0,-11 2-44 16,11-2 26-16,0 0-29 0,-10 2 7 0,10-2-10 15,0 0-24-15,-11 1-6 0,11-1-20 0,0 0 6 16,0 0-31-16,-11 2 8 0,11-2-16 0,0 0 0 15,0 0-23-15,0 0 3 0,0 0-7 0,0 0 21 16,0 0 2-16,11 2 24 0,-11-2-17 0,17 0 17 16,-3-1-20-16,0 0 14 0,-1 1-21 0,6-2 15 15,0 2-38-15,-2 0 17 0,5-1-30 0,-2 0 16 0,2 0-26 16,0-1 14-16,-1 1-27 0,2-1 17 0,-2 2-11 16,0-3 19-16,1 2-17 0,-3-2 9 15,2-1-1-15,-2 3-9 0,-4-1-14 0,0 0 6 0,-2 1-8 16,-1-1 2-16,1 1-1 0,-13 1 3 15,18-2 1-15,-18 2-10 0,16-2 12 0,-16 2-4 0,12-2-5 16,-12 2-2-16,11-2-3 0,-11 2-16 16,0 0 16-16,12-1-4 0,-12 1-6 0,6-2-7 0,-6 2-24 15,0 0-37-15,0 0-77 0,11-1-31 0,-11 1-83 16,0 0-46-16,0 0-48 0,0 0-96 0,0 0-30 16,0 0-82-16,0 0-275 0,0 0-371 0</inkml:trace>
  <inkml:trace contextRef="#ctx0" brushRef="#br0" timeOffset="63653.98">12132 16026 31 0,'-8'-10'602'0,"1"4"-175"0,1-1-29 0,1 2-35 0,-2 0-31 16,1-1-19-16,2 0-50 0,4 6-35 15,-9-7-53-15,9 7-29 0,-8-5-42 0,8 5-15 0,0 0-36 16,-11-3 8-16,11 3 17 0,-4 7 22 0,2-1 9 15,0 3 16-15,1 3-7 0,-2 4-2 0,2 1-1 16,0 3-22-16,0 2-24 0,-2 2 16 0,2 1-31 16,-2 1 15-16,3-1-27 0,-1 0 14 15,0 0-33-15,-2 1 20 0,3-3-31 0,-1 1-5 0,0-2 4 16,1-1 18-16,0-3-26 0,0 0 12 0,0-1-14 16,0 1 20-16,0-4-33 0,0-1-37 0,0-2-73 15,1 4-54-15,0-6-81 0,-1 3-49 0,0-3-57 16,3 0-90-16,-3-2-95 0,1-1-301 0,-1-6-394 15</inkml:trace>
  <inkml:trace contextRef="#ctx0" brushRef="#br0" timeOffset="64637.14">11585 17706 301 0,'0'-7'424'0,"2"-1"-95"0,-4-1 10 16,2 1-57-16,0 1-21 0,0 0-3 0,0-2-20 0,0 9-20 16,0-10-9-16,0 10-9 0,0-10-3 0,0 10-7 15,-1-8-12-15,1 8-15 0,0 0-19 0,0-7-16 16,0 7-6-16,0 0 3 0,0 0 0 0,7 3-13 16,-7-3-9-16,6 10-12 0,-2-3-15 0,0 2-12 15,0-2-18-15,1 2-1 0,-2-1-9 0,3 0-7 16,-4-1-8-16,2 0-2 0,1-2-5 15,-1 1-10-15,1-2 7 0,0-2-1 0,-5-2-3 0,13 4 0 16,-13-4-4-16,20-6-2 0,-8 1-5 0,7-6-10 16,-2-5-11-16,3-2-19 0,6-7-33 0,-1-2-38 15,1-3-45-15,-2 0-56 0,3-4-36 0,0-1-44 16,2-7-88-16,3 0-36 0,-2-2-99 0,0-1-303 16,0 1-359-16</inkml:trace>
  <inkml:trace contextRef="#ctx0" brushRef="#br0" timeOffset="66503.09">12502 11652 75 0,'0'0'196'16,"1"-11"-19"-16,2 5-22 0,-3 6-19 0,2-13-11 15,-2 6-18-15,0 7 13 0,3-12-17 0,-2 3 3 16,-1 4-14-16,3-2 17 0,-2 0 7 0,-1 7-11 15,1-11-32-15,-1 11 24 0,3-9-46 0,-3 9 18 16,1-8-48-16,-1 8 24 0,0 0-41 0,4-5 28 16,-4 5-25-16,0 0 58 0,0 0-26 0,4 5 43 15,-4-5-34-15,2 11 33 0,1-6-35 0,-1 4 44 16,1 0-41-16,-2 2 31 0,3 0-11 0,-1 1 3 16,-1 2-4-16,2 3-2 0,0-1 8 0,-2 2-5 15,2 4-4-15,-1 1 5 0,-1 0-9 0,1 2 1 16,-1 0 0-16,1 2-15 0,-2-1 13 0,1 0-19 15,0 2 13-15,-2 0-14 0,0 1 5 0,1-2 8 0,2 3 0 16,-3-1 9-16,1 3-18 0,-1-2 17 16,0 3-15-16,0 1 12 0,0 0-18 0,0 2 2 15,-1-2-5-15,1 0 10 0,0 2-6 0,-3-1 4 0,3 0-17 16,0 2 5-16,0-3-9 0,3 1 7 0,-3-1-8 16,1-2 2-16,0 1-1 0,2 1 8 0,-2-1 4 15,2 0-2-15,-2-1 4 0,2 2-2 0,-1-1-6 16,1 1-2-16,-1-4 0 0,2 3-3 0,-2 1 4 15,1 0 1-15,0-2-2 0,-2 1 4 0,3 1-5 16,-3-2 4-16,3-1-11 0,-1 1 15 0,-1 1-10 16,2-1-8-16,-1-1 15 0,-1 1-7 0,2-1-1 15,-2-2 0-15,2 0-3 0,-2-2-7 0,0 6-35 16,1-3 47-16,-1-1-41 0,1 2 43 0,-1 1-41 16,1-3 42-16,0 5-3 0,-1-3-1 0,3 1-1 15,-2 1-2-15,-1-1 2 0,1 1-4 0,1 0-10 16,-2 0 7-16,2 1-3 0,-1-1-2 0,-1 0 2 15,2 0-2-15,0-1 0 0,-2 1-8 0,2 1 8 0,-1-5 6 16,-1 1-4-16,2-2-36 0,-1-2 43 0,-1 0-37 16,2 2 46-16,1 1-41 0,-2-1 46 0,1-2-40 15,-2 1 39-15,2-1-38 0,-1 0 26 16,0 4-1-16,1-3-2 0,1 3-4 0,-1 0-2 0,1 0-1 16,-1-2-6-16,1 3 1 0,-1-3-2 0,0 2 0 15,1-5-1-15,-1 3 4 0,0-3-13 0,-2 0 9 16,2 3-4-16,1-4 4 0,-2 0 0 0,1 1-1 15,-1-1 1-15,0 0-2 0,1 0 3 0,0-1-33 16,-2 0 7-16,1-1 46 0,-1 1-26 0,1-1 25 16,-2-2-29-16,3 2 28 0,-1 2-31 0,0-2 33 15,0 1-4-15,-2-1-4 0,2 1-12 0,-1 0 6 16,1-1-1-16,-2 2-5 0,2-2 1 0,-1 1-4 16,1 0-4-16,-2-1 8 0,2-2-2 0,-2 1 0 15,0-2 1-15,2 1-6 0,-1 0 3 0,-2 1-4 16,0-1 6-16,3-1 3 0,-2 1 0 0,-1-1-1 15,1 0-4-15,1-1 6 0,0 2-3 0,-2-2 1 0,0 0-2 16,1 0-1-16,1 1 0 0,-1-1-9 0,-1 1 7 16,0 0 5-16,1-2-3 0,-1-1 1 15,2 2 1-15,-2-1-4 0,1 2-19 0,-1-2 27 16,1-2-1-16,-3 4-3 0,2-2 0 0,1-2-1 0,0 2-6 16,-1 0 0-16,0-1 4 0,0 1 2 0,2-3 0 15,-2 3-1-15,0-2-2 0,1 0 0 0,-1-1-40 16,1 3 48-16,-1-2-40 0,0-1 46 0,0 2-41 15,1-2 16-15,1 0-13 0,-2 1 46 0,0-1-46 16,2 1 48-16,-2-1-45 0,1 0 46 0,-1 3-48 16,0-2 38-16,0-1-33 0,0 0 14 0,2 1-8 15,-2-2 35-15,0 1-46 0,0-2 48 0,0 3-43 16,1-1 42-16,-1-4-46 0,0 3 43 0,0-1-66 16,0-1 72-16,0 4-47 0,0-3 47 0,-1-2-44 15,1 2 41-15,0 0-44 0,0-3 41 0,0 4-39 16,0-3 14-16,0 1-13 0,0 1 42 0,0-2-42 15,0 0 42-15,1-1-10 0,-1 2-6 0,0-2 4 16,0 0-1-16,1 0-5 0,-2-1 2 0,2 1-4 0,-2-1-1 16,2 0-5-16,-2 0 5 0,1 1-1 15,0-2-1-15,0 0-2 0,0 0 2 0,0 0-3 16,0 1 3-16,0-8 1 0,1 12-3 0,-1-7-2 0,-1 3-4 16,2-2 8-16,-1-6-1 0,0 11 0 0,0-11-8 15,0 11-12-15,0-11 27 0,0 9-7 0,0-9-2 16,0 10 4-16,0-10-1 0,0 7-3 0,0-7-3 15,0 7 6-15,0-7-2 0,0 7 0 0,0-7 1 16,0 0-3-16,0 8 2 0,0-8-5 0,0 0-5 16,0 8 5-16,0-8-7 0,0 0-6 0,0 0-14 0,0 7-6 15,0-7-18-15,0 0-33 0,0 0-36 0,0 0-18 16,0 0-27-16,0 0-32 0,0 9-22 0,0-9-31 16,0 0-27-16,0 0-48 0,0 0-90 0,0 0-89 15,0 0-470-15,0 0-571 0</inkml:trace>
  <inkml:trace contextRef="#ctx0" brushRef="#br0" timeOffset="68387">25552 9492 230 0,'-2'-6'402'0,"0"1"-20"0,2 5-80 0,-5-9-45 0,5 9-39 16,-2-6-12-16,2 6-22 0,0 0-7 0,0 0-3 16,-8 5-4-16,6-1-4 0,0 3-5 15,-2 0-10-15,3 3-7 0,0-1-7 0,-2 0-9 0,3-1-15 16,-1-1-2-16,1 1-4 0,0-8 9 0,1 12 2 15,-1-4 12-15,0-8-6 0,7 9 21 0,-7-9 6 16,13 7-40-16,-13-7 37 0,23 0-51 0,-6-4 28 16,5-3-51-16,2 1 25 0,7-6-29 15,0 2-8-15,5-4-2 0,0 0-16 0,2 1-8 0,-4 0-9 16,1-1-4-16,-5 2-35 0,0 0 33 0,-2 2-57 16,-1-1 3-16,-4 2-45 0,-3 1-59 0,1 0-85 15,-4 3-87-15,-1 1-76 0,0-1-71 0,-2 2-43 16,2 3-124-16,-3 0-291 0,-2 0-482 15</inkml:trace>
  <inkml:trace contextRef="#ctx0" brushRef="#br0" timeOffset="68736.95">26463 9488 428 0,'0'0'538'0,"0"0"-91"0,4-7-23 0,-4 7-72 15,0 0-39-15,0 0-83 0,7-5-12 0,-7 5-16 16,0 0 17-16,5 8-35 0,-5-8-2 0,7 7-18 16,-7-7-8-16,4 12-18 0,-1-6-19 0,-1 0-27 15,1 1-13-15,-1-1-12 0,2 1-7 0,0 0-8 16,-1-2-10-16,3 2-4 0,-1-1-3 0,0-2-3 16,3 0-2-16,0 0-6 0,2-2 3 0,1 0-6 15,3-4-3-15,-1 1-2 0,5-2-2 0,-1-2-4 16,4 1-4-16,2-3 2 0,-1 0-4 0,0-2 11 15,1-1-12-15,4 0-5 0,-3 0 19 0,2-2 9 16,-3 4 3-16,-2-4-4 0,0 5-2 0,-1-5-7 16,-1 5 1-16,-1-3 1 0,-4 5-9 0,0-2-39 15,0 2 43-15,-3 0-13 0,-2 1-29 0,1 0-38 16,-4-1-53-16,2 2-63 0,-2 0-103 0,-6 3-68 16,12-2-133-16,-12 2-118 0,0 0-346 0,0 0-534 15</inkml:trace>
  <inkml:trace contextRef="#ctx0" brushRef="#br0" timeOffset="70753.39">13187 16017 434 0,'0'0'413'0,"0"0"-70"15,0 0-20-15,-10-2-33 0,10 2-28 0,-7-4-34 16,7 4-18-16,0 0-27 0,-6-7 5 0,6 7-15 16,-4-6-2-16,4 6-26 0,-4-5 2 0,4 5-21 15,0-10 7-15,0 10-20 0,1-7 17 0,-1 7-28 16,4-10 12-16,-4 10-29 0,5-9 9 0,-5 9-30 15,4-8 13-15,-4 8-11 0,7-8-6 0,-7 8-12 16,7-7-4-16,-7 7-6 0,9-8-4 0,-9 8 1 16,12-4 3-16,-12 4-8 0,13-4 5 0,-13 4-7 15,13-4-4-15,-13 4-3 0,15-1-2 0,-15 1-7 16,16-1-1-16,-16 1 4 0,16 1-23 0,-16-1 27 0,16 3-6 16,-16-3-3-16,16 2 2 0,-16-2-9 15,15 4 8-15,-15-4-3 0,14 4-2 0,-14-4-1 16,13 6-3-16,-13-6 3 0,11 5 0 0,-4-1 0 0,-7-4-1 15,10 7 2-15,-10-7-2 0,7 7-1 0,-7-7-6 16,7 7 10-16,-7-7 16 0,5 9-20 0,-5-9 16 16,5 10-18-16,-5-10 20 0,1 9-29 0,-1-9 25 15,0 10-18-15,0-10 4 0,-5 12-1 0,4-7 1 16,-3 2 0-16,0-2-6 0,0 0 8 0,-1 2 1 16,0-2 2-16,-1 2-6 0,-1-2 1 0,2 2 2 15,-4-2-17-15,3 0 15 0,-3 1 2 0,1 0 2 16,1-1-2-16,-1 0-5 0,-1 0 2 0,0-1 2 15,3 1 0-15,-3-1 2 0,1 1-3 0,3-2 2 16,5-3-1-16,-12 6 1 0,12-6 10 0,-11 4 4 16,11-4 2-16,-6 6-1 0,6-6 3 0,-8 4-5 15,8-4 2-15,0 0 5 0,-8 2 1 0,8-2-4 16,0 0-1-16,0 0-3 0,-7 5 3 0,7-5-2 0,0 0-2 16,0 0 0-16,0 0-7 0,-7 3-8 15,7-3-1-15,0 0 9 0,0 0-1 0,0 0-4 16,0 0-1-16,0 0 0 0,0 0-1 0,5-5-5 15,-5 5 1-15,0 0 4 0,10-3-2 0,-10 3 2 0,8-1-9 16,-8 1 10-16,12-3-1 0,-12 3-1 0,11-2 1 16,-11 2-3-16,12 0 3 0,-12 0-4 15,13-1-4-15,-13 1 5 0,12 1-1 0,-12-1-1 0,13 1 2 16,-13-1-4-16,15 3 5 0,-15-3-1 0,13 2 3 16,-13-2-3-16,13 5-4 0,-13-5 2 0,11 4-4 15,-11-4 7-15,12 8 0 0,-3-5 3 0,-3 1 1 16,-2 2-7-16,4-2 0 0,-3 1-5 0,1 2 0 15,-1-2 11-15,0 0-6 0,1 2 4 0,-4-2-2 16,2 0-3-16,2 0 3 0,-3 0-3 0,-3-5-1 16,5 12 10-16,-2-8-5 0,-3-4-1 0,2 12-4 15,-2-12 12-15,3 10-5 0,-3-10 2 0,1 12-3 16,-2-7-1-16,1-5-1 0,-3 12-5 0,3-12 7 16,-2 11 2-16,2-11 0 0,-4 10-1 0,0-5-12 15,4-5 14-15,-8 8-1 0,3-3-7 0,5-5 4 16,-9 10 3-16,3-5 0 0,-2 0 0 0,0-1-9 15,1 0 10-15,-2 0-1 0,-1 0-21 0,-1-1 22 0,1-1-1 16,-1 2 1-16,-1-1-7 0,3-1 2 0,-4 1 5 16,3-2 2-16,-5 1-5 0,5-2 5 15,-3 0 1-15,0 2-1 0,0-2 1 0,-1 0 3 0,1 0 4 16,0-2-2-16,0 2 1 0,0-2-20 0,-1 1 25 16,1-2-5-16,-1 2 1 0,1-2 1 0,1-1-2 15,1 3 4-15,0-2-5 0,-2 1 7 0,5-1 0 16,-1 1-4-16,9 2 2 0,-16-4-3 0,16 4 2 15,-13-3-1-15,13 3 5 0,-13-3-8 0,13 3 5 16,-9-4-2-16,9 4-3 0,0 0-6 0,-11-2 6 16,11 2-4-16,0 0-8 0,-10-4 6 0,10 4-3 15,0 0-1-15,0 0-20 0,-9-1 2 0,9 1-18 16,0 0-25-16,0 0-21 0,-8-3-37 0,8 3-34 16,0 0-74-16,0 0-50 0,0 0-84 0,0 0-37 15,0 0-74-15,0 0-120 0,0 0-483 0,0 0-689 16</inkml:trace>
  <inkml:trace contextRef="#ctx0" brushRef="#br0" timeOffset="72336.03">13308 14626 50 0,'0'0'136'0,"0"0"-9"0,0-7-14 0,0 7 0 16,0 0-2-16,0 0-7 0,4-6 0 0,-4 6 9 15,0 0 1-15,0 0 3 0,0 0 1 0,0 0-1 16,0-6-3-16,0 6-33 0,0 0 40 0,0 0-36 16,0 0 45-16,0-10-46 0,0 10 51 0,0 0-50 15,0-6 42-15,0 6-41 0,0 0 16 0,0 0-7 16,0-8 8-16,0 8-2 0,0 0-6 0,-2-8 0 15,2 8-10-15,0 0-3 0,2-8 4 0,-2 8 0 16,0 0-6-16,0-10-4 0,0 10 4 0,0 0-2 16,0-10 3-16,0 10 0 0,0 0 0 0,0-9 0 0,0 9 0 15,0 0-5-15,1-6 4 0,-1 6 0 0,0 0-6 16,0 0-1-16,0 0-1 0,0-9-2 16,0 9-8-16,0 0-2 0,0 0-7 0,0 0-6 0,0 0 0 15,-1-6-4-15,1 6-4 0,0 0-3 0,0 0 1 16,0 0-1-16,0 0 0 0,0 0 0 0,0 0-1 15,0 0-1-15,0 0-37 0,0 0 41 0,0 0-38 16,0 0 44-16,0 0-39 0,0 0 44 0,-4-5-40 16,4 5 46-16,0 0-44 0,0 0 34 0,0 0-41 15,0 0 41-15,0 0-37 0,0 0 33 0,0 0-44 16,0 0 40-16,0 0-47 0,0 0 40 0,0 0-40 16,0 0 38-16,0 0-42 0,0 0 33 0,0 0-37 15,0 0 37-15,0 0-37 0,0 0 35 0,0 0-33 16,0 0 40-16,0 0-37 0,0 0 36 0,0 0-39 15,0 0 39-15,0 0-34 0,0 0 30 0,0 0-37 16,0 0 38-16,0 0-37 0,0 0 38 0,0 0-41 16,0 0 41-16,0 0-38 0,0 0 30 0,0 0-30 0,0 0 39 15,0 0-38-15,5-5 35 0,-5 5-31 0,0 0 30 16,9-5-35-16,-9 5 34 0,8-2-13 16,-8 2 13-16,10-5-36 0,-10 5 36 0,13-3-38 0,-13 3 36 15,14-1-34-15,-14 1 32 0,19 0-28 0,-10 1 29 16,4 2-37-16,-3-1 16 0,2 1-11 0,0-1 37 15,1 5-42-15,0-2 42 0,-2 2-37 0,1 1 27 16,-2-1-30-16,0 2 38 0,-2 1 1 0,2 0-1 16,-3 0 3-16,-2 2-2 0,-1 1 8 0,-3-1-4 15,0 1 2-15,-2 2 5 0,-2-1-11 0,-1 1-7 16,-1 2 5-16,-1 1-2 0,-4 0 1 0,-1 0-6 16,0-1 1-16,-2 1-40 0,-1-1 23 0,-2-1 24 15,-1 2-37-15,2-3 42 0,-1-3-41 0,2-1 37 16,0-2-37-16,0 0 42 0,4-1-37 0,-3-1 38 15,4-2-36-15,0 0 37 0,0-1-37 0,2-2 33 16,0 1-32-16,7-3 35 0,-11 4-35 0,11-4 31 16,-10 3-41-16,10-3 42 0,0 0-40 0,-8-4 37 0,8 4-41 15,0 0 41-15,1-7-37 0,-1 7 35 0,7-5-40 16,-7 5 41-16,12-8-35 0,-3 5 38 0,2-1-38 16,0 2 37-16,-1-1-5 0,4 0-8 15,0 2 3-15,0 0-5 0,-1 0 2 0,4 0-2 0,-3-2-6 16,0 1-6-16,1 2 8 0,-2 0-2 0,2 0-6 15,-2 0-8-15,-13 0-23 0,23 0 6 0,-23 0-21 16,19-2-17-16,-19 2-33 0,17 0-16 0,-17 0-41 16,15 0-51-16,-15 0-36 0,14-3-46 0,-14 3-59 15,12-1-134-15,-12 1-46 0,11-6-493 0,-7 1-636 16</inkml:trace>
  <inkml:trace contextRef="#ctx0" brushRef="#br0" timeOffset="72685.97">13500 13384 100 0,'-2'-7'472'0,"2"7"-95"16,-1-11-49-16,1 11-45 0,0-8-78 0,0 8 56 15,0 0-23-15,0 0 22 0,0 0-33 0,0 10 18 16,0-1-16-16,1 1 7 0,-1 3-19 0,2 3-4 16,-2 1-28-16,0 1-27 0,0 3-20 0,0-2-21 15,0 2-20-15,0 0-18 0,1 0-50 0,-1-2 35 16,0 0-16-16,1 0-11 0,1-1-9 0,-2-1-19 15,2-1-37-15,-2-1-40 0,3-1-53 0,-2-1-76 16,0-1-78-16,2-2-92 0,-2-1-82 0,2 2-137 16,-2-7-291-16,-1-4-434 0</inkml:trace>
  <inkml:trace contextRef="#ctx0" brushRef="#br0" timeOffset="73518.97">13474 12032 93 0,'0'-11'464'0,"0"0"-106"0,-1 2-24 15,0 1-23-15,1 1-8 0,-3 0-22 0,3 0-27 16,0 7-39-16,-1-10-31 0,1 10-31 0,-2-7-36 15,2 7-13-15,0 0 11 0,0 0-4 0,0 0-10 16,-1 11-6-16,1-2 5 0,0 0-28 0,0 3-11 16,0-3 2-16,0 5-65 0,0-2 43 0,0-1-49 15,0 1 45-15,0-1-48 0,0 0 46 0,0-2-54 16,0 0 48-16,0-1-47 0,0 0 49 0,0-8-47 16,0 11 45-16,0-11-43 0,1 12 48 0,-1-12-45 15,2 8 53-15,-2-8-46 0,0 0 42 0,2 6-49 16,-2-6 48-16,0 0-51 0,11-4 48 0,-11 4-48 15,11-6 45-15,-3 2-49 0,-1 0 52 0,1 0-52 0,2-2 47 16,1 2-5-16,-2 1 0 0,3-1 0 0,-3 0-2 16,4 2 3-16,0 1-3 0,0 0-7 15,-1-1 3-15,1 4 0 0,0-1-3 0,2 1 3 0,-4 2-42 16,1-1 58-16,1 2-40 0,1 0 56 0,-2 1-35 16,-2 4 52-16,1-3-33 0,-2 3 44 0,-2-1-42 15,-1 0 53-15,0 0-45 0,-2 0 56 0,0 3-45 16,-1-2 40-16,-2 1-36 0,-1 0 43 0,-1 1-47 15,-2-2 39-15,-1 1-45 0,2-1 31 0,-6 3-42 16,2-1 30-16,-1-1-37 0,-2-1 30 0,-1 0-32 16,0 0 16-16,-2-1-26 0,0 1 23 0,-1-2-28 15,-2 0 19-15,0 0-26 0,0-1 12 0,0-2-22 16,-2 0 24-16,2 0-46 0,-2-1 18 0,-1-1-61 16,2-2 12-16,0 0-84 0,0-1-6 0,3 0-54 15,-2 0-48-15,0-2-45 0,2 0-51 0,0-2-70 16,-1-3-50-16,2 1-56 0,1-4-427 0,-1 1-527 15</inkml:trace>
  <inkml:trace contextRef="#ctx0" brushRef="#br0" timeOffset="73702.89">13468 11953 497 0,'10'-12'460'0,"2"1"-41"0,2-3-32 15,0 2-31-15,2 0-38 0,-2 1-35 0,4-1-19 16,1 3-30-16,-2 1-40 0,2-1-30 0,0 2-13 15,-1 1-40-15,0 2-10 0,-1 0-34 0,1 2-1 16,-2 0-40-16,1 0-23 0,-2 2-62 0,0 2-10 16,2-1-87-16,1 1-40 0,-1 2-152 0,1 0-77 15,-1-2-470-15,0 4-457 0</inkml:trace>
  <inkml:trace contextRef="#ctx0" brushRef="#br0" timeOffset="75320.09">14102 11376 326 0,'0'0'333'0,"0"0"-34"0,-8-5-63 16,8 5-16-16,0 0 0 0,0 0-2 0,-3 8-5 15,3-8-55-15,-1 7 43 0,1 0-12 0,0 2-3 16,0-1-13-16,0 4-10 0,1 1-9 0,1 0-6 16,-1 3-10-16,-1 0-8 0,1 5-8 0,1-1 3 15,0 5-17-15,1 1-12 0,-2 0 5 0,0 1-2 0,2 2-14 16,-2 4-4-16,0-1 1 0,1 3-11 15,-2 0-9-15,1-2-9 0,0 3-7 0,-1-1-47 16,0 2 48-16,1-2-48 0,1 3 45 0,-2-2-52 0,1-1 48 16,-1 3-8-16,1-3-6 0,1 3-4 0,-1-2-3 15,0 0-4-15,-1 0-2 0,1-2 2 0,1 2-2 16,-1-1 1-16,2-1 6 0,-2 0-5 0,1-2 4 16,-2 0 1-16,3-2-38 0,-2-3 52 0,0 2-44 15,2-2 52-15,-2 1-40 0,-1-1 44 0,3 3-50 16,-2-3 8-16,0 2-4 0,1 5 47 0,0-2-40 15,-2 0 24-15,2-2-39 0,-2 4 41 0,0-4-46 16,0 3 41-16,0 1-41 0,-2-2 34 0,2 3-39 16,-2-2 44-16,0 0-45 0,1-1 44 0,0-1-43 15,-1-2 46-15,1 3-42 0,0 0 40 0,-2-3-46 16,2-3 46-16,0 3-45 0,-1-2 48 0,1-3-48 16,-2 5 8-16,3-2 7 0,-2 1 0 0,1 1 46 15,1-2-49-15,-1 2 48 0,1-2-42 0,0 2 41 0,0 0-43 16,-2 0 44-16,4-2-35 0,-2 1 34 15,0 1-37-15,0-1 28 0,1-1-33 0,0 1 38 16,2-1-36-16,-1 0 36 0,1-2-35 0,-2 1 30 0,2 2-34 16,-1-4 31-16,1 3-31 0,-2-3 29 0,3 1-32 15,-3 0 10-15,2 0-7 0,-2-1 30 0,2 0-25 16,-2 1 8-16,3 1 13 0,-2-1-7 0,-2 1-2 16,3 0 23-16,-2-1-28 0,0-1 21 0,2 3-31 15,-2 0 23-15,-1-2-20 0,3 0 23 0,-2 0-24 16,2 1 20-16,-2-2-24 0,0 1 21 0,0-3-4 15,2 3-15-15,-2-3 21 0,2 0-3 0,-1-2-1 16,0-1 2-16,0 2-2 0,-1-1-16 0,2-2 19 16,-2 1-16-16,2 1 15 0,-2-2-10 0,0 3 5 15,2-2-7-15,0-1 16 0,-2 1-13 0,0 0 10 16,2 1-9-16,-2-3 7 0,2 1-13 0,0 0 4 16,-2 0 2-16,2 2 3 0,-2-2-8 0,3-1 0 15,-2 0 2-15,0 1-5 0,1-1 13 0,-1 0-12 0,1-1 9 16,-1 1-3-16,1 0 14 0,1-1-6 15,-2 1 10-15,1-2-4 0,-2 1 1 0,2-1-7 16,-1 1 4-16,1-2-3 0,-2 2-5 0,2-2-2 0,-1 2-15 16,0-3 18-16,-1 0-2 0,0 0 1 0,2 1-4 15,0 0-2-15,-3-2-1 0,3 1 2 0,-2 2-2 16,0-2 1-16,1 0-8 0,-1 0 6 0,2 0-2 16,-2 2-8-16,-1-1 11 0,1-2 0 0,2 5 0 15,-2-3-13-15,-1-2 13 0,3 3-2 0,-2-2 2 16,0 2 3-16,-1 0 0 0,1-2-5 0,1-1 5 15,-1 3 0-15,-1-1 2 0,0 1-1 0,4-1-2 16,-4-1 1-16,1 1-2 0,0 0 1 0,-1-1 2 16,0 2-4-16,0-2 0 0,3-1 2 0,-3 2-3 15,1-2 0-15,-1 1 1 0,1 1-1 0,1-2 3 16,0-1-2-16,-2 1 1 0,2 0-4 0,-1 0 3 16,0 1-4-16,-1-2 6 0,1 1-4 0,1 0 1 15,-1 0-2-15,0 0 2 0,1 0 0 0,-1-2-6 0,-1 2 7 16,1 0-1-16,-1 0-1 0,3-1-3 15,-2 0 6-15,-1 1-2 0,2-2 0 0,0 0-1 16,0 2-1-16,-2-3 1 0,0 1 0 0,1 0 0 0,1-1-8 16,-1 1 6-16,-1-2-1 0,1-1-1 0,1 1 0 15,-1-1 1-15,0 0 3 0,-1 2-2 0,0-2 0 16,1 1-1-16,1 1 1 0,-2-2 0 0,1 2 1 16,-1-1-6-16,0 0 9 0,1-1-3 0,1 3-1 15,-2 0-3-15,2-1 4 0,-2 1 0 0,0 0-19 16,0-1 20-16,2 1-2 0,-1-1 2 0,0 1 0 15,-1 0 0-15,1-1-5 0,2-1 2 0,-3 1 1 16,1-1-1-16,0 0-3 0,-1-2 3 0,2 2 1 16,-2 0-6-16,1 0 5 0,-1 0 2 0,1-2-1 15,-1 1-5-15,0 1 6 0,0-8-6 0,1 12 9 16,1-5-4-16,-2-7-2 0,1 11-5 0,-1-4 8 16,0-7-2-16,3 10-5 0,-3-10 8 0,1 12-1 15,-1-12-3-15,1 9-3 0,-1-9 5 0,0 12-2 0,0-12 0 16,1 11 1-16,-1-11-1 0,2 10 1 0,-2-10 1 15,1 11-2-15,-1-11-6 0,1 9 8 16,-1-9-2-16,2 9 3 0,-2-9-6 0,1 10 3 16,-1-10 0-16,1 10 0 0,-1-10 1 0,3 8-1 0,-3-8-1 15,1 11 1-15,-1-11 1 0,5 10-6 0,-5-10 7 16,1 10 1-16,-1-10-3 0,2 8-3 0,-2-8 3 16,1 7 0-16,-1-7-19 0,1 7 15 0,-1-7-6 15,0 0-3-15,3 7-18 0,-3-7 6 0,0 0-7 16,0 0-6-16,1 8-11 0,-1-8-17 0,0 0-27 15,0 0-22-15,0 0-31 0,0 0-42 0,0 0-51 16,0 0-41-16,-10-2-68 0,10 2-7 0,-8-6-70 16,8 6-19-16,-6-7-53 0,6 7-48 0,-7-10-410 15,3 5-537-15</inkml:trace>
  <inkml:trace contextRef="#ctx0" brushRef="#br0" timeOffset="75851.97">13523 17372 642 0,'-13'0'500'0,"13"0"-66"0,0 0-72 16,-13 1-34-16,13-1-67 0,-10 4-16 0,10-4-43 15,-4 4 3-15,4-4-41 0,-2 8 14 0,2-8-6 0,1 12-8 16,0-7 1-16,1 2-4 0,0 3-10 16,3-1-18-16,-1 0 1 0,0 2-19 0,0-1 14 15,1 2-31-15,0 0 18 0,0 0-41 0,1-2 24 0,-2 1-55 16,1-1 34-16,0-2-44 0,1 1 32 0,-1 1-49 16,2-3 31-16,-2 0-43 0,2 0 33 15,1-2-39-15,0 0 32 0,0-2-40 0,1-2 34 16,-9-1-42-16,22-1 34 0,-12-2-30 0,0 0 39 0,4-3-41 15,-3-2 38-15,1 0-37 0,1-2 36 0,1-3-49 16,-1-2 46-16,0 1-39 0,-1-3-3 0,1 0-16 16,1-1-8-16,-2 0-16 0,2-3-27 0,0-2-30 15,-1 1-46-15,1 1-66 0,-4 2-22 0,1-1-58 16,2-3-46-16,-2 5-28 0,4-6-102 0,-4 2-45 16,2 3-259-16,-3 0-314 0</inkml:trace>
  <inkml:trace contextRef="#ctx0" brushRef="#br0" timeOffset="79136.15">27797 9406 124 0,'0'0'387'0,"0"0"-60"16,7-5-27-16,-7 5-19 0,0 0-15 0,6-4-4 16,-6 4-68-16,0 0 26 0,0 0-36 0,7-4-33 15,-7 4-26-15,0 0-30 0,0 0-20 0,0 0-6 16,0 0-11-16,0 0 12 0,5 8-3 0,-5-8 5 16,0 10-4-16,0-10-8 0,1 10-10 0,-1-10-9 15,-1 12-6-15,1-12-5 0,0 11-2 0,0-11-3 16,1 11 8-16,-1-11 16 0,1 10 13 0,-1-10 5 15,4 9-1-15,-4-9-1 0,8 9-14 0,-8-9 9 0,16 6-26 16,-4-6 11-16,1 0-23 0,3 0 8 0,6 0-14 16,2-3 7-16,2-2-15 0,-1 0 0 15,2 1 4-15,-1-1-4 0,-1-2-11 0,0 2-10 16,-2 0-11-16,0-2-11 0,-2 1-18 0,-5 2-17 0,1-1-20 16,-2 1-14-16,-3 1-20 0,-1 0-23 0,0 0-30 15,-1 2-40-15,-10 1-39 0,13-3-35 0,-13 3 3 16,14-2-74-16,-14 2-291 0,10-3-162 0</inkml:trace>
  <inkml:trace contextRef="#ctx0" brushRef="#br0" timeOffset="112830.93">14799 11947 100 0,'0'0'366'0,"-6"-10"-41"16,6 10-77-16,-4-7-12 0,4 7-25 15,-5-9-6-15,5 9 0 0,-4-8-2 0,4 8-1 16,-4-7-14-16,4 7-11 0,-2-5-13 0,2 5-9 0,-3-7-11 16,3 7-16-16,0 0-7 0,-5-5-13 0,5 5-6 15,0 0-7-15,0 0-3 0,-4-7-1 0,4 7 0 16,0 0 4-16,0 0-8 0,0 0-8 0,-5-5-10 16,5 5-14-16,0 0-13 0,0 0-9 0,0 0 3 15,0 0 0-15,-5 9-2 0,5-9 1 0,-3 12-2 16,2-3-1-16,-3 0-48 0,2 3 49 0,-3-2-47 15,1 2 47-15,0 0-47 0,0 2 47 0,-1-1-48 16,0 2 50-16,0-1-53 0,-1-1 48 0,-1 0-49 16,2 2 6-16,1-2 1 0,-1 0 4 0,0-1 6 15,0-2-6-15,1-1 3 0,0 1-2 0,2-2 6 16,-2-1-2-16,1-1 0 0,2 1 2 0,1-7 0 16,-4 9 1-16,4-9 0 0,-5 9-1 0,5-9 0 15,-1 7 3-15,1-7-5 0,0 0-1 0,-1 7 2 0,1-7 2 16,0 0 0-16,7 5 0 0,-7-5 1 15,0 0 1-15,17-2-1 0,-17 2 0 0,20-2 2 16,-8 0-3-16,0-1 7 0,3 2-7 0,0-3 46 16,0 2-56-16,4-1 47 0,-3 3-51 0,0-4 46 0,1 1-44 15,-1 2 39-15,1-1-47 0,0 0 46 0,-4 0-46 16,2 2 47-16,-4-3-51 0,2 3 48 0,-1-1-48 16,-2 0 47-16,-10 1-50 0,18-2 48 0,-18 2-49 15,15-1 11-15,-15 1-4 0,12 0 3 0,-12 0 0 16,11 0-1-16,-11 0 32 0,0 0-63 0,13 0 31 15,-13 0-78-15,0 0 18 0,0 0-75 0,10 3-33 16,-10-3-22-16,0 0-26 0,0 0-13 0,3 7-9 16,-3-7-43-16,-3 8 10 0,3-8-107 0,-4 7-272 15,4-7-176-15</inkml:trace>
  <inkml:trace contextRef="#ctx0" brushRef="#br0" timeOffset="113130.09">14882 12022 234 0,'-6'-12'357'0,"0"3"-72"0,-1-1-22 0,1 2-39 16,0 0-15-16,0-1-26 0,1 2-6 0,0 0-7 0,1 2-8 15,-2-1-12-15,3 0-18 0,3 6-15 0,-5-7-17 16,5 7-19-16,-6-7-17 0,6 7-10 0,0 0-12 16,0 0 5-16,0 0 14 0,0 0 7 15,-4 9-2-15,5 2 4 0,2 0 0 0,1 3-7 0,0 3-49 16,-1 0 50-16,3 4-48 0,0 0 6 0,0 1 50 15,-1 0-53-15,2 1 48 0,-1 0-54 0,-1-1 48 16,2-1-55-16,-2 1 45 0,1 0-8 0,-2-1-14 16,2-1-3-16,-2-4-5 0,0 4-3 0,0-4-6 15,-2-1-1-15,2 1-9 0,0-1-13 0,0-2-14 16,-3-1-22-16,4 2-22 0,-5-4-27 0,3-1-37 16,-2 1-47-16,2 1-46 0,-3 0-40 0,0-1-50 15,0 2-73-15,0-3-328 0,-3 3-223 0</inkml:trace>
  <inkml:trace contextRef="#ctx0" brushRef="#br0" timeOffset="113714.06">14875 13640 293 0,'-3'-6'375'0,"1"-2"-83"16,-1 1-29-16,-1-1-34 0,3-1-14 0,-3 1 6 16,2-3-24-16,-1 3-46 0,1-3 38 0,0 1-10 15,0 0-7-15,-1 0-6 0,2-1-15 0,-2 1-12 16,1 2-10-16,-1-3-16 0,3 1-7 0,-3 2-19 16,2-1-12-16,1-1-12 0,-3 3-10 0,0-3-6 15,3 3-5-15,-1-1-4 0,-2-1 3 0,3 2 5 16,-1-1-9-16,0 2-7 0,1 6-2 0,-2-13-3 0,2 6-5 15,0 7-3-15,-2-9 2 0,2 9-7 0,-2-9-2 16,2 9-1-16,-1-8 3 0,1 8 4 16,-1-6 10-16,1 6 7 0,0 0 2 0,-1-7-1 0,1 7-6 15,0 0-5-15,0 0-4 0,0 0-3 0,0 0-4 16,0 0 12-16,0 0 12 0,-2 5 6 0,2 3 2 16,2 1-1-16,-2 5 2 0,1-2-53 0,0 5 51 15,-1 0-51-15,0 2 45 0,0 0-48 0,0 1 48 16,0 0-52-16,1 1 48 0,-1-1-51 0,-1 1 5 15,2 1 46-15,-1-2-58 0,0-1 38 0,0 2-69 16,0-3 27-16,0 2-68 0,0-2 21 0,2 2-50 16,-2-3-50-16,0 1-60 0,0 0-58 0,1-1-51 15,0 2-43-15,-1-3-45 0,0 0-391 0,2-2-360 16</inkml:trace>
  <inkml:trace contextRef="#ctx0" brushRef="#br0" timeOffset="114430.09">14736 14766 54 0,'-8'-2'463'0,"8"2"-65"15,0 0-89-15,-8-2-39 0,8 2-16 0,0 0-21 16,-8-4-13-16,8 4-12 0,-4-4 4 0,4 4-28 0,-4-7-7 16,4 7-15-16,-3-10-6 0,3 4-3 15,0 6-10-15,0-13-14 0,0 3-16 0,3 3-12 16,-1-3-20-16,2 1-13 0,1-2-10 0,0 2-8 0,0-3-54 16,3 2 57-16,1 0-30 0,0 0 41 0,0 2-48 15,2 0 45-15,-1-1-50 0,1 3 45 0,0 1-52 16,1 2 41-16,-2-1-54 0,3 2 45 0,-2 2-53 15,1 0 50-15,-1 0-51 0,-2 5 48 0,1-2-10 16,1 1-2-16,-4 3-5 0,1 1-4 0,-2 1 1 16,-1 1-5-16,-1 2 2 0,0 2-5 0,-1 1-1 15,-3 2 0-15,0-3-2 0,-3 5 4 0,0-1-3 16,0 1-4-16,-4 1 2 0,1 1 0 0,-2-2 0 16,-1 1 0-16,0-3 3 0,-1 0 1 0,1-1-2 15,0-3 1-15,-1-1 1 0,2 0-1 0,1 0 1 16,0-3 1-16,-3-1 7 0,6-1-5 0,-2 0 4 15,1-1 0-15,1-1-3 0,-1 0 3 0,5-5-9 16,-7 8-1-16,7-8-5 0,-5 5 4 0,5-5-1 0,0 0 0 16,0 0 6-16,0 0-3 0,0 0 0 15,4 6 2-15,-4-6-1 0,11-1 0 0,-11 1 1 16,15-2 1-16,-15 2 3 0,20-3-5 0,-8 1 1 16,2 1 1-16,-2 1-2 0,3-1 0 0,0 0-2 0,-1 1-6 15,1-1-10-15,-1 1-13 0,2 0-16 0,-2 1-17 16,0-1-20-16,-1 1-18 0,-1 0-38 15,1 0-33-15,-1 1-47 0,-1 1-42 0,1 0-53 0,-2 1-18 16,-1 1-90-16,0 0-376 0,-2 0-323 0</inkml:trace>
  <inkml:trace contextRef="#ctx0" brushRef="#br0" timeOffset="115164.14">14849 16043 171 0,'-8'3'346'0,"8"-3"-80"0,-13 5-34 16,13-5-44-16,-13 4 34 0,13-4-48 0,-12 1 43 0,12-1-60 16,-13 0-14-16,13 0-14 0,-10-2-11 0,10 2-8 15,-6-5-1-15,6 5 3 0,-8-8 12 0,8 1-3 16,-2 2 18-16,2-3-31 0,0 2 21 0,2-4-29 16,1 3 9-16,-1-4-29 0,1 3 12 0,1-2-30 15,1 1 16-15,1 3-16 0,-2-4 10 0,5 3-17 16,-3 0 14-16,3 2-11 0,-1-2-6 0,2 2-20 15,-1 1 8-15,1 1-17 0,2 0 7 0,-2 0-18 16,0 2 9-16,2 0-17 0,-12 1 11 0,18 1-14 16,-7 0 11-16,-2 2-19 0,-1-1 15 0,1 1-15 15,-3 2 14-15,0 2-13 0,1-1 1 0,-3 2 1 16,0 1 1-16,-1 2 6 0,-1-2-6 0,-2 4 10 16,-2-2-13-16,1 0 9 0,-4 3-9 0,1-2 12 15,-1 1-12-15,0-1 11 0,-2-2-12 0,2 1 14 0,-2-1-14 16,0-2 17-16,2 1-9 0,-1-2 9 15,1 0-12-15,-2-2 15 0,4 1-11 0,-1-1 14 16,4-5-16-16,-7 9 9 0,7-9-12 0,-6 7 9 16,6-7-14-16,0 0 9 0,-3 5-7 0,3-5 11 0,0 0-5 15,0 0 7-15,4 5-11 0,-4-5 15 0,9 1-13 16,-9-1 16-16,13 3-15 0,-13-3 10 16,15 5-10-16,-6-2 14 0,1-1-14 0,1 3 2 0,-2 0 1 15,3-1 5-15,-3 2-8 0,2 0 12 0,1 2-11 16,-3-1 9-16,0 2-11 0,1-1 18 0,-2 2-6 15,0-2 14-15,-2 3-3 0,-2-3 13 0,2 2-2 16,-3-1 8-16,-1 4-4 0,1-1-8 0,-3-2 6 16,-3 3-6-16,1-1 0 0,-2 1-7 0,-4 0 10 15,2-1-14-15,-4-1 12 0,0 1-13 0,-2-2 4 16,-1 0-7-16,-1-1 3 0,1-1-5 0,-2-2 5 16,1 2-9-16,-2-1 5 0,0-2-8 0,2-1 3 15,0 1-7-15,-1 0 2 0,3-2-29 0,-2-1-18 16,3 1-31-16,-1 1-37 0,2-1-43 0,1-2-41 15,0 2-54-15,9-3-63 0,-15 5-90 0,15-5-33 16,-12 5-512-16,8-1-533 0</inkml:trace>
  <inkml:trace contextRef="#ctx0" brushRef="#br0" timeOffset="115597.26">14581 17720 27 0,'-13'-2'651'16,"13"2"-202"-16,0 0-86 0,0 0-60 0,-9-3-46 15,9 3-16-15,0 0-34 0,0 0 26 0,0 0-22 16,0 0 27-16,0 0-37 0,0 0 2 0,3 8-49 16,2-3 14-16,0 3-49 0,0 0 16 0,2 0-44 15,1 3 20-15,0 0-57 0,-2-1 26 0,2 3-44 16,1-1 29-16,-3-2-38 0,2 2-1 0,-1-2-1 16,0 2-8-16,-2-4-2 0,2 1-3 0,-2-1-2 15,1-1-5-15,-1-1-2 0,2-1-1 0,-2 1-8 16,-5-6 6-16,13 2 1 0,-13-2-1 0,16-2 0 0,-7-4 31 15,4 0-37-15,1-9 34 0,1 1-38 0,3-6 33 16,1-2-34-16,4-5 16 0,-1-2-34 0,2-1-34 16,3-1-35-16,1-1-54 0,0-2-65 0,2 2-30 15,6-6-38-15,-2 1-120 0,3 0-40 0,0 1-451 16,-6 7-460-16</inkml:trace>
  <inkml:trace contextRef="#ctx0" brushRef="#br0" timeOffset="117663.16">15727 11471 189 0,'0'0'316'16,"0"0"-64"-16,0 0-41 0,0 0-24 15,0 0-22-15,-4 5-20 0,4-5-13 0,-2 9-12 16,2-9-6-16,-3 8-12 0,3-8-7 0,0 11-6 0,0-11-3 16,-1 13-4-16,2-8 9 0,-1 2-42 0,0 0 27 15,0 0-34-15,0 2 44 0,1-1-45 0,1 0 54 16,-1 1-7-16,0 3 0 0,-1-3-8 15,0 2-2-15,3 2-6 0,-3 0 3 0,1-1-8 0,-1 5 5 16,3-2-4-16,-2 3-11 0,0-1-5 16,-1 3-6-16,0-3-5 0,3 3-7 0,-3-1 13 0,1 1-19 15,-1 1-1-15,0 0 2 0,1 3-43 0,2 1 45 16,-3-1-46-16,1 1 54 0,0 1-54 0,-1 1 8 16,0-3 2-16,0 3 49 0,2-1-50 0,-2 2 46 15,0-2-52-15,1 2 49 0,-1-1-47 0,0 2 51 16,0 0-4-16,0-3-2 0,0 4 4 0,-1-2-5 15,1 1-2-15,-2-1 2 0,2 1 3 0,-1 0-3 16,0 0-1-16,-3 0 4 0,4-3-53 0,-1 4 60 0,-2-3-51 16,2 2 49-16,0-3-46 0,-2 3 48 15,2-2-48-15,-2 1 6 0,3 0 4 0,-2 0 1 16,-1-1 43-16,0 6-53 0,2-4 51 0,-1 4-58 16,-2-4 49-16,3-2-53 0,-2 2 45 0,3-2-46 0,-1 3 50 15,0-1-2-15,-1 0-8 0,2-3-4 0,0 3-1 16,-1-1-1-16,1 1 1 0,0-3-46 15,0 3 49-15,0-3-43 0,1 3 52 0,-1-2-46 0,0-2 50 16,2 2-49-16,-1 1 50 0,0-2-51 0,-1-1 47 16,1 1-48-16,1 1 6 0,-1-2 4 0,3 0 42 15,-3 0-31-15,0-1 30 0,0 1-51 0,1 1 49 16,-1-2-48-16,2 0 51 0,-2 0-47 0,0 2 41 16,0-3-45-16,1 3 49 0,-1-1-10 0,0-1 0 15,1 2 6-15,-1-1-52 0,0-1 44 0,1 2-2 16,-2 1-3-16,1-3-46 0,0 3 55 0,-1-3-52 15,0 1 55-15,4 1-52 0,-4-1 53 0,1-2-52 16,0 4 51-16,-1-4-42 0,0 0 48 0,0 3-47 16,2-2 7-16,-2 1 4 0,1-2 49 0,-1 3-50 15,0-4 44-15,0-1-43 0,0 1 41 0,1 2-52 16,-1-3 52-16,0 1-51 0,0-2 51 0,1 1-53 16,-1-1 47-16,2 0-47 0,-2 1 44 0,1 0-7 0,-1-1-3 15,0-1 1-15,0 1-11 0,1 1 5 0,1-2-2 16,-1-1 1-16,0 2-2 0,-1-1-36 15,0 2 48-15,0-2-40 0,3 0 43 0,-3-1-49 0,1 2 48 16,0 1-47-16,1-2 52 0,0 1-52 0,-2 0 48 16,1 1-49-16,1-1 49 0,-1-1-49 0,0 0 46 15,-1-2-42-15,4 3 6 0,-3 1-1 0,2-2 46 16,-2 0-51-16,2 0 50 0,-1 0-36 0,0-1 27 16,-1 1-39-16,0-1 40 0,2 1-44 0,-1-1 44 15,0 0-43-15,0 0 47 0,-2 0-50 0,3-2 47 16,-1 2-7-16,-1 1-2 0,1-1 1 0,0-2-5 15,-2 2-10-15,3 1 0 0,-2-3 6 0,-1 2 0 16,3-1-16-16,-2-1 15 0,0 2-8 0,-1-1 8 16,3 0-2-16,-2-1-3 0,-1 1 2 0,1 1-3 15,1-3-3-15,-1 1 1 0,0 0 1 0,-1 1 0 16,2-1 1-16,-1 0 3 0,0-2-5 0,-1-1 0 16,0 2-2-16,1-1 4 0,2-1-43 0,-2 1 52 0,0-1-45 15,-1 0 44-15,2 2-36 0,-2-3 36 0,1 2-32 16,0 0 44-16,-1-1-41 0,1 2 43 0,1-1-45 15,-1-1 42-15,-1 1-41 0,3 0 39 16,-2 1-2-16,0 2 2 0,-1-3-9 0,1 1-6 0,1-1 4 16,-1 1-6-16,-1-1 5 0,3 0-2 0,-2-1 0 15,0 0-3-15,-1 1-6 0,1 0 6 16,1-2 0-16,-1 3-3 0,-1-1 4 0,4-2-43 0,-4 2 52 16,2-1-41-16,-2 1 36 0,2-3-29 0,-1 3 41 15,0-1-41-15,2-2 39 0,-2 3-44 0,0-2 40 16,1 0-34-16,-1 1 45 0,0-1-44 0,-1 0 39 15,3 0-41-15,-2 2 43 0,-1-3-42 0,3 1 38 16,-2 1-38-16,0-2 39 0,-1 0-44 0,4 1 48 16,-3 1-42-16,-1-1 33 0,0-2-32 0,1 2 41 15,1 0-44-15,-1-3 43 0,0 3-70 0,-1-4 76 16,0 6-40-16,0-4 37 0,0-1-44 0,0-1 40 16,0 4-2-16,1-5-13 0,1 5 9 0,-2-2-5 15,0-1-6-15,0 0 4 0,1-1-4 0,-1 0-7 0,0 2 8 16,0-2-3-16,3 1 2 0,-3-2-3 15,0 2 2-15,0-2-2 0,0 3-3 0,0-4 3 16,0 1-1-16,0 2 0 0,0-2-10 0,0 0 11 0,2 1 2 16,-3-1-5-16,2 0 0 0,-2 1 2 15,2-1-38-15,-1 0 43 0,0 1-43 0,0-1 49 0,0-7-35 16,0 13 37-16,0-5-36 0,0-8 41 0,0 12-43 16,0-12 45-16,0 10-42 0,0-10 38 0,0 12-38 15,0-12 41-15,0 11-42 0,0-11 41 0,0 11-39 16,0-11 41-16,0 10-39 0,0-10 34 0,0 9-37 0,0-9 39 15,0 8-40-15,0-8 41 0,0 9-41 0,0-9 37 16,2 9-32-16,-2-9 33 0,0 8-40 0,0-8 43 16,1 10-37-16,-1-10 34 0,1 7-43 0,-1-7 38 15,0 10-32-15,0-10 38 0,1 9-43 0,-1-9 36 16,2 8-31-16,-2-8 35 0,2 7-42 0,-2-7 26 16,0 0-27-16,0 9 19 0,0-9-32 0,0 0-7 0,2 5-6 15,-2-5-18-15,0 0-26 0,0 0-27 0,0 0-34 16,1 7-44-16,-1-7-56 0,0 0-24 0,0 0-47 15,0 0-120-15,0 0-39 0,-1-9-425 0,1 9-484 16</inkml:trace>
  <inkml:trace contextRef="#ctx0" brushRef="#br0" timeOffset="118946.21">29287 9375 141 0,'2'-10'376'0,"-2"10"-99"0,1-7 11 16,-1 7-72-16,0 0 4 0,1-8-72 0,-1 8 6 16,0 0-63-16,0 0 25 0,0 0-28 15,0 0 27-15,0 0-12 0,0 0-2 0,-10 4-3 16,10-4-5-16,-9 10-6 0,9-10-12 0,-6 9-7 0,6-9-6 15,-5 9-5-15,5-9-7 0,-4 10 6 0,4-10 17 16,1 7 9-16,-1-7 7 0,9 10 2 0,1-8-13 16,4 1-13-16,5-3-23 0,1 1 4 15,6-2-7-15,4 1-8 0,-1-3-4 0,7 2-3 16,0-3-5-16,-1 0-3 0,1-1-4 0,1 2-3 0,-1-1-2 16,-1-1-3-16,-1 1 0 0,-1 1-2 0,-1 0-1 15,-5-1-12-15,1 1 14 0,-1 0-12 0,-1-1 6 16,-5 3-26-16,-3 0-18 0,-1-2-49 15,-3 3-16-15,0-2-48 0,-4 1-77 0,-10 1-19 16,18 0-109-16,-18 0-81 0,0 0-208 0,10 3-164 0</inkml:trace>
  <inkml:trace contextRef="#ctx0" brushRef="#br0" timeOffset="126061.58">16379 13329 98 0,'-3'-12'441'15,"2"4"-43"-15,1-3-74 0,-1 2 13 0,-1 0-63 0,1 0 2 16,1 1-7-16,-1 0-16 0,0 2-14 0,-1-1-13 15,2-1-13-15,0 8-16 0,-2-9-22 16,2 9-24-16,-3-8-25 0,3 8-27 0,0 0 1 0,0 0 19 16,0 0 20-16,-4 8 8 0,4 4 3 0,-2 2 0 15,-1 3-12-15,1 5-7 0,-1 2-50 0,-2 1 32 16,1 4-32-16,0-3 21 0,2 1-34 16,-1-1 20-16,1-1-37 0,-1 1-4 0,-1-2-10 0,3-1-6 15,-2 0-8-15,0-1-4 0,0-3 18 0,1 1-37 16,0-3 9-16,-3-1-58 0,4 0-13 0,-1 0-96 15,1-4-11-15,1 3-63 0,-1-3-61 0,0-1-61 16,-1 1-67-16,1-1-63 0,1-1-40 0,0-1-479 16,-1 1-604-16</inkml:trace>
  <inkml:trace contextRef="#ctx0" brushRef="#br0" timeOffset="126695.42">16025 14650 462 0,'0'0'513'0,"-5"-7"-87"0,5 7-76 0,-6-9-48 16,6 9-38-16,-2-9-43 0,2 9-19 0,0-13-7 16,4 8-14-16,-2-5-19 0,2 0-13 0,3 3-11 15,0-4-59-15,3 0 46 0,-1 3-59 0,3-2 41 16,1 3-12-16,-2 0-3 0,3-1-10 0,-2 4 2 15,1-1 1-15,-1 1-11 0,1 3-43 0,0-2 49 0,-13 3-41 16,22 3 44-16,-11-2-55 0,1 3 41 16,-3 1-51-16,1-1 47 0,-3 3-12 0,1 0-20 15,-3 1 8-15,0 2 0 0,-1 1-1 0,-1-2-7 0,-3 4-1 16,-2-1-7-16,0 2-6 0,-1 1-8 0,-4 1 3 16,0-1-4-16,0 2-2 0,-5 0 4 15,3-1-9-15,-2 1 0 0,-2-2-4 0,0 2-1 0,1-5-2 16,1 1 0-16,1-2 3 0,0-1 1 0,-2-1 1 15,3-1 3-15,0 0 1 0,2-3-6 0,2 1 11 16,-2-1-4-16,7-5 2 0,-9 9-4 0,9-9-4 16,-10 5-1-16,10-5-2 0,-4 7 3 0,4-7-9 15,0 0 4-15,-5 5 2 0,5-5 4 0,0 0 1 16,8 3-1-16,-8-3-1 0,15 0 7 0,-15 0 8 16,19 3 0-16,-5-3 2 0,-1 0 1 0,4 0 3 15,-1 2-5-15,3-2-5 0,2 0 0 0,-3 0-2 16,2 0-3-16,-1 2-1 0,1-2-2 0,-1 2-20 15,-3-1-13-15,2 0-22 0,-5-1-27 0,2 1-36 16,-2 0-38-16,1-1-78 0,-2 1-24 0,0 2-116 16,-4-3-50-16,1 3-73 0,0-1-503 0,0 3-594 15</inkml:trace>
  <inkml:trace contextRef="#ctx0" brushRef="#br0" timeOffset="127378.11">16310 15753 760 0,'0'0'611'0,"-9"-3"-155"0,9 3-61 0,-7-5-86 15,7 5-64-15,-2-8-34 0,2 8-25 0,0-8-28 16,0 8 8-16,6-14-21 0,-2 7 1 0,4-1-31 0,1 2 2 16,1-2-20-16,0 0 0 0,4 0-15 15,-1 0-7-15,2 4-19 0,-2-2-2 0,4 1-11 16,-2 1 8-16,-1 2-2 0,-1-1-1 0,0 3 7 15,1 0-2-15,-1 0 1 0,-1 3-15 0,-2-1 12 0,1 3-17 16,-1-1 8-16,-2 5-13 0,-2-1 17 16,0 0-17-16,-1 2 15 0,-2 1-22 0,-2 3 19 15,-2-1-32-15,-3 0 21 0,-1 4-7 0,0-2-4 0,-3 3-5 16,-1-1 5-16,-1 1-11 0,1-3 4 0,0 1-3 16,-1-3-3-16,1-1 1 0,0 0-1 0,3-2 7 15,-2-2-10-15,3 0 14 0,0 0 2 0,0-3-1 16,1 2 2-16,4-7 0 0,-8 6-2 0,8-6-8 15,-4 7 5-15,4-7 3 0,0 0 2 0,0 0 0 16,0 0 8-16,9 5 6 0,-9-5 7 0,11-1 0 16,-11 1-4-16,15-2 11 0,-15 2 3 0,19 0-3 15,-5 0 12-15,-2 0-5 0,1 2 1 0,0-1-2 16,3 3-11-16,-1-1-5 0,1 1 9 0,0 2-16 16,0 0 4-16,-1 2-13 0,0 0 2 0,-1 0-12 15,-1 2 4-15,0-1-4 0,-2 2-2 0,-2 1 0 16,1 0-2-16,-3 0-7 0,-1 1 8 0,-3 1-3 15,-2 0-9-15,-1-1 8 0,-1 3 0 0,-3-4-26 0,-4 4 14 16,-1 0-10-16,-3 0 27 0,-1-2-36 0,-5-1 28 16,1-1-37-16,-3-2 24 0,-2-1-33 15,3-1 4-15,-4-1-15 0,1-2 32 0,-2 0-48 0,2-5 21 16,4 0-26-16,-3 0-42 0,1 0-66 0,-1 0-68 16,2-3-68-16,-1 1-78 0,1-2-148 0,3 1-147 15,0-4-399-15,1 1-708 0</inkml:trace>
  <inkml:trace contextRef="#ctx0" brushRef="#br0" timeOffset="129278.13">17134 11522 124 0,'0'0'300'15,"0"0"-55"-15,0 0-64 0,0 0 12 0,0 0-48 16,0 0 7-16,0 0-36 0,0 0 35 0,-6 4-47 15,6-4 43-15,-2 5-31 0,2-5 34 0,0 8-53 16,0-8 37-16,2 9-52 0,-2-9 48 0,1 12-34 16,0-3 39-16,-1-1-33 0,0 4 23 0,3 0-26 15,-2 1 20-15,0 3-23 0,3 1 18 0,-3 3-32 16,1 0 19-16,0 3-20 0,-1 2 10 0,2-1-20 16,0 2 12-16,-2 1-15 0,0-1 9 0,0 3-15 0,1-2-2 15,-1 2 1-15,0 0-4 0,-1 5 1 0,0 1 4 16,2-2-5-16,-2 1-5 0,1 0-2 15,-1 2-4-15,0-1 1 0,-1 2-8 0,1-2-8 16,0 3 8-16,0-2-6 0,-2 1 5 0,2 1-2 0,-2-2 4 16,2 1-7-16,-2 2-3 0,1-1 4 0,1 2-2 15,-1-2-35-15,0 6 54 0,1-4-40 0,-2 5 32 16,2-1-40-16,0-4 37 0,0 5-2 0,0-6-8 16,0 2-2-16,0-4-4 0,0 9-18 0,2-8 21 15,-1 1-1-15,0 0 3 0,-1 0 1 0,3-1-1 16,-1 0-36-16,-2-1 46 0,3-1-41 0,-2 1 44 15,2-2-39-15,-1 0 4 0,1-1 4 0,-1 0 32 16,-1 1-29-16,2-1 38 0,0-2-32 0,-1 2 27 16,-2 1-21-16,3-1 22 0,-2-1-5 0,2 0-8 15,-2 0-1-15,0 1-5 0,2-1-2 0,-2 1-5 16,3-2 8-16,-4-2-2 0,2 2 0 0,0 1-2 16,0-1 2-16,-2-3-12 0,3-1 18 0,-2 1-12 15,-1-2 10-15,1 2-10 0,1-1 10 0,-1 1-10 0,0-3 4 16,-1 3-2-16,1-2 2 0,1 2-9 15,-1-2 11-15,-1 1-5 0,1-1 8 0,1 2 5 16,-1-1 3-16,0 1-7 0,-1-3 0 0,1 3-2 0,1 1 0 16,-1-1-6-16,-1-1-5 0,0 1 2 0,4 0-2 15,-4 0-7-15,1 0 3 0,0-1 3 0,-1 1-5 16,0-2-1-16,2 0 3 0,-2 0 2 0,0-1-3 16,0 2-8-16,1 0 9 0,-1-2-7 0,1 0 5 15,-1-1 1-15,0 2 0 0,0-2 5 0,1 0 2 16,1 0-3-16,0-2-3 0,-2 1 4 0,2 0 5 15,-1-1 1-15,0 0-4 0,-1 0 1 0,3-3-10 16,-3 2 6-16,2-1-1 0,-2-1-1 0,2 0-3 16,-2 1-2-16,2 3 0 0,-2-4-8 0,0 1 5 15,0-2-2-15,0 2 0 0,0 0-1 0,1 1-3 16,2-1 1-16,-3 0 1 0,0 5 0 0,0-5 3 16,0 0-6-16,0-1 4 0,0 2-6 0,0-2 5 15,0 1-2-15,0 0-5 0,0 0 7 0,0 0 1 0,0-1 0 16,0 1 4-16,-3-1-8 0,2 1 1 0,1 0-1 15,0-1-2-15,0-1 3 0,0 1 0 16,0-3-6-16,0 2 8 0,0-1-2 0,0-2 3 0,0 4-4 16,0-3 2-16,0 0 0 0,0 1 1 0,0-2-1 15,0 3 1-15,0-2-1 0,0 0 1 0,0 0 0 16,0 1-9-16,0 0 7 0,0-1 1 0,0 2-3 16,0-2 2-16,0 1 0 0,0-1-1 0,0 1-7 15,-1-1 8-15,1 0-2 0,0 3 2 0,-1-3 0 16,1-2-1-16,-2 2-5 0,2 1 7 0,0-1 0 15,0 0-1-15,-1-1-3 0,1 0 3 0,-1 1-1 16,1-5 10-16,-2 2-24 0,1 0 15 0,1 1 3 16,0-4-2-16,0 2 0 0,0 0 0 0,-1-1-3 15,1 0 1-15,0 0 1 0,0-2 2 0,0 2-4 16,0-2-4-16,0-2 5 0,0 2 3 0,0 0-3 0,0-2-2 16,1 1 1-16,-1-2 0 0,0 3-2 0,0-3-14 15,0 1 20-15,0-1-17 0,0 0 17 0,0 0-15 16,0-7 11-16,0 13-9 0,0-13 17 0,0 12-18 15,0-12 17-15,0 9-14 0,0-9 13 0,1 10-16 16,-1-10 23-16,0 10-23 0,0-10 17 0,-1 7-18 16,1-7 16-16,1 10-16 0,-1-10 19 0,2 9-20 0,-2-9 15 15,0 8-16-15,0-8 15 0,1 9-18 0,-1-9 14 16,1 6-17-16,-1-6 5 0,-2 7-15 0,2-7 5 16,0 0-32-16,2 7-6 0,-2-7-43 0,0 0-14 15,0 0-81-15,0 8 12 0,0-8-77 0,0 0-79 16,0 0-77-16,0 0-76 0,-2 6-82 0,2-6-93 15,0 0-514-15,-8 3-797 0</inkml:trace>
  <inkml:trace contextRef="#ctx0" brushRef="#br0" timeOffset="129728.05">16521 17498 448 0,'-8'-6'550'0,"0"-2"-126"15,2 2-66-15,-2-3-65 0,3 3-23 0,0 0-53 16,0 0-4-16,1 1-29 0,-1 0 8 0,5 5-34 0,-6-7 18 15,6 7-37-15,-6-6 16 0,6 6-21 0,0 0 46 16,0 0 1-16,0 0-23 0,4 9-20 0,0-4-16 16,0 4-25-16,2-1 18 0,-1 0-28 0,2 3 23 15,-2-3-36-15,-1 1 21 0,2-1-45 0,-1 1 24 16,0-2-50-16,0 1 27 0,1-1-33 0,-1-1 33 16,1-1-49-16,-6-5 36 0,12 9-34 0,-12-9 38 0,11 2-60 15,-11-2 60-15,19 0-42 0,-10-4 35 0,5-3-46 16,-2-1 40-16,3-2-41 0,-1-2 39 0,5-3-45 15,-1-1 43-15,4-2-39 0,0 1 38 0,-2-3-41 16,3 2 36-16,5-6-47 0,-5 6 34 0,-1 1-33 16,0 1 17-16,1 1-51 0,-3-1 10 0,-2 5-46 15,2-1-36-15,-1 0-45 0,-3 5-55 0,3-2-70 16,-1 0-39-16,1 1-85 0,-2 0-152 0,-2 2-441 0,2 1-629 16</inkml:trace>
  <inkml:trace contextRef="#ctx0" brushRef="#br0" timeOffset="153026.11">16578 11839 289 0,'8'-2'341'16,"-8"2"-45"-16,11-3-24 0,-11 3-31 0,12-3-15 15,-12 3-15-15,0 0-17 0,10-2-50 0,-10 2 33 16,0 0-19-16,0 0-22 0,0 0-22 15,0 0-3-15,0 0 1 0,0 0 12 0,0 0-15 0,-2 9-13 16,-8-6-8-16,0 2-11 0,-2-1-5 0,-1 1-13 16,-3-2-10-16,2 2-6 0,-1-1-8 0,2-2-6 15,-1 1-1-15,0 1-2 0,2-1-2 0,1-1-3 16,1 1-3-16,0-2-13 0,-2 0 15 0,12-1-13 16,-17 3 23-16,17-3-5 0,-15 0 25 0,15 0-12 15,-11 2 12-15,11-2-13 0,-13 1 8 0,13-1-15 16,0 0 3-16,-13 1-20 0,13-1 7 0,0 0-18 15,-10 3 9-15,10-3-10 0,-9 2 7 0,9-2-13 16,-6 8 13-16,6-8-12 0,-7 8 11 0,2-3-12 16,2 1 10-16,0-1-10 0,1 2 12 0,-4 0-11 15,4 0 9-15,0 1-8 0,0-2 10 0,-1 0-12 16,0 2 12-16,2-1-12 0,-1-2 12 0,0 2-13 16,2-7 13-16,-1 12-8 0,1-12 8 0,-3 12-13 0,3-12 14 15,-1 8-13-15,1-8 13 0,0 9-8 0,0-9 10 16,0 0-8-16,0 8 11 0,0-8-10 15,0 0 8-15,5 4-7 0,-5-4 6 0,0 0-6 0,13 0 3 16,-13 0-8-16,13-3 9 0,-5 2-11 0,-8 1 12 16,15-5-15-16,-5 4 10 0,0-1-9 15,1-1 10-15,0 2-9 0,1-2 10 0,0 2-10 0,0 1 7 16,-2-1-8-16,4 2 11 0,-2-1-12 0,2 3 9 16,-3-2-8-16,1 1 12 0,0 2-7 0,0-1 6 15,-2 1-9-15,4 2 11 0,-3 1-9 0,1 0 8 16,-3-1-10-16,0 3 7 0,0-1-4 0,-1-1 0 15,-2 2 0-15,-1 0 2 0,1 1 1 0,-2 0-1 16,0 0-1-16,0-1 1 0,-3 1 1 0,1 0 10 16,-1 1-11-16,-2-1 9 0,-2 2-5 0,1-2 3 15,-1 0-6-15,-4 2 5 0,0-1 1 0,1 0 19 16,-3-2 6-16,-1 3 2 0,-1-2 7 0,0 0 6 16,-3-3 12-16,1 3-2 0,-2-5 17 0,0 2-2 0,0-2-11 15,0 0 22-15,-3-3-1 0,3 2 3 0,-1-4-8 16,2 3-7-16,-2-6 7 0,0 2-3 15,-3-2-33-15,5 1 27 0,-4-1-13 0,3-2 7 16,-1-2-15-16,1 2-8 0,2 0 17 0,2-2 16 0,-2 2-8 16,3-1 3-16,1 0-9 0,-1 1 0 0,1 0-12 15,1 1 1-15,1-3-10 0,0 4-4 0,2-1-7 16,5 4 0-16,-9-7-12 0,9 7 0 0,-9-6-9 16,9 6 4-16,-9-5-18 0,9 5-14 0,-5-3-33 15,5 3 1-15,0 0-43 0,-4-7-11 0,4 7-114 16,0 0-53-16,0 0-115 0,8-4-127 0,-8 4-164 15,0 0-651-15,15 0-934 0</inkml:trace>
  <inkml:trace contextRef="#ctx0" brushRef="#br0" timeOffset="170790.15">22291 12180 435 0,'-5'-9'456'0,"0"0"-74"0,1 1-40 0,-1 1 8 15,1 1-44-15,-1 2-54 0,5 4-48 0,-6-8-32 16,6 8-19-16,0 0 19 0,-12 7 8 0,7 3-33 16,-2 2 52-16,1 5-55 0,1 4 41 0,-1 4-16 15,-1 5-22-15,1 3-21 0,1 3-23 0,0 4-17 16,0 0-17-16,1 3-14 0,-1-2-9 16,2-7-51-16,-2 2 49 0,1-1-54 0,2-2 39 0,-1 0-57 15,1-5 36-15,-1-2-74 0,2-1 19 0,-1-1-94 16,1-5-3-16,1-2-102 0,0 0-15 0,0-2-53 15,0-2-16-15,0-4-5 0,0 0-89 0,3-2-400 16,-3-7-361-16</inkml:trace>
  <inkml:trace contextRef="#ctx0" brushRef="#br0" timeOffset="171074.2">22179 12458 37 0,'1'-25'480'0,"0"-1"-119"16,3-1-59-16,0 2-6 0,2-3-24 0,0 6-55 15,6-3 19-15,-1 0-43 0,4 3-30 0,0 2-23 16,3 0-24-16,0 3-22 0,5 3-16 0,-3 3-5 16,2 1-1-16,1 5-3 0,0-1-18 0,-1 5-4 0,-2 1-7 15,2 1-11-15,-3 5-5 0,2-1-7 0,-2 4 5 16,-3 1-11-16,-3 2-2 0,-2 2-2 16,-4-2 0-16,-3 4 4 0,-3 0 8 0,-2 1 17 0,-5 0 16 15,-3 1-8-15,-3 0 14 0,-6 3-19 0,-1-3 15 16,-3-1-27-16,-7 4 15 0,5-5-27 0,-2-4 1 15,1 0-5-15,0 1-6 0,3-6-10 0,2 2-10 16,2-4-19-16,3-1-23 0,-1 1-17 0,4-2-35 16,1-2-52-16,11-1-50 0,-15-1-43 0,15 1-25 15,-5-5-69-15,5 5-398 0,8-8-252 0</inkml:trace>
  <inkml:trace contextRef="#ctx0" brushRef="#br0" timeOffset="171489.31">22802 12219 485 0,'6'-5'451'0,"-6"5"-48"0,0-6-84 16,0 6 46-16,-11-3-72 0,11 3 11 0,-21 3-71 15,5 0 34-15,-5 4-14 0,0 1-30 0,-3 3-16 0,-2 2-28 16,1 2-20-16,0 2-24 0,1 2-26 16,4 1-22-16,-1 1-18 0,3 0-11 0,4-1-21 15,4-2-14-15,1-2-10 0,4 0-9 0,2-3-4 0,5-4-10 16,0 3-4-16,5-4-10 0,1-1-13 0,4-2-21 15,1-3-12-15,2-2-49 0,4-2-27 0,-1-3-20 16,5-2 6-16,0-1 5 0,-2-4 22 0,3 0 14 16,-2 0 23-16,-3-2 18 0,-2 2 16 0,0 0 17 15,-4-1-23-15,1-1 72 0,-5 3-22 0,0 0 64 16,0 1-29-16,-1 1 68 0,-3-1-37 0,-1 3 50 16,0 0-56-16,-2 2 34 0,-2 5-53 0,4-9 42 15,-4 9-46-15,0 0 42 0,0 0 0 0,0 0-9 16,-6 9-5-16,3-4-2 0,-1 2-11 0,3 3-5 15,-2-1-4-15,2 3-3 0,0 0-7 0,-1 0-3 16,4 1-8-16,-1-2-8 0,0 0-3 0,3 1-2 16,1-3-3-16,0 1-7 0,3-3-9 0,2 0-23 15,-1-2-26-15,2-3-47 0,1-1-41 0,2-2-48 0,2-1-30 16,0-3 14-16,3 0-54 0,2-2-3 16,-2-3-57-16,1 1-264 0,5-6-120 0</inkml:trace>
  <inkml:trace contextRef="#ctx0" brushRef="#br0" timeOffset="171922.53">23204 12265 466 0,'11'-12'362'0,"-2"4"-43"15,-1-2-32-15,-2 2-3 0,-3-1-54 0,-1 2 50 16,-2 7-35-16,-1-10-12 0,1 10-12 0,-11-5-20 16,11 5-59-16,-17 1 37 0,4 3-68 0,0 1 38 15,-3 3-61-15,-2 1 41 0,1 3-65 0,-1 0 37 16,2 1-19-16,0 2-15 0,0 1-9 0,3-2-19 16,0 3-22-16,4-2-17 0,3-4-9 0,3 1-7 15,0-1-5-15,3-2 2 0,2-3-29 0,2 1-19 16,2-3-29-16,1-1-31 0,-7-3-31 0,19 0-31 15,-8-3-11-15,3-1 9 0,-1-2 12 0,1-1 14 16,0-2 19-16,-1 1 25 0,0-1 37 0,-2-1 21 16,0 3 33-16,-1-4 37 0,-3 5 33 0,1-2 26 15,-3 1-25-15,0 1 76 0,0 0-48 0,-1 0 56 16,-4 6-17-16,5-7-14 0,-5 7-5 0,0 0 4 16,6-7 12-16,-6 7-24 0,0 0-10 0,0 0-8 15,-2 10-7-15,2-10-10 0,-2 14-8 0,-1-6 0 16,2 7-7-16,0 0-2 0,-1 1 9 0,0 4-25 0,-1 4 14 15,2 0-17-15,-2 0 13 0,1 3-22 16,-2-3 17-16,0 3-18 0,2-1-1 0,-4-3 12 0,3 3 28 16,-4-2 17-16,0-2 12 0,0 1 12 15,-2-2 16-15,1 0-39 0,-2-2 56 0,0 1-45 0,0-4 47 16,-3-1-54-16,2 0 48 0,-3-1-62 0,-2-2-3 16,2-3-2-16,1-2-12 0,-1 1-6 0,2-3 43 15,-1-2-65-15,-1-1 29 0,2-2-66 0,1 0 23 16,-2-2-82-16,1 0 7 0,1-2-53 0,-2-3-55 15,4 0-49-15,-1-2-73 0,2-2-44 0,2 1-39 16,1-3-33-16,2 1-448 0,2-1-440 0</inkml:trace>
  <inkml:trace contextRef="#ctx0" brushRef="#br0" timeOffset="172272.08">23388 12411 462 0,'19'-11'431'0,"-1"1"-27"0,-3 0-5 15,0-2-26-15,-2 3-26 0,0-2-30 0,-3 4-17 0,-1-3-58 16,0 1 26-16,-1 1-78 0,-3-1 30 0,1 3-71 16,-2-2 36-16,1 0-77 0,-3 1 24 15,1 2-62-15,-3 5 30 0,1-9-59 0,-1 9 41 0,0 0-50 16,-7-7 39-16,7 7-51 0,-12 0 46 0,5 4-53 16,-3 1 41-16,-1 0-52 0,1 2 53 0,-3 4-56 15,4-1 42-15,-2 3-51 0,1-1 49 0,1 1-9 16,2 0 5-16,-3 2-9 0,6-1-18 0,-1 1 21 15,4-4-3-15,0 2-1 0,2 0-1 0,1-3 0 16,5 4-12-16,2-4 4 0,0-1 1 0,2 0-5 16,2-3-1-16,0 0-2 0,2-2 2 0,-2 0-40 15,1-4 36-15,-1 0-45 0,0 0 24 0,0 0-35 16,0-4 47-16,1 1-15 0,-3 1-30 0,0-1 2 16,-1 1-23-16,1-3-39 0,-4 0-37 0,3 3-46 15,-10 2-40-15,12-5-42 0,-12 5-50 0,10-7-40 16,-5 2-41-16,-5 5-61 0,9-7-394 0,-9 7-404 15</inkml:trace>
  <inkml:trace contextRef="#ctx0" brushRef="#br0" timeOffset="172639.23">24680 12047 67 0,'5'-17'613'0,"-3"-1"-181"16,-2-1-30-16,0 2-12 0,-2-2-5 0,-1 0-72 15,-1 2-25-15,-1 1-33 0,0 0-18 0,-1 2-30 16,1 1-34-16,-2 1-34 0,3 1-31 0,-2 3-22 16,1 3-16-16,-3 0-9 0,8 5-3 0,-15 0-17 15,5 4 6-15,-2 2-14 0,2 4 4 0,-3 4-8 16,2 6-5-16,-3 1-6 0,3 5 2 0,0 2 0 15,1 3-40-15,1 7 52 0,1 2-47 0,0-1 51 16,1 4-1-16,0-3-1 0,2 2 2 0,1 1 5 0,-1-1 6 16,3-7-5-16,-2 2-6 0,1-3-3 15,-2 0-9-15,3-3 2 0,-1 0-10 0,-1-6 3 16,2 1-6-16,-2-4-4 0,0 0-2 0,0-2-4 16,0-3-18-16,2-1-34 0,-1-2-35 0,-1-1-42 0,-1-1-65 15,1-4-73-15,-1 1-95 0,-2-3-59 0,0 0-28 16,7-6-74-16,-14 4-282 0,14-4-330 15</inkml:trace>
  <inkml:trace contextRef="#ctx0" brushRef="#br0" timeOffset="172789.21">24167 12550 67 0,'-4'-13'595'0,"3"2"-188"16,0 0-37-16,3 0-33 0,1-1-19 0,2-1-33 16,4 1-49-16,1-2-32 0,4-1-24 0,4 2-26 15,4-2-21-15,1 0-27 0,4 2-23 0,1 0-15 16,1 2-17-16,-1 0-37 0,3 1-45 0,0 0-105 15,-1 4-27-15,-2-3-71 0,-1 2-69 0,-4 2-59 16,3-2-393-16,-3 2-268 0</inkml:trace>
  <inkml:trace contextRef="#ctx0" brushRef="#br0" timeOffset="173191.42">24975 12228 278 0,'0'0'515'0,"0"0"-114"0,0 0 10 0,0 0-69 16,-12-2 29-16,12 2-32 0,-16 4-5 15,4 1-28-15,-1 0-64 0,-1 2 25 0,-2 0-69 16,-1 3 24-16,-1 2-73 0,3 0 19 0,-2 1-69 0,3 1 25 16,1 2-62-16,-2-1 32 0,6 0-60 0,0-1 36 15,3-1-55-15,-2 0 34 0,4 0-14 0,2-2-14 16,2-2-15-16,0 0-6 0,1-2-22 0,2-2-14 16,2 0-33-16,-5-5-39 0,14 4-35 0,-14-4-29 15,20-4 2-15,-8-1-41 0,1 1 3 0,2-4-1 16,-2 1 26-16,2-3 24 0,-2 1 31 0,1 0 26 15,-1-1 23-15,-3-1 15 0,1 1 35 0,1-1 20 16,-2 1 30-16,-2 1 36 0,-1-1 36 0,0 2 20 16,-1 1 26-16,0-1 4 0,-2 2-14 0,1 2-20 15,-5 4-23-15,7-8-16 0,-7 8 1 0,5-5 20 16,-5 5 4-16,0 0 2 0,0 0-3 0,3 8-5 16,-3-8-11-16,0 11-10 0,0-4-10 0,0 1-11 15,0 1-8-15,2-1-6 0,-1 4-9 0,-1-2 2 0,3 1-7 16,-1-1-8-16,2-1-10 0,-1-1-14 0,1 2-14 15,-1-3-20-15,3 0-32 0,0-1-33 16,0-1-70-16,-6-5-34 0,13 6-110 0,-13-6-15 16,15 0-72-16,-15 0-26 0,20-2-429 0,-8-2-420 0</inkml:trace>
  <inkml:trace contextRef="#ctx0" brushRef="#br0" timeOffset="173605.39">25298 12299 49 0,'0'-12'613'0,"0"12"-195"0,-1-8 14 0,1 8-76 15,-7-9 39-15,7 9-40 0,-9-4-18 0,9 4-34 16,-12-1-26-16,12 1-23 0,-14 4-28 0,6-2-29 16,-2 3-23-16,3 1-29 0,-2 0-13 0,3 2-21 15,-3 1-16-15,5 1-17 0,-1 0-16 0,1 2-8 16,0-2-9-16,3 2-3 0,0-2-15 0,1 1-1 16,2-1-8-16,0 0-6 0,0 0-6 0,3-4-7 15,1 2-21-15,0-2-17 0,1-3-34 0,-7-3-29 16,17 3-29-16,-7-5-14 0,2 1-12 0,-2-2-7 15,5-3-11-15,-2-1-9 0,0 1 14 0,0-3 22 16,-2 2 22-16,3-2 30 0,-5 0 16 0,3-2 15 16,-1 3 15-16,-2-3 10 0,-1 1-36 0,-1-1 91 0,1 5-22 15,-1-4 87-15,-4 3-17 0,4 0 64 0,-3-1-54 16,-2 3 34-16,2 1-67 0,-4 4 35 0,5-9-57 16,-5 9 67-16,0 0-34 0,0 0 71 15,0 0-42-15,0 0 56 0,0 0-57 0,-2 10 41 0,0-4-10 16,0 4-15-16,-1-1-20 0,2 1-8 0,-2 1-13 15,1 2-11-15,2-1-7 0,-2 0-8 0,2 1-2 16,0-2-5-16,2 0 1 0,0 1 0 0,0-3-4 16,0 2-2-16,1-3-20 0,1 0-12 0,-2 0-36 15,3-4-47-15,-1 1-52 0,-4-5-66 0,10 7-61 16,-10-7-72-16,13 1-59 0,-13-1-44 0,14-1-94 16,-14 1-250-16,14-7-321 0</inkml:trace>
  <inkml:trace contextRef="#ctx0" brushRef="#br0" timeOffset="173889">25745 12121 521 0,'-5'-12'536'0,"3"1"-78"0,-2 1-16 0,1 2 3 16,-2-1-53-16,3 1-42 0,-2 1-31 15,1 2-42-15,3 5-48 0,-2-12-46 0,2 12-35 0,-4-5-28 16,4 5-6-16,0 0-6 0,-5 5-16 0,5-5-9 15,-4 12-9-15,1-3-52 0,2 3 48 0,0 1-50 16,1 4 35-16,-3 2-55 0,3 1 43 0,0-1-50 16,0 3 41-16,0-1-4 0,0 1-10 0,0-2 1 15,0 0-6-15,0 1-5 0,0-2-14 0,0-2-15 16,0 2-29-16,0-2-38 0,0-4-43 0,0 1-36 16,3-1-70-16,-3-1-22 0,0-3-83 0,0 1-2 15,0-3-87-15,1 0-90 0,-1-7-318 0,2 10-376 16</inkml:trace>
  <inkml:trace contextRef="#ctx0" brushRef="#br0" timeOffset="174222.31">25931 12105 313 0,'2'-18'630'0,"1"2"-92"0,-1-1-59 0,2 2 11 16,-3-2-46-16,2 5-20 0,-1-1-22 0,-2 2-25 0,2 1-42 15,0 0-52-15,-2 2-45 0,2 1-47 0,-2 7-39 16,1-13-33-16,-1 13-32 0,1-6-2 0,-1 6-12 16,0 0-5-16,0 8-4 0,0-1-9 15,0 3-1-15,-1 3-29 0,0 3 18 0,-1 2-25 0,1 0 15 16,0 4-21-16,-1 3 16 0,0-1-26 0,-1 0 19 16,2 2-22-16,-3-1 18 0,3-2-20 0,-2 0 18 15,2-2-4-15,1-2-13 0,0 0 12 0,0 1-2 16,-2-3 1-16,4-2 0 0,-2 2-1 0,3-4 6 15,-1 0 8-15,3-1-4 0,-2-4 2 0,3 2-4 16,-2-3-1-16,4 2-7 0,2-6-25 0,-2 2-16 16,2-1-27-16,1-4-39 0,1 3-70 0,-2-6-72 15,3 2-68-15,-3-2-45 0,5 0-89 0,-3-2-75 16,0-1-57-16,0-2-505 0,0 1-698 0</inkml:trace>
  <inkml:trace contextRef="#ctx0" brushRef="#br0" timeOffset="174405.7">25888 12222 526 0,'-14'-3'591'0,"5"0"-114"0,9 3 27 16,-15-3-87-16,15 3 7 0,-13-3-112 0,13 3-13 16,-7-5-106-16,7 5 8 0,0 0-85 0,1-8 17 15,-1 8-90-15,13-6 0 0,-1 2-65 0,0 1-75 16,3 0-66-16,3-2-79 0,1 4-76 0,3-2-60 15,-3 1-56-15,5-1-395 0,-2-1-366 0</inkml:trace>
  <inkml:trace contextRef="#ctx0" brushRef="#br0" timeOffset="174755.43">26343 12137 290 0,'0'0'486'0,"0"0"-60"15,0 0-38-15,-4-7-21 0,4 7-15 0,0 0-38 16,-16-1-13-16,16 1-21 0,-12 0-25 0,12 0-25 15,-14 1-40-15,14-1-31 0,-14 4-26 0,14-4-65 16,-11 4 37-16,11-4-54 0,-10 5 47 0,10-5-51 0,-8 8 42 16,8-8-54-16,-3 11 40 0,3-11-56 15,-1 10 41-15,2 0-56 0,3-1 43 0,0-2-55 16,1 1 41-16,0 1-58 0,3 1 35 0,-2 0-11 0,3-1-7 16,-1 0-10-16,1 2-1 0,-2-2-1 0,1 2 3 15,-1-2-2-15,1-1 3 0,-4 1-5 0,3-1-1 16,-2-1-2-16,-1 2 5 0,-2-2 2 0,2-1 5 15,-3 1 9-15,-1-7-5 0,0 12 9 0,-3-7 11 16,0 2 8-16,-3-2 11 0,0-1 12 0,-1 2 4 16,-3-2-2-16,1-1-1 0,-2-1-1 0,-3 1 0 15,1 0-3-15,0-1-12 0,0-1-2 0,-4 0-7 16,4-1-2-16,0 0-3 0,-2 0-2 0,2-1 0 16,1-2-14-16,0 0-60 0,-1 0-62 0,3-1-70 15,1 1-69-15,1-2-82 0,1 0-94 0,2 0-64 16,2-2-496-16,-1 0-601 0</inkml:trace>
  <inkml:trace contextRef="#ctx0" brushRef="#br0" timeOffset="175005.41">27022 12289 65 0,'0'0'809'0,"0"0"-179"0,11-3-77 0,-11 3-60 0,0 0-55 16,9-5-57-16,-9 5-42 0,7-5-50 0,-7 5-90 16,11-4 14-16,-1 1-93 0,-1 0 11 0,2 2-61 15,3 0 27-15,-3-1-65 0,6-1 18 0,-3 2-88 16,1 0-2-16,-1-1-67 0,1 1-59 0,-2 1-52 16,1 0-58-16,-1 0-54 0,-3 1-42 0,3 1-13 15,-4 0-65-15,0 1-351 0,-9-3-324 0</inkml:trace>
  <inkml:trace contextRef="#ctx0" brushRef="#br0" timeOffset="175205.49">27086 12416 290 0,'-13'5'573'0,"3"-1"-114"16,1 0 15-16,0-1-24 0,9-3-3 0,-12 4-21 16,12-4-28-16,-11 5-28 0,11-5-42 0,0 0-49 0,-5 2-41 15,5-2-36-15,0 0-32 0,16 3-26 0,-16-3-28 16,17 0-20-16,-4-3-53 0,-2 3 27 15,3 0-50-15,2 0 31 0,2-2-12 0,-1 2-16 16,1 0-10-16,0-2-30 0,1 2-36 0,-1-1-51 0,1 1-39 16,-2 0-41-16,-2 0-65 0,1 0-23 0,-4 0-77 15,1 1-56-15,1-1-109 0,-14 0-557 0,19 0-686 16</inkml:trace>
  <inkml:trace contextRef="#ctx0" brushRef="#br0" timeOffset="181322.09">28291 12192 24 0,'1'-11'578'0,"0"2"-125"0,-1 9-77 0,0-12 19 16,0 12-35-16,2-10-57 0,-2 10-57 0,0-9-64 15,0 9-12-15,0 0-41 0,-2-7 30 0,2 7-3 16,0 0 21-16,-5 9-19 0,1 1-5 0,0 0-3 16,-2 2-20-16,0 2-17 0,-1 5-12 0,0-1-11 15,0 1-10-15,-2 1-19 0,2 1-4 0,0-2-17 16,1 1 0-16,-2 1-12 0,1-1-2 0,0 0-9 16,-1-1 1-16,2 1-9 0,0-4-3 0,1-2-18 15,-2 3-15-15,3-4-27 0,0-1-33 0,-1-1-49 16,3-1-52-16,-1 0-36 0,3-3-48 0,0 1-79 15,2-3-96-15,-2-5-100 0,11 7-286 0,-3-3-373 0</inkml:trace>
  <inkml:trace contextRef="#ctx0" brushRef="#br0" timeOffset="181654.2">28661 12303 23 0,'2'-12'652'16,"-1"3"-219"-16,-2 2 5 0,-1-2-54 0,-3 2 11 15,1 0-65-15,-2 2-22 0,-2 1-49 0,1-2-19 16,-2 4-36-16,-2 2-10 0,-1 0-18 0,1 2-19 16,-4 4-16-16,2 1-23 0,-5 3-20 0,4 2-19 15,-2 3 2-15,3 2-32 0,0 0 4 0,2-1-18 16,2 2 3-16,1 2-10 0,6-3 1 0,0-1-10 16,4 1 2-16,2-1-9 0,4-2 2 0,1 3-13 15,4-2-4-15,0-1-10 0,5-4-11 0,-2 2-9 16,5-5-10-16,-1 1-8 0,1-2-7 0,0-3-1 15,-1-2 4-15,1-1 7 0,-2-1 8 0,3-2 8 16,-3-1 7-16,0-3 8 0,1 1 16 0,-2-3 15 0,-1-1 8 16,-4-1 14-16,-1 1 7 0,-1-2 14 15,-2-1 2-15,-1-1 12 0,-4-2-6 0,1 0 8 16,-4 1-6-16,-1-1-8 0,-3-1-11 0,-2 0-9 0,0 3-3 16,0-1-12-16,-4 1-2 0,0 2-11 0,-4-2-15 15,3 3-33-15,-5 4-38 0,-1-3-51 0,-1 4-75 16,-1 5-53-16,-3 1-119 0,0 0-76 15,-5 3-124-15,1 4-415 0,-4 2-584 0</inkml:trace>
  <inkml:trace contextRef="#ctx0" brushRef="#br0" timeOffset="196019.21">784 10318 521 0,'0'0'410'0,"0"-9"-72"0,0 9-102 16,0 0-16-16,0 0-53 0,0 0 4 0,0 0-4 15,-5 5-17-15,2 4-22 0,-2 2-19 0,2 3 11 16,-4 2-22-16,-2 3 7 0,3-1-20 0,-4 2 7 16,2 1-21-16,-1-1 0 0,-1 1-26 0,-1-1 5 15,1-1-20-15,0 2 7 0,1-3-17 0,0 0 10 16,-1 0-14-16,2-5 21 0,-2 3 1 0,4-6 10 16,-2 2-17-16,3-3 10 0,0 1-4 0,0-5 33 15,1 2-6-15,1 0 26 0,3-7-32 0,-7 8 12 16,7-8-39-16,-3 7 12 0,3-7-31 0,0 0 17 15,0 0-33-15,0 0 25 0,0 0-25 0,0 0 20 16,0 0-27-16,10-3 25 0,-10 3-2 0,14-8-5 16,-5 4-1-16,3 1-4 0,-2-2 0 0,3 1-2 15,0-1 2-15,2 3-5 0,0-4-23 0,3 2 20 16,0 2-33-16,0-2 14 0,0 1-42 0,0 0 6 16,-2 1-24-16,2 2-6 0,0-3-29 0,-4 3 1 15,1 0-19-15,0 0-27 0,-4 3-13 0,3-2-81 16,-2 2 9-16,-1-2-87 0,-11-1-54 0,18 4-201 0,-18-4-104 15</inkml:trace>
  <inkml:trace contextRef="#ctx0" brushRef="#br0" timeOffset="196252.55">836 10417 379 0,'-6'-6'450'0,"6"6"-96"0,-8-8-97 0,8 8-54 15,-5-4-39-15,5 4-30 0,0 0 3 0,-4 8-8 16,6-1-3-16,-1 4-9 0,-1 2-10 0,5 6-18 16,-1-2-16-16,-1 2-4 0,0 3-17 0,4-1-7 15,-2 3-15-15,-1-1-2 0,1 1-6 0,0 0-2 16,-1 0-13-16,2-2 8 0,-1 2-8 0,-1-2 4 16,3 1-7-16,-4-2 4 0,3-4-49 0,-4 0-107 15,4-1-53-15,-2-4-112 0,0 1-429 0,-1-2-249 16</inkml:trace>
  <inkml:trace contextRef="#ctx0" brushRef="#br0" timeOffset="196668.66">1769 10258 204 0,'-3'-15'335'0,"0"1"-4"0,0 0-93 15,1-1 19-15,-2 0-86 0,0-2 21 0,0 1-54 16,1 2 20-16,-1-1-32 0,0 2 3 0,-1-1-12 16,1 4-2-16,0-2 0 0,0 4-6 0,-2-1-20 15,1 1-12-15,1 2-15 0,-1-1-14 0,-3 3-12 16,8 4-5-16,-13-4-13 0,13 4-3 0,-15 4-14 15,6 0 8-15,0 3-33 0,0 5 32 0,3 0-16 16,-4 7 14-16,3 1-4 0,-2 3 9 0,4 4-10 16,-1 3 7-16,2 3-9 0,4-1 16 0,-1 0-23 15,1 2 19-15,0 0 3 0,1-1-3 0,-1-2 0 16,3 3 3-16,-1 0-6 0,3-2-1 0,-1-1 1 16,-2 1-4-16,1-6 5 0,0 1-16 0,-1-3 12 0,1 2-8 15,-2-2 6-15,2-1-9 0,-2-4 8 0,0 1-34 16,3-4-39-16,-4-3-37 0,1-2-90 15,-1 1-9-15,0-2-100 0,0 0-113 0,-1-4-168 16,-3 0-102-16</inkml:trace>
  <inkml:trace contextRef="#ctx0" brushRef="#br0" timeOffset="196835.66">1459 10689 176 0,'-5'-12'493'0,"2"3"-120"0,0-2-13 0,1 4-56 16,2-3-46-16,0 3-44 0,0-2-41 0,1 2-37 15,3-5-29-15,0 4-14 0,1-1-33 0,3 0 0 16,1 0-17-16,1-1-3 0,2 1-12 0,1 2-2 16,3-1-22-16,-1 0-88 0,4 2-53 0,2-1-137 15,-1 2-90-15,-3 0-295 0,3 2-170 0</inkml:trace>
  <inkml:trace contextRef="#ctx0" brushRef="#br0" timeOffset="197318.2">1900 10464 407 0,'-8'-7'443'0,"8"7"-68"0,0 0-41 0,-4-7-33 0,4 7-57 16,0 0-16-16,0 0-65 0,-5-4-23 0,5 4-42 15,0 0-11-15,0 0-29 0,0 0-9 0,0 0-17 16,0 0-2-16,0 0-13 0,0 0 16 0,0 0-27 16,4 4 10-16,-4-4-18 0,6 10 21 0,-6-10-14 15,8 9 9-15,-6-2-12 0,1-2 11 0,1 3-15 16,0-2 9-16,-3 1 3 0,4-2-3 0,-5 3-4 15,4-1 2-15,-4-1 3 0,3 1-6 0,-3-7 1 16,2 11 3-16,-2-11-7 0,1 14 5 0,-1-14 1 16,0 10 2-16,0-10-6 0,-1 9 6 0,1-9 2 15,0 6 6-15,0-6 18 0,0 0 13 0,-5 5 13 0,5-5 1 16,0 0 5-16,0 0-11 0,0 0-5 16,0 0-9-16,-9-2-14 0,9 2-5 0,-1-8-16 15,1 8 12-15,-3-12-18 0,3 5 10 0,0-1-12 0,1 0 7 16,2-1-10-16,-2-1 10 0,3 2-18 15,0-3 11-15,1 2-33 0,3 0-17 0,-2-2-47 0,3 1-14 16,1 2-20-16,-1-2-62 0,3 4-23 0,-1-3-51 16,2 4-2-16,1 0-62 0,-1 0-277 0,-2 2-122 15</inkml:trace>
  <inkml:trace contextRef="#ctx0" brushRef="#br0" timeOffset="197718.17">2315 10410 104 0,'10'-6'544'0,"-10"6"-141"15,5-4-24-15,-5 4-56 0,0-7-39 0,0 7-17 16,-2-7-59-16,2 7-12 0,-8-7-39 0,8 7-18 16,-10-7-17-16,10 7-19 0,-13-3-28 0,13 3-6 15,-18-2-31-15,9 4 4 0,-1 1-21 0,0 1 8 16,-2 3-17-16,2 1 4 0,-1 2-12 0,2 1 10 16,-3 0-16-16,4 1 9 0,2 2-18 0,0 1 14 15,2-3-7-15,-1 1-3 0,2-1 2 0,2-2-9 16,1 1 3-16,0 0-4 0,3-2-22 0,-2 0-14 0,4 0 3 15,-3-4-5-15,2 1-6 0,1-2-18 0,-5-4-13 16,12 4-11-16,-12-4 2 0,15 0-2 0,-15 0-3 16,13-7 12-16,-3 3 40 0,-2-1-24 15,-2-1 52-15,2 0-34 0,-3-1 50 0,3-1-34 0,-3 0 48 16,0 2-35-16,-1-5 37 0,0 3-40 0,-3-1 49 16,1 0-11-16,2 2 60 0,-4 1-4 0,3 1 13 15,-3 5 2-15,1-12-12 0,-1 12-21 0,1-8-19 16,-1 8 6-16,0 0-7 0,0 0-8 0,0 0-6 15,0 0-1-15,7 4-4 0,-6 2 3 0,-1-6 0 16,5 11 2-16,-2-1-6 0,1-3-1 0,-2 2 0 16,3 0 1-16,-1-1 1 0,0 3 0 0,1-2-45 15,-1 0 48-15,1 0-101 0,-1-1-16 0,2-1-57 16,-1 1-55-16,-1-1-88 0,4-4-295 0,-8-3-114 16</inkml:trace>
  <inkml:trace contextRef="#ctx0" brushRef="#br0" timeOffset="198302.52">2536 10430 434 0,'0'0'530'15,"-4"-7"-58"-15,4 7-56 0,-1-8-58 0,1 8-66 16,0 0-67-16,0 0-50 0,-4-4-36 0,4 4-26 0,0 0-43 16,-1 10 10-16,1-10-11 0,0 12-16 0,0-1-9 15,1-3-8-15,-1 4-3 0,3 0-10 0,-2 0-2 16,0 1 2-16,1-2-30 0,1 4 22 0,-3-2-22 15,3-2 26-15,-2-1-42 0,2 0 40 0,-2-2-25 16,0-2 25-16,2 3-25 0,-2-4 26 0,-1-5-21 16,4 10 23-16,-4-10-26 0,0 0 19 0,0 0-25 15,0 0 19-15,10-4-1 0,-10 4-2 0,8-9-1 16,-4 1-1-16,-2-1-1 0,2 0-2 0,0 0 0 16,1-2 2-16,0 0-2 0,-1 0-1 0,0 1 2 15,0-1-2-15,-1 1-2 0,1 2-4 0,0 0 1 16,-1 3-7-16,-1-2 2 0,-2 7 5 0,9-8 1 15,-9 8 2-15,8-2 1 0,-8 2 0 0,9 2-2 16,-9-2 10-16,11 6-5 0,-4-1 2 0,-1 1 0 0,-1 1-1 16,3 1 0-16,-2 0-4 0,-1-2 5 15,2 2-2-15,-1-1-2 0,-2-1-1 0,1 1-1 16,0 0-5-16,0-4 1 0,-5-3-27 0,8 8 8 16,-8-8 30-16,10 4 0 0,-10-4 0 0,0 0-7 0,13-2 6 15,-13 2-31-15,9-9 33 0,-4 5 2 0,3-3-3 16,-3-1 1-16,0 0-8 0,0-1 8 15,0-1-4-15,3-2 3 0,-3 0-13 0,0 0 15 0,0-1-7 16,-1 4 25-16,1-3 0 0,0 4 14 0,0-1-10 16,-2 1 8-16,1 2-9 0,-2 0-8 0,-2 6-3 15,7-8 13-15,-7 8 2 0,7-2 7 0,-7 2 10 16,10 3 1-16,-10-3-1 0,12 7 0 0,-6-1-5 16,2 0-6-16,0 2-5 0,-2 0-4 0,1 0-9 15,1 1 1-15,0 0-2 0,0 3-9 0,-2-3 3 16,3 1-1-16,-1 1-17 0,-2 0-14 0,-1-4-66 15,3 2-28-15,-3-1-82 0,0 1-18 0,-1-3-119 16,1 0-47-16,0 0-124 0,-1 0-242 0,-4-6-258 16</inkml:trace>
  <inkml:trace contextRef="#ctx0" brushRef="#br0" timeOffset="198668.09">3208 10551 257 0,'9'-6'589'0,"-9"6"-174"15,9-6-18-15,-9 6-88 0,9-11-14 16,-5 5-49-16,1-1-34 0,-1-1-22 0,1 1-26 0,0-4-31 16,-1 2-20-16,2-3-3 0,1 1-20 0,-2-2-8 15,1 1-13-15,-2-2-8 0,1 4 21 0,-3-2 2 16,1 1 6-16,-3 0-1 0,3 2-6 0,-3-1-5 16,-2 2-6-16,1 0-1 0,0 2-20 0,-2-1-6 15,0 2-10-15,3 5-10 0,-7-5-10 0,7 5-3 16,-13 0-1-16,13 0-5 0,-15 7-2 0,9 0-3 15,-3 1 1-15,2 2-1 0,-3 2-1 0,5 0 0 16,0 0-5-16,1 0 6 0,0 2-9 0,4-3 9 16,-1 1-8-16,2 2 11 0,2-2-9 0,-1-3 7 15,3 3-3-15,2-2 11 0,-1 1-9 0,3-2 5 16,-1-3-5-16,1 0 10 0,1 0-4 0,-1-1-1 16,1-2-6-16,0 0 6 0,2 0-7 0,-2-3 9 15,3 0-11-15,-3 0 5 0,2-2-48 0,-1 1-25 0,1-3-64 16,-1 2-28-16,-1-3-41 0,1 1-42 15,-1 2-46-15,-1-4-52 0,0 1-48 0,1 1-61 16,-3-1-271-16,1-2-230 0</inkml:trace>
  <inkml:trace contextRef="#ctx0" brushRef="#br0" timeOffset="198985.18">3639 10321 443 0,'4'-11'471'0,"-2"0"-40"0,1 2-28 0,-2 2 10 15,-1-1-17-15,0 1-7 0,0-1-23 0,-1 1-12 16,-1 2-50-16,0-2-18 0,2 7-78 0,-5-9-27 15,5 9-72-15,-8-6 6 0,8 6-38 0,-10-2-1 16,10 2-30-16,-13 2 3 0,13-2-25 0,-14 8 7 16,9-3-40-16,0 0 32 0,0 2-22 0,2-2 10 15,1 2-16-15,0 0 16 0,2 1-27 0,2-1 20 16,0 1-13-16,1-1 14 0,2 2-15 0,0-2 14 16,0 1-11-16,4 1 8 0,0-2-6 0,1 2 10 15,2-1-14-15,-3 1 12 0,1-1-12 0,0 1 14 16,-1-1-22-16,0 1 5 0,0-1-10 0,-3-2 9 15,1 2-1-15,-2 0 18 0,-1 0-10 0,-2 1 14 16,1-2-8-16,-3 0 8 0,-1 0-6 0,-2 1 8 16,-1 0-10-16,-1-2 10 0,-3 2-10 0,-1-1 9 15,0-2-12-15,-1 4 7 0,-4-4-8 0,1 2-28 0,-2-2-58 16,0 1-42-16,-2-2-82 0,-1 1-31 0,-1 1-104 16,1-2-68-16,-4 2-52 0,-2-2-525 15,1 2-593-15</inkml:trace>
  <inkml:trace contextRef="#ctx0" brushRef="#br0" timeOffset="199668.21">1089 10986 112 0,'0'0'342'0,"0"0"-97"15,-10-1-27-15,10 1-22 0,0 0 0 0,-10 1-9 16,10-1-6-16,0 0-10 0,-11 3-6 0,11-3-10 16,-10 3-16-16,10-3-25 0,0 0-5 15,-10 2-19-15,10-2-7 0,0 0-9 0,-6 5-3 0,6-5-15 16,0 0 7-16,-6 4-3 0,6-4 2 0,0 0-2 16,0 0-7-16,-6 4 1 0,6-4-8 0,0 0-7 15,0 0-5-15,0 0-4 0,0 0 3 0,0 0 6 16,3 7 21-16,-3-7 4 0,6 5 14 0,-6-5 24 15,12 4 9-15,-1-3 10 0,1 0-40 0,1 2 48 16,2-2-33-16,5-1 2 0,1 0-34 0,5 0 17 16,2 0-32-16,2-1 16 0,6 0-30 0,5-1 21 15,-1 0-30-15,8 0 19 0,2-2-31 0,1 1 19 16,1 1-25-16,1 0 20 0,3-2-12 0,0 1 5 16,0 1-5-16,2-2-1 0,-2 0-7 0,1 1 4 15,-1 2-3-15,0-2-7 0,0-1 8 0,0 0 0 16,-1 1-1-16,-1 0-3 0,1-1 1 0,-3 0-2 15,2 0-7-15,-4 1 9 0,-3 1-5 0,-6-2-6 0,0 1 7 16,-4 1 4-16,-1-1-4 0,-6 0-6 0,1 1 19 16,-4-1-11-16,1 2 8 0,-4-2-12 15,-3 2 13-15,-1 0-17 0,1-2 11 0,-6 3-9 16,0-3 8-16,-2 2-12 0,1 0 15 0,-4-1-13 0,1 1 13 16,-11 1-10-16,16-1 14 0,-16 1-10 0,13 0 10 15,-13 0-14-15,11-3 21 0,-11 3-38 0,0 0-9 16,11 0-29-16,-11 0-58 0,0 0-47 0,0 0-57 15,0 0-49-15,-5-5-66 0,5 5-74 0,-14 0-40 16,14 0-544-16,-22 2-586 0</inkml:trace>
  <inkml:trace contextRef="#ctx0" brushRef="#br0" timeOffset="200151.31">1422 11127 452 0,'-19'1'365'0,"4"1"-80"0,3-1-38 16,0 0-21-16,12-1-10 0,-18 2-18 0,18-2-18 16,-12 0-25-16,12 0-32 0,0 0-29 0,-16 0-21 0,16 0-16 15,0 0-12-15,0 0-7 0,0 0-11 16,0 0-2-16,0 0 3 0,0 0-21 0,7-6 38 0,-7 6-8 15,15-1 21-15,-5 1-9 0,3-1 10 0,1 1-1 16,3 0 16-16,3-1-8 0,2 1 12 0,3 0-6 16,5-2 11-16,-1 2-13 0,8-1 21 0,3 1-16 15,1-3 7-15,7 2-21 0,2-2 17 0,1 0-24 16,3-2 12-16,-3 3-28 0,4-3 23 0,0 1-30 16,-2-3 38-16,0 2-12 0,1-1-4 0,-2 0-9 15,2 1-4-15,-4-2-5 0,-2 1-10 0,0-1 2 16,-1 3-4-16,-9-2 0 0,0 1 0 0,-2 1 7 15,-1-1 13-15,-4 0-8 0,0-1 2 0,-4 2-5 16,-4 2 5-16,-2-1 8 0,-2 1 8 0,0-2 2 16,-4 3 19-16,2-3-25 0,-6 4 24 0,1-2-24 15,-1 1 27-15,-2 1-30 0,-9 0 24 0,17-3-23 16,-17 3 26-16,13-1-47 0,-13 1 30 0,10-3-44 16,-10 3 24-16,10-3-35 0,-10 3 36 0,0 0-45 0,12 2 17 15,-12-2-63-15,0 0-25 0,6-5-84 0,-6 5-64 16,0 0-105-16,0 0-71 0,0 0-180 15,0 0-647-15,-9-1-837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0T05:37:53.977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6798 1226 45 0,'15'-2'924'15,"-15"2"-265"-15,14 0-150 0,-14 0-85 0,0 0-80 16,13-1-48-16,-13 1-42 0,0 0-37 0,0 0-40 16,11 1-37-16,-11-1-31 0,0 0-27 0,0 0-58 15,0 0-101-15,0 0-127 0,0 0-77 0,0 0-189 16,7 4-522-16,-7-4-587 0</inkml:trace>
  <inkml:trace contextRef="#ctx0" brushRef="#br0" timeOffset="916.33">3617 3021 412 0,'-2'-11'529'16,"-2"3"-66"-16,1 0-57 0,0 3-18 0,3 5-74 15,-3-9-41-15,3 9-67 0,-7-8-35 0,7 8-60 16,-3-5-5-16,3 5-30 0,0 0-5 0,-3 10-23 16,3 1 8-16,0 2-23 0,1 6 5 0,1 4-15 15,0 3 3-15,-1 6-11 0,3 1 4 0,-3 2-14 16,2-2 15-16,-2 2-15 0,2-1 15 0,-2-1-22 16,0-5 18-16,1 0-12 0,-1-1 12 0,0-4-17 0,1 1 16 15,-1-3-17-15,-1-3 13 0,1-3 5 0,-1-3-5 16,1 2 6-16,1-2 2 0,-2-4 25 15,1 1 26-15,-1-3 0 0,0-6-9 0,0 9-17 0,0-9-8 16,0 0-10-16,0 0-24 0,1-12 17 0,-1 5-25 16,2-3 21-16,-4-2-39 0,2-3 40 0,-1-3-22 15,0-2 20-15,-2-5-22 0,1-1 21 0,-1-5-21 16,-2-1 20-16,1-1-19 0,-1-2 22 0,0 1-22 16,1 0 16-16,0 1 1 0,2 1-20 0,-1 4 15 15,2 0-18-15,1 2 19 0,0 2-20 0,1 1 19 16,2 0-17-16,-1 3 18 0,2 3-29 0,1 1 28 15,0-1-20-15,0 4 18 0,2-1-20 0,-1 2 17 16,3 4-19-16,1-1 20 0,-1 3-20 0,1 1 19 16,3 4-19-16,-1-2 19 0,-12 3-13 0,24 3 18 15,-11 0-20-15,1 0 19 0,-1 3-19 0,1 1 19 16,-3 2-22-16,2-1 24 0,-4 4 1 0,-1-2-18 16,-2 3 19-16,-2 1-16 0,-1-2 16 0,-1 2-18 15,-5-2 20-15,1 4-21 0,-3 0 25 0,0-2-21 0,-3 1 13 16,0-1-14-16,-2-1 19 0,1-1-21 15,0 0-16-15,-2-1-42 0,2-2-32 0,0 0-37 16,0-1-17-16,1-1-29 0,2-1-80 0,-1-2-9 0,7-4-60 16,-6 7-62-16,6-7-324 0,0 0-225 0</inkml:trace>
  <inkml:trace contextRef="#ctx0" brushRef="#br0" timeOffset="1333.27">4077 2912 270 0,'8'-9'506'0,"-3"4"-49"0,-1-2-47 16,-4 7-44-16,4-8-37 0,-4 8-71 0,-3-7-33 16,3 7-42-16,-8-5-17 0,8 5-43 0,-12 0-12 15,4 3-31-15,-2 4-6 0,-2 0-21 0,1 0-2 16,-2 3-7-16,3 2-18 0,-2 1 4 0,-2 1-17 16,5 0 8-16,1-2-14 0,2 0 1 0,-3 2-10 15,4-1 14-15,1-2-14 0,3 0 2 0,0-1-26 16,-1-1 14-16,4-2-22 0,0 2 18 0,1-4-12 15,2 0 7-15,-5-5-12 0,11 6-1 0,-11-6-32 16,17 0 4-16,-8-2-11 0,1-2 6 0,0-1-1 16,1 0 16-16,0-3 13 0,-1 0 1 0,1-1 11 0,-3 0 6 15,0-2 5-15,0 4 13 0,-3-3 19 0,0 2-14 16,0 0 58-16,-1 0 6 0,-1-1 31 16,-1 2 6-16,-1 2 21 0,-1 5-25 0,3-11-2 15,-3 11-39-15,3-9-1 0,-3 9-32 0,0 0 8 0,0 0-19 16,0 0 7-16,0 0 1 0,0 0-7 0,2 7 5 15,-2-7-7-15,1 14-4 0,1-6-2 0,0 1-23 16,1 1 24-16,-1-1-19 0,2 1 9 0,0-1-33 16,0-1-10-16,1 1-28 0,1-1-12 0,2 0-45 15,1-1-7-15,-1-3-26 0,3 0-80 0,-1 0-32 16,2-4-104-16,2 0-24 0,-1 0-244 0,1-3-157 16</inkml:trace>
  <inkml:trace contextRef="#ctx0" brushRef="#br0" timeOffset="1783.16">4476 2883 152 0,'3'-12'545'16,"-1"3"-91"-16,-1-1-34 0,-2 2-9 0,1 0-37 16,-3 2-42-16,3-1-64 0,-6 1-26 0,6 6-63 15,-6-7-21-15,6 7-50 0,-12-2-5 0,12 2-34 0,-17 5 3 16,10 2-31-16,-4 0 11 0,0 3-27 16,2 1 9-16,0 1-1 0,0 2-2 0,3 0-10 0,1 1-5 15,0-1-5-15,2 1-28 0,0-1-3 16,2-1-30-16,1-1 1 0,1-1-24 0,2-1 13 0,1 0-16 15,0-2 14-15,1 0-15 0,0-3 7 0,4 0-25 16,-3-1 8-16,-6-4-4 0,16 2 0 0,-16-2 16 16,17-2 5-16,-9 0 22 0,1-2 3 0,0-1 9 15,-1 0 12-15,-2-1 5 0,2 2 14 0,-2-1 28 16,-1-2-2-16,-5 7 45 0,9-12-5 0,-9 12 17 16,7-7-17-16,-7 7 2 0,7-4-30 0,-7 4 0 15,0 0-22-15,8-6 13 0,-8 6-14 0,5 7 10 16,-5-7-22-16,8 12 19 0,-4-4-12 0,1 2 12 15,-3 3-16-15,3 2 9 0,-1 0-11 0,1 2 15 16,0 2-19-16,1 3 23 0,-3 0-10 0,1 0 26 16,-1 2-8-16,-3-1 15 0,0 0-11 0,-3 3 27 15,0-2 3-15,-1-2 25 0,-3 2-11 0,1-2 35 16,-3 0-8-16,-1-2 37 0,-2 3-1 0,0-6-9 16,0-1 0-16,-1-3-15 0,-2 0-15 0,3-4-11 0,-3 0-16 15,2-3-16-15,-2 0-16 0,2-2-10 16,0-3-27-16,-1 0-31 0,0-3-46 0,0-2-51 15,0-2-60-15,0-2-74 0,0-4-49 0,0-2-49 0,1-2-115 16,4-1-30-16,0-1-384 0,3-1-445 0</inkml:trace>
  <inkml:trace contextRef="#ctx0" brushRef="#br0" timeOffset="2100.25">4701 3049 223 0,'16'-8'573'0,"1"1"-82"0,-3 0-70 15,0 0-37-15,-1-1-44 0,1-1-45 0,-4 0-19 16,3 0-25-16,-4 1-24 0,0-2-23 0,0-1-26 16,-2 1-22-16,0 1-6 0,-2-1-7 0,-1 3 14 15,0-1-4-15,-2-1-13 0,-2 3-25 0,0 6-27 16,0-13-14-16,-2 9-26 0,2 4-3 0,-7-7-9 16,7 7-10-16,0 0-8 0,-19 4-4 0,10 1-5 15,0 1 1-15,1 3 15 0,0 1-18 0,0 3 15 16,0 1-20-16,3 0-5 0,-1 1-7 0,2 2 13 15,3-3-4-15,-1 1 4 0,4-3-1 0,-1 4 1 16,4-3-4-16,1 0-2 0,1 0 7 0,0-2 7 0,5-2-1 16,-2 0-4-16,2-1-19 0,2-4 22 15,-4 0-11-15,3-2-11 0,1 0-19 0,0-2-26 16,0-2-36-16,0-1-43 0,1 0-54 0,1-4-53 0,-4 2-63 16,0 1-95-16,-1-1-64 0,2-3-135 0,-4 1-273 15,1 1-425-15</inkml:trace>
  <inkml:trace contextRef="#ctx0" brushRef="#br0" timeOffset="3567.38">5981 2822 174 0,'0'0'369'0,"0"0"-90"0,-1-7 24 15,1 7-77-15,0 0 16 0,-3-5-55 0,3 5 3 16,0 0-31-16,0 0-17 0,0-9-12 0,0 9-15 0,0 0-14 16,0 0-24-16,0-5-6 0,0 5-31 0,0 0 3 15,0 0-11-15,0 0-4 0,0 0 1 0,5 4 17 16,-5-4-12-16,8 13 15 0,-4-6-13 0,2 0 10 15,-2 3 2-15,1 1-4 0,-1 1 0 0,1 1-12 16,-1 1 4-16,2-1-3 0,-2 1-5 16,-1-2-1-16,-2 3-3 0,2-2-21 0,-2-2 16 0,0 4-3 15,-1-6 17-15,0 4-2 0,0-3 19 0,0-1-5 16,-1 1 18-16,0-3 11 0,1 0 32 0,-3 0 17 16,3-7 3-16,-3 9-18 0,3-9-1 0,-5 5-22 15,5-5-15-15,0 0-18 0,-10-4-6 0,10 4-13 16,-4-10-7-16,3 5-10 0,0-4 0 0,1-1-5 15,0 1-4-15,1-4 0 0,0 1-14 0,3-2-21 16,0-2-24-16,2 2-34 0,-1 1-7 0,3-3-42 16,0 3-13-16,2 0-39 0,0 0-13 0,-1 2-17 15,4 2-77-15,0-1-19 0,1 4-55 0,-1-1-80 16,-2 4-236-16,3 2-192 0</inkml:trace>
  <inkml:trace contextRef="#ctx0" brushRef="#br0" timeOffset="3866.61">6387 2994 423 0,'7'-6'399'0,"-3"-1"-23"0,1-2-41 0,0 0-30 15,0-5-40-15,1-1-12 0,1 0-50 0,-1 1-3 16,1-3-29-16,-2 0 0 0,-1 2-25 0,-2-2 2 16,3 3-35-16,-4-3 5 0,1 3-23 0,-2 1 22 15,0 1-18-15,-2 1 14 0,1 1-46 0,-4 0 2 16,3 3-35-16,-2 0 10 0,4 7-30 0,-12-4 18 15,12 4-30-15,-16 3 22 0,7 4-29 0,0 1 26 16,-2 4-28-16,1 5 24 0,2 0-2 0,2 0-3 16,-1 3-3-16,1 1 0 0,4-4-3 0,1 2-14 15,1 0-11-15,1-2-5 0,3 1-2 0,1-1-14 16,1-2-10-16,2-2-20 0,2 2 4 0,1-5-30 16,1 0-6-16,2-2-46 0,3-3-32 0,-2-3-65 15,4-1-15-15,-1-2-77 0,0-1-55 0,1-3-355 0,1-1-255 16</inkml:trace>
  <inkml:trace contextRef="#ctx0" brushRef="#br0" timeOffset="4099.42">6804 2599 242 0,'-4'-16'560'0,"0"3"-74"0,-1-1-55 16,0 2-57-16,-4 0-24 0,3 3-67 0,-1 0-17 15,1 3-50-15,-3-1-28 0,4 2-52 0,5 5-12 16,-14-2-40-16,14 2-2 0,-15 7-29 0,7 2 3 15,0 1-20-15,-2 7 11 0,4 2-28 0,-1 5 19 16,2 1-23-16,2 6 18 0,1 1-7 0,1 3-2 16,1 0 3-16,1 3-7 0,0-1-1 0,2 1 0 15,-2 5-5-15,4-7-14 0,-4 1-49 0,2-1-39 16,0-1-56-16,-2-2-21 0,0-4-42 0,-1 1-54 16,0-4-16-16,0-1-88 0,0-6-17 0,0 1-359 15,-4-2-247-15</inkml:trace>
  <inkml:trace contextRef="#ctx0" brushRef="#br0" timeOffset="4249.42">6559 3151 274 0,'-7'-19'506'15,"1"-4"-59"-15,0 3-69 0,2 2-51 0,1 0-45 16,2-1-74-16,0 1-36 0,2 0-46 16,1 0-12-16,4-2-41 0,1 1-5 0,3 0-47 15,2 2-29-15,2 0-38 0,0 0-98 0,3 5-44 0,-1 0-132 16,2 1-101-16,1 2-164 0,-1 2-98 0</inkml:trace>
  <inkml:trace contextRef="#ctx0" brushRef="#br0" timeOffset="4549.39">6959 2873 535 0,'-9'-3'382'0,"9"3"-23"0,-3-8-82 16,3 8-46-16,0-13-47 0,3 6-19 0,-1-3-54 15,1 3-2-15,1-5-40 0,1 2-5 0,1-1-16 16,-1-1-2-16,3-1-13 0,-3 3 11 0,0 1 6 16,0-1 13-16,-1 2 6 0,0-1 15 0,-3 2 17 15,-1 7-34-15,0-12-1 0,0 12-39 0,-5-8 17 16,5 8-23-16,-13-5 14 0,13 5-28 0,-14 3 15 16,3 1-19-16,-1 2 19 0,2 2-27 0,-4 2 20 15,4 1-18-15,-3 1 20 0,3 3-17 0,1-2 12 16,1 0 4-16,0 1-29 0,3 1 30 0,3-3-4 0,-1 2 1 15,3-2-2-15,3 0-4 0,1-2 1 0,1 2-4 16,4-2-1-16,2-3-24 0,1 0-30 0,-1 1-53 16,3-4-80-16,1 0-84 0,-2-3-50 0,4 0-481 15,0-2-322-15</inkml:trace>
  <inkml:trace contextRef="#ctx0" brushRef="#br0" timeOffset="4882.32">7274 2714 385 0,'0'0'599'0,"-10"-8"-103"0,10 8-37 0,-9-5-66 15,9 5-72-15,-5-5-71 0,5 5-44 0,-5-4-57 16,5 4-21-16,0 0-36 0,0 0-7 0,0 0-41 16,0 0 10-16,9 5-22 0,-4-1 14 0,1 1-23 15,3 3 3-15,-1-1-60 0,1 4-6 0,-1-1-39 16,-1 1 13-16,1 2-13 0,-3-2 30 0,0 1 11 15,0 2 11-15,0-4-1 0,-2 0 6 0,-1-1 8 0,2-2 9 16,-4 1 29-16,0-8 35 0,4 12 26 16,-4-12 34-16,0 10 26 0,0-10 7 0,0 0-3 15,0 5-4-15,0-5-21 0,0 0-27 0,0 0-17 16,-3-6-16-16,5 0-19 0,-2 6-7 0,1-15-7 0,0 5-9 16,3 0-28-16,-1-3 18 0,1 0-60 0,3-1-8 15,0-1-63-15,2 1-25 0,0-1-70 16,2 2-23-16,2-2-47 0,-1 2-98 0,0 3-40 0,0 0-454 15,0 1-433-15</inkml:trace>
  <inkml:trace contextRef="#ctx0" brushRef="#br0" timeOffset="5182.76">7675 2792 409 0,'0'0'541'16,"0"0"-89"-16,-11-3-90 0,11 3-30 0,-4-7-76 15,4 7-27-15,-5-12-48 0,5 5-17 0,-1-1-42 16,1 0-4-16,0-4-34 0,1 1 8 0,-1 2-13 0,1-2 5 16,1 1-13-16,-2 1 13 0,0 1-14 15,1 0 15-15,-1 2-2 0,0 6 20 0,0-12-38 16,0 12 8-16,-1-9-41 0,1 9 8 0,0 0-27 16,-4-6 15-16,4 6-29 0,-5 5 24 0,1-2-24 0,4-3 21 15,-5 12-27-15,2-4 26 0,2 1-26 16,-2 0 22-16,2 1-23 0,2-1 22 0,2 1-23 15,-1 0 24-15,2 0-7 0,1-1-31 0,0 1-31 0,3-2-46 16,1 1-26-16,1-2-50 0,1-2-39 0,1 0-58 16,0-3-124-16,2 0-41 0,-1-2-363 0,-2 0-328 15</inkml:trace>
  <inkml:trace contextRef="#ctx0" brushRef="#br0" timeOffset="5549.18">7972 2595 598 0,'0'0'499'0,"-13"-5"-76"0,13 5-75 0,-14-2-30 16,14 2-72-16,-14 2-28 0,6 1-50 0,1 2-14 15,0-1-33-15,-2 2-3 0,3 3-36 0,2-1 2 16,-1 1-36-16,1 3 9 0,3-2-20 0,-3 2 10 16,4 1-24-16,-1 0 7 0,0-1-18 0,1 1-6 15,-2-1-28-15,2-2 2 0,0 1-26 0,0-4 5 16,0 1-14-16,0 1 10 0,2-3-19 0,-2-6 29 15,0 12-4-15,0-12 17 0,0 0-6 0,2 6 16 16,-2-6-12-16,0 0 24 0,8-6-25 0,-6 1 23 0,2 0-9 16,1-3 11-16,2-1-14 0,0 0 26 0,2-1-14 15,-1 0 25-15,1-3-15 0,1 4 16 0,-1-1-15 16,0 1 24-16,2-1-8 0,0 3 19 0,0 0-17 16,-1 1 22-16,-1 2-9 0,2 0 24 0,-1 1-15 15,-10 3 10-15,19 0-14 0,-8 2 7 0,0 0-21 16,-1 1 11-16,0 2-20 0,2 2 12 0,-2 0-25 15,1 3 18-15,0-1-13 0,-2-1 8 0,1 3-37 16,-4-1-33-16,3 0-66 0,-1 0-36 0,-3 0-87 16,-1 1-53-16,0-1-144 0,1-4-389 0,-3 3-359 15</inkml:trace>
  <inkml:trace contextRef="#ctx0" brushRef="#br0" timeOffset="5999.18">8405 2585 535 0,'-1'-7'681'0,"-2"0"-107"16,3 2-32-16,-4 0-113 0,4 5-43 0,-7-8-99 0,7 8-39 15,-8-4-67-15,8 4-3 0,-10 3-36 0,10-3 5 16,-13 8-53-16,7 1 10 0,-1-2-44 16,2 5 15-16,0 1-36 0,0 0 15 0,4 0-9 15,-2 1-9-15,3-1-3 0,2 0-18 0,-1 1 9 0,1-1-5 16,5 0-4-16,-2 1-25 0,1-3-14 0,3-2-30 15,1 0-35-15,1-2-48 0,1-2-51 0,2-3-59 16,2-2-16-16,2-1-14 0,-1-2-45 0,0 0 45 16,5-5 16-16,-2 0 23 0,-2-1 32 0,1-2 27 15,-2 3 32-15,-1-4 34 0,-1-2 48 0,0 2 52 16,-5 0 57-16,-2-3 55 0,-2 3 36 0,1 0 36 16,-5 1 1-16,2 0 33 0,-4 1-11 0,0 3 4 15,0 0-26-15,-3 0-12 0,3 7-22 0,-6-5 3 16,6 5-32-16,-13-1 21 0,13 1-28 0,-14 6 20 15,8-1-36-15,-3 4 24 0,4-2-47 0,-3 4 13 16,3 2-34-16,0 0 19 0,-1 0-13 0,3 0-1 16,3 0-10-16,0 0-11 0,1 0 3 0,3 0-7 15,1 1 2-15,1 0-7 0,1-1-3 0,2-2 0 0,2 0-18 16,0-1-22-16,3-3-22 0,-3 0-30 16,2-3-34-16,2 2-30 0,-3-4-38 0,3 1-7 15,-2-3-25-15,1-1-30 0,-1-1-6 0,0 0-79 16,-1-1 2-16,-1 0-44 0,1-1-375 0,-3-1-252 0</inkml:trace>
  <inkml:trace contextRef="#ctx0" brushRef="#br0" timeOffset="7048.31">9951 2576 425 0,'0'0'398'16,"0"-10"2"-16,0 10-38 0,0-13-26 0,0 7-11 15,0 6-40-15,0-15-2 0,-2 9-25 0,-1-2-8 16,-2 0-32-16,1 1-11 0,-1 2-60 0,0-1-11 16,-4 1-47-16,0 2 3 0,0 0-44 0,9 3 15 15,-24 3-33-15,11-1 11 0,-2 3-27 0,1 2 21 16,-2 0-36-16,4 2 21 0,-1 2-21 0,0-1 22 16,4 3-27-16,0-1 25 0,2-1-28 0,1 3 14 0,4-1-36 15,1-2 11-15,2 0-24 0,1 0 9 16,4 2-19-16,2-2 13 0,3 1-1 0,-1-2-20 15,5 2 7-15,1 0-20 0,0-2 7 0,0 0-16 16,0 2 18-16,0-2 9 0,-4 0 0 0,1 0 7 0,-2-1 9 16,0 0-20-16,-2-1 40 0,-3 1 10 0,0-1 23 15,-2-1 19-15,-1 2 14 0,-2-1 23 16,-4-2 16-16,0 2 14 0,-3-1 10 0,-2-2 8 0,-3 3 3 16,0-1 12-16,-3-2-10 0,0 0-11 0,-3-2 12 15,2 1-28-15,-3-2 14 0,5 0-29 0,-3-2 7 16,3 2-35-16,-3-4 11 0,4 2-31 0,-2-2 3 15,2 0-42-15,1 1-13 0,2-4-43 0,1 0-47 16,0-1-61-16,2 1-54 0,5-1-56 0,0-1-38 16,2 1-33-16,4-2-115 0,0 1-41 0,0 0-340 15,4 0-392-15</inkml:trace>
  <inkml:trace contextRef="#ctx0" brushRef="#br0" timeOffset="7399.34">10167 2776 508 0,'0'0'539'0,"0"0"-78"0,9-5-61 0,-9 5-77 0,0 0-56 15,2-8-69-15,-2 8-11 0,1-11-49 0,-1 11-13 16,4-11-42-16,-2 5-4 0,1-2-28 0,-1 0 5 16,2-2-30-16,-1 0 10 0,-1 0-27 0,2 1 17 15,-1-2-15-15,-1 1 9 0,-2-1-22 0,0 4 19 16,0-3 5-16,0 4 23 0,0-2-17 0,-2 0 1 15,-1 4-14-15,-1-2 2 0,-1 2-12 0,5 4 11 16,-11-5-15-16,11 5 10 0,-16 2-14 0,7 4 13 16,-2-1-12-16,2 4 7 0,-3 0-11 0,2 1 15 15,1 3-11-15,0 1 13 0,2-2-21 0,0 3 22 16,2-1-14-16,2 0 17 0,2-2-3 0,1 1-1 16,0-1 4-16,3 0 0 0,1-2 0 0,1 0 1 15,4 0-1-15,0-2-4 0,1 0-10 0,1-3-21 16,1-1-29-16,-1-1-46 0,2-1-29 0,1-1-56 15,0-1-64-15,2-1-12 0,-3 0-96 0,3-2-13 16,-1-1-336-16,1 0-207 0</inkml:trace>
  <inkml:trace contextRef="#ctx0" brushRef="#br0" timeOffset="9065.44">10668 2578 345 0,'0'0'383'0,"5"-7"-84"0,-5 7 23 15,3-7-61-15,-3 7-2 0,2-10-30 0,-2 10-25 16,2-10 0-16,-2 10-22 0,1-10 5 0,-1 10-26 16,-1-12 10-16,1 12-21 0,-4-9 17 0,1 2-35 15,1 2-4-15,-5-2-40 0,2 2-2 0,-1 0-41 16,-2 2 10-16,-2 1-29 0,0 0 13 0,-2 1-28 16,-2 1 14-16,3 3-20 0,-6-1 17 0,4 4-27 15,-3 0 22-15,1-1-23 0,2 5 18 0,0-3-19 16,1 4 19-16,-1-2-20 0,3 2 18 0,0-2-26 15,2 2 26-15,3-3-26 0,-1 1 0 0,2-1-32 16,0 1 15-16,3-2-12 0,1-7 17 0,1 13-18 16,2-7 19-16,-3-6-13 0,9 8 11 0,0-5-16 15,1-2 4-15,-10-1-26 0,20 0 11 0,-7-2-24 0,0 0 21 16,2-2-14-16,-1-1 27 0,-1-1-4 16,1 1 29-16,0-1-12 0,-1 0 20 0,-3 2-12 15,-1-2 25-15,1 2-24 0,-2-2 28 0,0 0 1 0,-1 1 31 16,0 3-5-16,-2-2 26 0,-5 4-21 0,9-8 33 15,-9 8-11-15,6-5 17 0,-6 5-18 0,5-5 6 16,-5 5-22-16,5-3 5 0,-5 3-23 0,0 0 8 16,5-5-24-16,-5 5 12 0,0 0-17 0,0 0 10 15,0 0-16-15,7-4 16 0,-7 4-21 0,0 0 19 16,0 0-14-16,0 0 14 0,0 0-20 0,1 7 21 16,-1-7-18-16,0 10 19 0,-2-3-17 0,0 0 16 15,1 3-11-15,0 2 18 0,-2 0-8 0,1 5 31 16,-1 0-20-16,-1 2 22 0,2 3 0 0,-5 0 0 15,2 2-3-15,-1 5 1 0,-2-2-14 0,-1 4 9 16,2-3-16-16,-2 2 11 0,-3-1-8 0,3 1-4 16,-1-2-1-16,-1-1-7 0,0-3 2 0,5-2 2 15,-2-3-4-15,1-1 2 0,0-2-5 0,3-1 1 0,-1-3-4 16,1-1 5-16,2-1-1 0,-1 0-1 16,-2-3-1-16,5 0 7 0,0-7 4 0,-1 11-2 15,1-11 4-15,5 8-2 0,-5-8-4 0,9 3-1 16,-9-3 0-16,15-2-6 0,-3 1-14 0,-1-4 13 0,2 0 1 15,1 1-9-15,0-3 5 0,0 0-7 0,2 2-21 16,-1-2-26-16,0-1-15 0,-1 0-42 16,0 3-38-16,2-3-35 0,-2 1-34 0,0 0-101 0,-1 0-22 15,-1-1-70-15,0 2-478 0,-2-2-445 0</inkml:trace>
  <inkml:trace contextRef="#ctx0" brushRef="#br0" timeOffset="9714.86">10901 2596 535 0,'-8'-11'515'0,"0"-1"-49"0,2 4-41 0,0-1-20 15,-1 2-71-15,3 0-24 0,-1 1-71 0,5 6-27 16,-7-9-63-16,7 9-20 0,-7-9-48 0,7 9 4 15,0 0-38-15,0 0 9 0,-11 1-33 0,11-1 22 0,-4 12-25 16,1-4 14-16,3 2-31 0,-2 0 23 16,2 1-23-16,-3-1 17 0,3-2-23 0,3 3 14 15,-1-2-42-15,-2 0-2 0,3-1-27 0,-1-2 14 0,2 1-15 16,0-1 26-16,1-2-12 0,-5-4 14 0,12 5-28 16,-12-5 5-16,14 0-22 0,-7-2 8 0,4-3-22 15,-1 0 12-15,0-2 3 0,3-1 20 0,-3-1-4 16,2-1 20-16,-1 1 5 0,-2-2 10 0,1 0 6 15,2-1 6-15,-5 1 2 0,1 0 22 0,2 1 7 16,-5 1 35-16,2 1-3 0,-3 2 31 0,1-1-11 16,0 3 12-16,-1-1-23 0,-4 5 3 0,6-7-23 15,-6 7 8-15,0 0-2 0,0 0 13 0,10 5-8 16,-6 0 15-16,-1 0-18 0,2 4 27 0,-1-1-23 16,1 1 19-16,1 1-27 0,1 1 21 0,1-2-28 15,0 3 22-15,2-5-23 0,2 2 31 0,-2-2-26 16,3 0 22-16,0-3-36 0,-2 0 23 0,4-2-39 15,0-1 28-15,0-2-29 0,0 0 19 0,3-2-28 16,-4-2 23-16,5-3-26 0,-2 1 23 0,1-2-32 0,-3-2 31 16,2 0-30-16,-4 1 21 0,-1-2-21 15,-1 0 28-15,-2 2-24 0,-2-2 27 0,1 0-22 16,-4 2 31-16,-2-2-22 0,1 1 40 0,-3 3-18 0,0 1 3 16,-1-2-11-16,-2 3-2 0,3 6-5 0,-8-8-2 15,8 8-5-15,-9-4-28 0,9 4 34 0,-15 2-29 16,10 1 30-16,-3 2-28 0,2 0 31 15,-1 4-32-15,1-1 26 0,2 2-22 0,0 1 29 0,2 1-30 16,-1 0 25-16,3 1-26 0,0-1 26 0,3 0-25 16,1 0-47-16,1 2-10 0,1-4-55 0,1 0-25 15,1 0-63-15,0-3-10 0,1 1-21 0,1-3-68 16,-1 1 0-16,2-4-50 0,-1 1-30 0,1-2-361 16,-11-1-263-16</inkml:trace>
  <inkml:trace contextRef="#ctx0" brushRef="#br0" timeOffset="10048.2">11606 2513 431 0,'0'0'412'0,"3"-11"-5"0,-3 11-62 16,1-6-48-16,-1 6-28 0,0 0-63 0,2-8-39 15,-2 8-42-15,0 0 22 0,0 0-33 0,0 0 6 16,-3 8-23-16,0-2-1 0,3-6-35 0,-1 12 7 16,0-4-26-16,1 0 9 0,0-1-27 0,0 0 12 0,0 1-20 15,-3-1 7-15,4 0-12 0,1-2 11 16,-2-5-21-16,-2 12 16 0,2-12-13 0,3 8 16 0,-3-8-16 15,0 0 9-15,5 5-11 0,-5-5 9 16,0 0-19-16,11-6 19 0,-11 6-17 0,11-9 14 0,-6 2-16 16,2 1 16-16,0-3-16 0,-1 2 12 0,2-1-9 15,1-2 17-15,-3 2-15 0,2 0 14 0,-2 0-21 16,3 1 26-16,-1 2-14 0,-2-1 24 0,2 1-10 16,-2 2 13-16,-6 3-14 0,14-4 10 0,-14 4-12 15,13 0 17-15,-13 0-22 0,14 6 22 0,-7-3-19 16,-1 4 11-16,-1-1-22 0,3 2 20 0,-2 0-17 15,-1 1 14-15,-1 0-20 0,0 2-11 0,0-3-41 16,1 2-14-16,-1-1-58 0,-2 0-14 0,-1 0-33 16,2-1-94-16,-3-1-30 0,0-7-119 0,3 10-339 15,-3-10-269-15</inkml:trace>
  <inkml:trace contextRef="#ctx0" brushRef="#br0" timeOffset="10299.33">12130 2442 312 0,'0'0'632'0,"-1"-9"-108"16,1 9-30-16,-8-7-58 0,8 7-40 0,-9-5-67 0,9 5-22 15,-13 0-71-15,3 3-11 0,1-1-61 0,0 4 6 16,-2 0-31-16,2 1-26 0,-2 1-18 16,3 2-20-16,0 1-17 0,0-1-7 0,3 2-9 0,1 1-6 15,2-3-11-15,1 2 1 0,1-1-6 0,0 0-1 16,3 0-30-16,1-1-26 0,0 1-34 0,0-4-58 15,2 2-20-15,-2-2-54 0,5-1-26 0,-3 0-45 16,2 0-68-16,1-3-29 0,1-1-47 0,-1 1-66 16,-9-3-215-16,19-3-207 0</inkml:trace>
  <inkml:trace contextRef="#ctx0" brushRef="#br0" timeOffset="10515.19">12239 2563 10 0,'6'-9'537'0,"0"3"-122"0,-2-1 3 15,0 0-27-15,0 0-10 0,-2 0 2 0,1 1-40 16,-2 1 12-16,-1 5-49 0,3-13 7 0,-3 13-44 15,1-8-31-15,-1 8-43 0,0-7-36 0,0 7-34 16,-4-6-28-16,4 6-17 0,0 0-17 0,0 0-22 16,-11 1 6-16,11-1-11 0,-10 8-4 0,6-3-6 15,0 2-5-15,-1-1-4 0,2 2-9 0,-1 0 6 0,3 1-1 16,0 0-3-16,1 1 3 0,0-1-6 16,0 1 5-16,1-2-3 0,4 1-2 0,-1-1-7 15,1 1-16-15,2-3-29 0,0 1-32 0,2-2-48 0,0 0-77 16,1-1-45-16,-1 0-59 0,0-3-86 0,3 2-59 15,-12-3-106-15,19-3-376 0,-8 2-506 0</inkml:trace>
  <inkml:trace contextRef="#ctx0" brushRef="#br0" timeOffset="10848.71">13413 2338 213 0,'0'0'852'0,"0"0"-204"0,8-4-127 0,-8 4-70 16,0 0-58-16,9-3-43 0,-9 3-56 0,0 0-39 16,7-4-51-16,-7 4-39 0,0 0-43 0,0 0-23 15,8-2-22-15,-8 2-23 0,0 0-8 0,0 0-10 16,0 0-3-16,0 0-16 0,0 0 4 0,0 0-2 0,-1 9-10 15,1-9 4-15,-6 4 0 0,6-4-2 0,-5 5 1 16,5-5 0-16,-6 3 12 0,6-3-3 16,0 0 2-16,0 0-6 0,-4 5-14 0,4-5 11 15,0 0-16-15,0 0-49 0,0 0-36 0,0 0-48 0,0 0-61 16,0 0-35-16,0 0-63 0,0 0-87 0,0 0-35 16,0 0-85-16,3-7-365 0,-3 7-415 0</inkml:trace>
  <inkml:trace contextRef="#ctx0" brushRef="#br0" timeOffset="11098.38">13478 2554 67 0,'0'0'465'0,"-3"10"-65"0,3-10-109 0,-1 7-26 15,1-7-54-15,-1 5-2 0,1-5-45 0,-1 9-12 16,1-9-30-16,-2 5-22 0,2-5-19 0,-1 8-7 15,1-8-9-15,-1 7-4 0,1-7 11 0,-3 5-18 0,3-5 25 16,-3 7-8-16,3-7 38 0,0 0-4 16,-6 5 21-16,6-5-25 0,0 0 13 0,0 0-26 15,0 0 8-15,-9 2-39 0,9-2 8 0,0 0-42 16,0 0-10-16,-5-5-50 0,5 5-18 0,0 0-53 0,0 0-22 16,0-9-41-16,0 9-100 0,2-5-45 0,-2 5-114 15,2-6-326-15,-2 6-269 0</inkml:trace>
  <inkml:trace contextRef="#ctx0" brushRef="#br0" timeOffset="12782.35">14205 2025 322 0,'-1'-8'493'0,"1"8"-71"0,-3-8-47 0,3 8-26 16,-2-8 6-16,2 8-54 0,-3-6-11 0,3 6-38 15,0 0 5-15,-4-7-63 0,4 7-4 0,0 0-64 16,-6-5-4-16,6 5-53 0,0 0 13 0,-4 7-40 16,2-1 24-16,-1 3-15 0,0 3 28 0,1 2-27 15,-2 1 26-15,0 2-6 0,2 0-2 0,-2-2-27 16,0 3 18-16,2 0-21 0,-2 1 13 0,1-2-12 16,-1 0-5-16,3 0-3 0,-3 0-6 0,3-1-9 15,-2-1-2-15,3-2-2 0,-2-1-7 0,1-1-55 16,1 0-67-16,0 0-91 0,1-4-52 0,1 1-59 15,-2 1-92-15,4-1-39 0,0-1-88 0,0-1-333 0,0 0-422 16</inkml:trace>
  <inkml:trace contextRef="#ctx0" brushRef="#br0" timeOffset="13131.46">14488 2308 56 0,'0'0'378'0,"8"2"-21"0,-8-2-83 16,7 4 18-16,-7-4-77 0,4 5-17 0,-4-5-5 16,2 7-5-16,-2-7-23 0,0 8-37 0,0-8-12 15,-2 9-25-15,-2-4-2 0,4-5-13 0,-9 8 12 16,9-8-17-16,-9 7 25 0,9-7-2 0,-9 5 25 16,9-5-18-16,-8 4 4 0,8-4-33 0,0 0 0 15,0 0-33-15,-10-3 4 0,10 3-3 0,0 0-27 16,0-9 10-16,0 9-17 0,3-7 8 0,-3 7-14 15,9-7 7-15,-9 7-15 0,10-4 14 0,-10 4-16 16,13-1 15-16,-13 1-22 0,16 2 19 0,-8 1-12 16,1 2 16-16,-2-1-19 0,1 4 15 0,-1-2-11 15,-1 2 12-15,0 4-8 0,-2-3 14 0,0 2-19 16,0 1 24-16,-3 2-18 0,-1-2 13 0,-1 1-17 16,-3 2 16-16,0-1-10 0,-1 2-7 0,-2-2-45 0,-1 1-23 15,-4 0-54-15,2-1-58 0,-3-1-43 0,-2-1-132 16,3 0-57-16,1-4-314 0,-3 1-239 15</inkml:trace>
  <inkml:trace contextRef="#ctx0" brushRef="#br0" timeOffset="13781.17">15083 2060 119 0,'0'0'327'0,"0"0"-74"0,0 0-50 0,0 0-23 16,0 0-20-16,0 0-39 0,0 0-17 0,-5 4-20 16,5-4-8-16,0 0 13 0,-10 5 12 0,10-5 22 15,0 0-14-15,0 0 29 0,0 0-18 0,0 0-26 0,-12-2-13 16,12 2-3-16,-1-7-9 0,1 7-6 15,2-12 14-15,1 6-6 0,3-2 19 0,1 1-14 16,-1-1 14-16,1-1-19 0,-1 2 14 0,2 0-21 0,0-1 14 16,0 1-20-16,1 2 5 0,0-1-20 0,0 0 10 15,0 3-22-15,4-1 13 0,-3 3-16 0,0-1 13 16,4 4-16-16,-3-2 14 0,0 0-17 16,0 3 12-16,1 0-16 0,-3 1 13 0,2 1-23 0,0 0 18 15,-1 0-22-15,-2 2 18 0,-1-2-18 0,-2 3 13 16,1-1-22-16,-3-1 24 0,1 4-21 0,-3-3 21 15,-2 1-27-15,1 1 25 0,-5 0-2 0,0 1 0 16,-1 0-1-16,-3 2-5 0,-3 0-1 0,3-4-2 16,-4 6 1-16,-3 0-1 0,0-1-1 0,0 0-3 15,-1 0-17-15,1 2 19 0,-2-3-23 0,1 3 25 16,1-2-18-16,0 0 17 0,2 0-15 0,1 0 20 16,2-3-20-16,-2 0 20 0,4 0-19 0,3-3 18 15,-3 0-22-15,2 0 14 0,2-2-29 0,0 0 1 16,1-1-34-16,4-4 24 0,-9 8-7 0,9-8 25 15,0 0-7-15,-3 5 18 0,3-5-12 0,0 0 18 16,0 0-13-16,5-5 14 0,-5 5-9 0,7-7 10 16,-7 7-10-16,8-6 13 0,-8 6-14 0,8-6 12 0,-8 6-12 15,9-7 24-15,-9 7-10 0,11-4 18 0,-11 4-10 16,13-1 23-16,-13 1-15 0,15 0 20 16,-15 0-22-16,14 2 18 0,-6 1-17 0,2 0 20 15,-1-1-22-15,0 2 17 0,2-1-32 0,-2-1 28 0,2 1-28 16,-1-1 22-16,0 1-6 0,-1 0-16 0,4-1-51 15,-13-2-79-15,19 2-63 0,-19-2-91 0,23 0-179 16,-10-2-483-16,-3 0-525 0</inkml:trace>
  <inkml:trace contextRef="#ctx0" brushRef="#br0" timeOffset="14048.16">15626 2270 47 0,'12'-1'571'0,"-12"1"-142"16,0 0-85-16,6 2-32 0,-6-2-27 0,9 5-36 15,-9-5-20-15,10 7-49 0,-2-2-2 0,-2-2-50 0,3 3 5 16,0 2-39-16,-1-1-6 0,2 1-27 16,-2 2 6-16,-1-1-35 0,1 0 12 0,-2 2-17 15,-1-2 10-15,-2 3-17 0,1-3 9 0,-3 1-16 16,0 0 10-16,-2 1-17 0,1 0 17 0,-5-2-20 0,1 2 10 15,-2-2-46-15,-3 2-22 0,0-1-48 0,-1 0-34 16,-3-3-35-16,0 1-77 0,-1-1-20 0,3-2-76 16,-3 2-386-16,2-5-239 0</inkml:trace>
  <inkml:trace contextRef="#ctx0" brushRef="#br0" timeOffset="14664.25">16126 1959 425 0,'0'0'482'15,"1"-8"-108"-15,-1 8-57 0,3-12-43 0,-1 7-41 0,1-2-31 16,-1 2-56-16,3-2-26 0,-1 0-30 0,3 0-19 16,-1 2-24-16,4-3 2 0,-2 1-6 15,1 2-12-15,2 0-4 0,-2 1-7 0,0 1-10 16,3-1-8-16,-2 3 8 0,-10 1-5 0,20-1 0 0,-20 1-1 16,18 4-1-16,-10-2-6 0,2 3-6 0,-2 1 7 15,-2 0-1-15,-1-1-1 0,2 3-4 0,-5 0 3 16,2 0-16-16,-4 0 19 0,0 1-2 0,-1-1-1 15,-2 1 6-15,-1 1-1 0,-3-2 1 0,-1 3-4 16,0-3-6-16,-2 2 12 0,1-1 3 0,0-1-1 16,-3-2 0-16,3 1 12 0,1-1-3 0,-1-2 20 15,0 1 1-15,1 0 33 0,3-2-12 0,5-3 14 16,-12 4-24-16,12-4 21 0,-9 5-23 0,9-5 6 16,0 0-31-16,-11 2 10 0,11-2-19 0,0 0 11 15,0 0-19-15,0 0 11 0,0 0-21 0,0 0 16 16,13-2-21-16,-13 2 18 0,13 0-21 0,-13 0 16 15,18 0-11-15,-7 3 17 0,-1-1-18 0,2 3 17 16,1-1-24-16,-2 1 15 0,3 0-30 0,-2 2 22 16,-2-2-15-16,3 3 20 0,-4 1-11 0,0-3 15 15,0 2-12-15,-3 0 13 0,-1-1 7 0,0 1-17 16,-1 1 17-16,-3-1-13 0,1 1 13 0,-2-1-12 16,-3 0 14-16,2 1-8 0,-3-1 22 0,-1 0-14 0,-3 0 17 15,1-1-20-15,-4 0 20 0,1 2-17 0,-4-3 18 16,1 0-19-16,-2 0 11 0,2-1-13 15,0-1 11-15,-2-2-14 0,2 1-56 0,1-2-32 0,-1 1-62 16,-1-2-20-16,1 0-107 0,0 0-25 0,2-2-146 16,0-1-188-16,-1 2-145 0</inkml:trace>
  <inkml:trace contextRef="#ctx0" brushRef="#br0" timeOffset="14914.22">16638 2188 465 0,'14'0'385'0,"-5"1"-8"0,-9-1-77 0,18 4-25 16,-18-4-25-16,17 3-24 0,-11-1-50 0,2 2-15 16,1 2-22-16,-3-1-40 0,-1-1-4 0,0 2-33 15,-1 1 12-15,1-1-23 0,0 0 10 0,-3 3-29 16,-2-1 9-16,0 1-21 0,-2-1 12 0,-3 1-27 15,0 3 21-15,0-2-44 0,-3-3-8 0,-1 5-39 16,-1-4-51-16,0 0-23 0,-3 1-96 0,0-2-20 0,2-2-62 16,-3 1-374-16,1-2-198 0</inkml:trace>
  <inkml:trace contextRef="#ctx0" brushRef="#br0" timeOffset="15330.37">17001 1847 67 0,'10'-14'701'0,"-1"2"-138"16,0 0-63-16,-1 0-39 0,-3 4-54 0,2-3-28 16,-1 5-34-16,-1-2-18 0,-1 2-81 0,0 0-18 15,-4 6-71-15,6-8-14 0,-6 8-56 0,6-4 10 16,-6 4-42-16,0 0 13 0,7 6-32 0,-7-6 8 15,1 11-25-15,-2-1 22 0,-2 0-35 0,-1 2 22 16,0 2-30-16,-2-1 25 0,0 1-27 0,-1 1 22 16,-2-1-29-16,2 1 24 0,-1-3-22 0,0 0 19 0,2 0-22 15,-2 0 24-15,3-3-1 0,0-1-4 0,1-2 3 16,0 1-29-16,2-3 27 0,-1 2-8 16,3-6 6-16,-5 9-2 0,5-9 3 0,-2 5-7 15,2-5 5-15,0 0-1 0,7 5-28 0,-7-5 30 0,16 0-25 16,-5-1 27-16,1 0-24 0,-1-2 26 0,6 3-26 15,-2-3 20-15,4 0-20 0,-1 1 28 0,0-3-27 16,1 3 28-16,-1-2-33 0,1 3 36 0,0-2-30 16,-2 1 10-16,0-3-58 0,-5 3 0 0,2 0-64 15,-2 1-15-15,-2-1-55 0,2 2-45 0,-12 0-26 16,15-3-46-16,-15 3-79 0,13-2-85 0,-13 2-384 16,9-2-411-16</inkml:trace>
  <inkml:trace contextRef="#ctx0" brushRef="#br0" timeOffset="15581.2">17199 1777 639 0,'-5'-5'523'0,"5"5"-76"0,-6-9-37 0,6 9-46 16,-7-6-60-16,7 6-56 0,0 0-52 0,-6-5-45 15,6 5-35-15,0 0-20 0,0 0-9 0,-7 8 28 16,6-3-4-16,1 4 8 0,0 3 1 0,0 1-19 0,1 1 14 15,1 2-44-15,0 2 12 0,-2 2-42 0,1-3 16 16,2 4-29-16,-2 2 18 0,1-3-32 0,0 0 24 16,-2 0-4-16,1-1-10 0,1 0-40 0,-2-1-71 15,1-2-74-15,-2 1-90 0,1-2-96 0,0-1-81 16,0 0-176-16,-2-1-277 0,2-1-441 0</inkml:trace>
  <inkml:trace contextRef="#ctx0" brushRef="#br0" timeOffset="15847.3">17554 2191 705 0,'0'0'539'0,"10"-3"-119"0,-10 3-28 0,0 0-65 15,13 0-21-15,-13 0-12 0,11 1-47 0,-11-1-29 16,12 5-30-16,-12-5-32 0,11 7-18 0,-6-3-23 15,2 1-19-15,-3 0-14 0,1 2-11 0,-3 1-11 0,0-2-12 16,-1 0-9-16,1 4-5 0,-4-3-6 16,0 3-4-16,-1-1-6 0,-2 1-8 0,-2-1-13 15,0 1-55-15,-2 0-21 0,-2-1-55 0,-1-1-30 0,-1 1-55 16,-1-1-28-16,2-1-36 0,-5-1-111 0,4-1-35 16,2-1-377-16,-6 0-332 0</inkml:trace>
  <inkml:trace contextRef="#ctx0" brushRef="#br0" timeOffset="16164.22">18068 1698 185 0,'4'-10'671'0,"-3"-2"-100"0,2 3-44 0,-1 1-49 16,1 1-70-16,-1 0-49 0,-2 7-52 0,2-11-21 0,-2 11-88 16,2-10-40-16,-2 10-35 0,1-7-29 15,-1 7-21-15,0 0-15 0,0 0-10 0,6 6-9 16,-4 1 0-16,1 2-7 0,-2 2 2 0,4 2-3 16,-1 3-1-16,0 1-2 0,-2 0-4 0,2 0 27 15,-1 1-29-15,-1-1 21 0,1 2-31 0,-2-1 26 0,2 0-35 16,-2-1 18-16,0-2 3 0,-1 2 0 15,0-5-30-15,0 3 21 0,0-3-68 0,0 0-20 0,0-1-93 16,0 0-46-16,-1-2-79 0,1-1-94 0,0-1-63 16,0-7-121-16,-1 10-326 0,1-10-460 0</inkml:trace>
  <inkml:trace contextRef="#ctx0" brushRef="#br0" timeOffset="16563.78">18501 1782 49 0,'0'0'412'0,"0"0"-125"15,0 0-10-15,0 0-58 0,14 2-14 0,-14-2-25 16,3 5-28-16,-3-5-28 0,1 6-25 0,-1-6-10 16,3 9-21-16,-3-9-5 0,-2 8-2 0,2-8-5 15,-1 11-3-15,1-11 0 0,-1 7-2 0,1-7 4 0,-3 8-1 16,3-8 17-16,-1 7 15 0,1-7 13 15,0 0 17-15,-4 6 34 0,4-6 3 0,0 0-13 16,0 0 0-16,0 0-6 0,0 0-8 0,0 0-9 16,0 0-15-16,0 0-15 0,0 0-30 0,0 0 1 0,-1-6-12 15,1 6-10-15,4-5-9 0,-4 5-5 0,0 0-5 16,5-5-3-16,-5 5-6 0,0 0-3 16,0 0 1-16,0 0 1 0,13 2 3 0,-13-2 0 0,8 5 28 15,-4 0-31-15,0 3 28 0,0-1-34 0,1 0 31 16,-2 3-32-16,2-1 25 0,-3 1-25 0,-2 0 25 15,2 1-31-15,-4 0 29 0,2 0-28 16,-5 1 29-16,2-1-37 0,-4 1 11 0,-1 0-71 0,1 0-40 16,-5-2-87-16,1 1-47 0,-2-1-54 0,0-2-145 15,0 1-70-15,-2-2-347 0,2-2-412 0</inkml:trace>
  <inkml:trace contextRef="#ctx0" brushRef="#br0" timeOffset="17280.93">18868 1602 364 0,'5'-6'526'15,"-2"0"-118"-15,-3 6-89 0,7-9-59 0,-7 9-49 0,4-5-34 16,-4 5-42-16,4-7-31 0,-4 7-29 0,0 0-23 15,5-2-18-15,-5 2-8 0,0 0-11 0,0 0-45 16,0 0 2-16,4 6 13 0,-4-6-6 16,-6 7 1-16,6-7 10 0,-7 5-14 0,7-5 12 0,-9 5 4 15,9-5 6-15,-8 6 11 0,8-6-10 0,-8 2 37 16,8-2 8-16,0 0 0 0,0 0 28 0,-13-2 5 16,13 2-5-16,-5-5-15 0,5 5-11 0,-2-7 5 15,2 7-1-15,2-11 0 0,0 7 10 0,-2 4-7 16,7-12 17-16,-2 7-31 0,1-1 17 0,0 0-24 15,1 1 10-15,1-1-17 0,-2 1 13 0,4 2-20 16,0-1 17-16,1 0-9 0,0 0 14 0,-2 4-20 16,3-1 16-16,0-1-18 0,-12 2-1 0,23 2-4 15,-12-1-2-15,-1 2 0 0,1-1 0 0,-2 3-5 16,0 0 0-16,1 0 2 0,-1 1-1 0,-2 1-9 0,-1 1 6 16,-1-2 2-16,0 2-2 0,-1 0-6 15,-3 0 4-15,1-2 1 0,-4 4-4 0,0-1 3 16,-1-1 4-16,-4 2-4 0,-1 1-2 0,-2 0 7 0,-2 0-2 15,-1 3-7-15,-2-1 6 0,0 0-3 0,-3 1 0 16,1-1 0-16,-2 3 1 0,1-3 3 0,-3 2 14 16,4-1-19-16,2-3 12 0,-2 1-15 15,3 0 12-15,1-2-15 0,0-1 17 0,3 1-20 0,0-3 21 16,2 0-18-16,1 1 13 0,0-3-26 0,0 2 9 16,7-7-21-16,-9 7 9 0,9-7-13 0,-7 8 16 15,7-8-16-15,0 0 22 0,-2 7-17 0,2-7 21 16,0 0-20-16,0 0 22 0,9-3-17 0,-9 3 18 15,7-4-13-15,-7 4 4 0,12-6 3 0,-6 2 0 16,-1 1 2-16,-5 3 4 0,13-6-4 0,-5 2 4 16,1 2-3-16,-3-3 5 0,-6 5 11 0,15-2 6 15,-15 2 6-15,13-2 2 0,-13 2 15 0,17 2-3 16,-17-2-3-16,15 2 3 0,-6 1 3 0,3-1 1 16,-3 3 5-16,3-2 5 0,-3 1 14 0,3-1-27 15,0 1 27-15,0-1-25 0,-2 0 22 0,4 1-31 16,-3-1 24-16,1-2-35 0,-3 2 19 0,3-3-32 15,-1 1-26-15,2-1-60 0,-3-1-56 0,-10 1-57 0,23-3-31 16,-11 2-101-16,-3-2-93 0,2-1-478 16,-1 1-463-16</inkml:trace>
  <inkml:trace contextRef="#ctx0" brushRef="#br0" timeOffset="17564.34">19398 1913 555 0,'4'4'514'0,"-4"-4"-118"0,0 0-91 0,0 0-9 0,5 8-29 16,-5-8-11-16,4 7-41 0,-4-7-18 0,8 10-43 16,-6-1-12-16,2-3-36 0,1 3 0 0,-2 1-27 15,1-1 1-15,-2 1-32 0,0 2 16 0,-1-2-28 16,1 2 16-16,-4 0-29 0,1-2 15 0,-3 2-2 15,0 0-6-15,-3 0-7 0,1 2-5 0,-3-4-2 16,-1 0-4-16,0 0-32 0,-4 0-36 0,1-1-53 16,-1-1-21-16,0-2-39 0,-3 1-65 0,4-1-29 15,-1-2-106-15,0-1-39 0,3-2-325 0,-1 0-239 16</inkml:trace>
  <inkml:trace contextRef="#ctx0" brushRef="#br0" timeOffset="18114.12">19828 1674 434 0,'4'-8'591'0,"-2"1"-93"15,4 1-72-15,-6 6-68 0,3-9-86 0,-3 9-60 16,2-8-61-16,-2 8-16 0,0 0-33 0,0 0-14 0,0 0-16 15,0 0-15-15,-3 8-11 0,0-3-11 0,-2 2-2 16,1 1-4-16,-1 1-11 0,1-1 2 0,-1 2-6 16,1-1-3-16,0-1 0 0,1 1-8 0,-1-3 7 15,1 1-7-15,1-2 7 0,2-5 0 0,-4 11-7 16,4-11 7-16,-3 9 0 0,3-9 13 0,-1 8 4 16,1-8 1-16,0 0 11 0,3 5-4 0,-3-5-2 15,0 0-7-15,14 1-9 0,-14-1 2 0,16-1-8 0,-7-2 2 16,-9 3-3-16,22-1-8 0,-12 0 9 15,3 0-10-15,-3-1 5 0,4 2 3 0,-2 0 1 16,-1 0 1-16,3 0 3 0,-2 0-1 0,0 2-1 0,1-1 0 16,0 1 2-16,-2 2-3 0,1 0 1 0,3 0-2 15,-4 1 3-15,2 2 1 0,-2-1-4 0,-1 2 0 16,0-2 0-16,2 4-2 0,-3-3 0 0,-1 2-1 16,0-1-2-16,-3 1 22 0,1 1-25 0,-1-1 23 15,-1 0-27-15,0 0 25 0,-1 0-24 0,-3 0 27 16,0-1-29-16,-1 1 28 0,-3 1-27 0,0-2 29 15,-1 1-31-15,-1-1 30 0,-3 1-25 0,-4-1 23 0,1 0-24 16,-1-1 25-16,-2-1-27 0,0 0 29 0,-3 0-34 16,0-1 27-16,0 0-25 0,-1-2 20 0,-1 1-24 15,1 0 16-15,-2-3-16 0,0 2 30 0,1-3-30 16,1 0 11-16,-1 0-78 0,2 0-19 0,-1-3-65 16,2 3-27-16,-1-4-58 0,2 2-90 0,0-4-54 15,2 1-86-15,1-1-315 0,3 0-313 0</inkml:trace>
  <inkml:trace contextRef="#ctx0" brushRef="#br0" timeOffset="18314.29">19866 1673 233 0,'8'-9'523'15,"-1"3"-97"-15,1 1-60 0,0-2-43 0,-1 2-33 16,2 0-28-16,0-1-22 0,1 0-29 0,1 1-28 15,-1 0-25-15,1 1-29 0,0 0-20 0,0 0-26 16,2 0-16-16,-3 2-14 0,5 0-16 0,-3-2-25 16,0 3-49-16,1 0-51 0,0 1-41 0,1 1-44 15,0 0-86-15,4 2-105 0,-4 0-473 0,3 2-380 16</inkml:trace>
  <inkml:trace contextRef="#ctx0" brushRef="#br0" timeOffset="18780.37">20672 2027 511 0,'-5'4'411'0,"5"-4"-108"0,0 0-22 16,-4 5-64-16,4-5-12 0,0 0-48 0,0 0-16 15,-5 6-42-15,5-6-5 0,0 0-27 0,0 0 4 16,-2 6 10-16,2-6-22 0,0 0 4 0,-2 8-16 16,2-8 9-16,-1 7-22 0,1-7 26 0,0 0-19 15,-2 9 25-15,2-9-13 0,0 0 28 0,-4 8-7 16,4-8 26-16,-3 5-16 0,3-5 19 0,-5 4-13 16,5-4 26-16,-5 3-17 0,5-3 30 0,0 0-24 0,-9 5 38 15,9-5-6-15,0 0-6 0,0 0-9 0,-13 0-10 16,13 0-7-16,0 0-13 0,-8-5-6 15,8 5-14-15,0 0-15 0,-5-6-14 0,5 6-14 0,0 0 0 16,0-9-7-16,0 9-5 0,0 0-9 0,3-7-11 16,-3 7 11-16,4-5-3 0,-4 5-2 0,6-2-5 15,-6 2-6-15,7-3 11 0,-7 3-3 0,0 0-10 16,0 0 2-16,16 0-2 0,-16 0 10 0,9 5-3 16,-9-5-1-16,7 8-3 0,-7-8-4 0,7 9 10 15,-3-2-2-15,-3-2-5 0,0 3 2 0,1-1-12 16,-2 0 15-16,-3 1-30 0,3 3-23 0,-5-3-37 15,0 2-39-15,-3 1-50 0,1 0-53 0,-5-1-31 0,2 1-40 16,-3-1-105-16,1-1-47 0,-4 3-496 16,0-3-536-16</inkml:trace>
  <inkml:trace contextRef="#ctx0" brushRef="#br0" timeOffset="20647.36">21035 1698 489 0,'0'0'462'0,"5"-8"-68"0,-5 8-67 16,2-10-16-16,-2 10-11 0,1-10-28 15,-1 10-14-15,0-11-6 0,0 11-12 0,-1-7-21 16,1 7-9-16,0-8-20 0,0 8 12 0,-2-7-59 15,2 7-4-15,0 0-62 0,-1-7 2 0,1 7-43 16,0 0-5-16,-4 6-4 0,4 0-7 0,-2 2-4 16,0 3-2-16,0 4-3 0,-1 4 0 0,1-1 0 15,0 4 27-15,-3 0-34 0,4 2 29 0,-2-2-33 0,2-2 3 16,1 0-4-16,-2 1 32 0,2-1-32 0,-2-2 20 16,2 0-26-16,-1-1 32 0,2 0-7 0,-1-2-4 15,0-3-38-15,2 0-67 0,-2 0-97 0,2-3-51 16,-2 2-60-16,3-2-84 0,-2-1-38 0,5-2-101 15,-2 1-345-15,-4-7-415 0</inkml:trace>
  <inkml:trace contextRef="#ctx0" brushRef="#br0" timeOffset="20880.45">21282 2092 305 0,'0'0'468'0,"6"5"-58"0,-6-5-60 0,8 4-45 0,-8-4-18 16,6 3-52-16,-6-3-19 0,8 7-41 15,-8-7 6-15,6 9-24 0,-6-9-3 0,7 8-41 16,-6-1 2-16,4-1-10 0,-4 0-20 0,1 2-11 0,-2-1-16 16,-2 1-8-16,0 1-10 0,-2 0-7 0,0-1-6 15,-1 1-51-15,0 0-51 0,-3 0-51 0,4-1-76 16,-4-2-108-16,1 1-65 0,1-2-515 15,-1 0-450-15</inkml:trace>
  <inkml:trace contextRef="#ctx0" brushRef="#br0" timeOffset="21563.32">21950 1735 450 0,'3'-9'455'0,"-3"9"-104"0,0 0-94 16,-3-7-35-16,3 7-41 0,0 0-40 0,-9-2-36 16,9 2-14-16,-10 0-15 0,10 0-14 0,-13 5-15 15,7-3-15-15,6-2 6 0,-14 6-15 0,14-6 5 0,-12 4 4 16,12-4 13-16,-9 2 12 0,9-2 14 15,-10 3 23-15,10-3-4 0,0 0-16 0,-9-3-17 16,9 3-9-16,-2-5-14 0,2 5-7 0,-2-9 7 0,2 9-5 16,3-10-7-16,-2 3 0 0,3 0-2 15,0 0-5-15,0 0-4 0,3-1 2 0,-2 0 0 0,3 1-2 16,0 2-1-16,1-2-5 0,0 2-7 0,0 0 2 16,1 0 3-16,0 1 2 0,0 1-3 0,2 1 3 15,-1 1-7-15,0 0 1 0,1 2-3 0,-2-1 3 16,1 3 1-16,0-2 0 0,-1 1 0 0,2 4-2 15,-3-1-2-15,-3-2-3 0,3 3 3 0,-1-2 10 16,-3 1-5-16,0 2 0 0,-2 0-4 0,-1-2 9 16,-2 2-9-16,0 0 9 0,-1 2-2 0,-3-1 4 15,-1 2-1-15,-4 1-10 0,0-1 10 0,1 1-9 16,-7 2 8-16,4 0-7 0,-5 1 4 0,2-2 5 16,-1 1-10-16,-2 0 3 0,3 0 4 0,-1 0 19 15,1-1-26-15,0 0 17 0,-2-2-17 0,5-1 15 16,1 0-18-16,2-2 19 0,-1-1-21 0,3 1 16 15,-1-3-14-15,2 1 16 0,5-5-27 0,-9 8 3 16,9-8-21-16,-7 7 23 0,7-7-17 0,-7 3 20 16,7-3-16-16,0 0 27 0,0 0-28 0,0 0 29 0,0 0-18 15,0 0 2-15,7-8-2 0,-7 8 12 0,6-5 2 16,-6 5-3-16,9-6 13 0,-9 6 1 16,10-5 7-16,-10 5 3 0,10-5 3 0,-10 5 3 0,14-2-1 15,-14 2 25-15,13-1-18 0,-13 1 18 0,17 1-8 16,-17-1 13-16,18 2-18 0,-7 0 12 0,-1-1-24 15,2 2 14-15,-1 0-21 0,0-1 11 0,1 1-23 16,1-3 16-16,-1 3-19 0,2-3 8 0,-3 2-71 16,3 0-48-16,-1-2-66 0,2 0-100 0,-2 0-63 15,1 0-118-15,-2-1-345 0,1 0-323 0</inkml:trace>
  <inkml:trace contextRef="#ctx0" brushRef="#br0" timeOffset="21846.9">22442 1924 543 0,'0'0'498'16,"0"0"-111"-16,0 0-92 0,10 3-47 0,-10-3-21 15,5 4-35-15,-5-4-32 0,7 8-19 0,-3-3-26 16,1 2 1-16,0-2-42 0,0 2 9 0,1 3-28 0,-2-3 11 15,1 3-24-15,-1 0 10 0,0-1-20 0,0 1 5 16,-3 0-19-16,0 0 19 0,-1-1-21 16,-1 1 9-16,-3 0-14 0,0-1 12 0,2 0-21 0,-6 0 20 15,2 0-19-15,-4 0 8 0,-1-1-33 0,2-1-40 16,-5 0-48-16,4-2-72 0,0 0-33 0,-3-2-108 16,3 0-52-16,10-3-337 0,-22 1-217 0</inkml:trace>
  <inkml:trace contextRef="#ctx0" brushRef="#br0" timeOffset="22413.33">22740 1647 157 0,'2'-10'645'16,"2"0"-146"-16,-2 3-66 0,0-1-23 0,3-1-42 15,-2 2-80-15,0-3-33 0,3 4-64 0,-1-2-19 16,1 0-51-16,2 3-5 0,-2-2-40 0,3 1 3 16,0 2-32-16,1 0 8 0,1 1-28 0,-1 1 10 15,1 0-28-15,1 1 19 0,-1 2-28 0,-1 1 17 16,1 0-25-16,-1 1 17 0,-1 1-17 0,-1 0 11 0,-1 1-18 16,1 0 18-16,-3 2-17 0,-1-1 15 0,-2 1-16 15,1-2 4-15,-3 3 18 0,-1-1-20 0,-1 2 22 16,-3-1-16-16,-1-1-1 0,-3 3 2 0,1-1 1 15,-3-2 1-15,1 3 2 0,-1-4-1 0,0 2 6 16,1-2 2-16,1-2-8 0,1 1 28 0,-1-2 9 16,3 1 34-16,6-4 10 0,-12 6 6 0,12-6-4 15,-8 4-9-15,8-4-5 0,-8 5-14 0,8-5-11 0,0 0-11 16,0 0-11-16,0 0-1 0,0 0-3 0,0 0 18 16,0 0-35-16,0 0 0 0,12 2 31 15,-12-2-36-15,14 1 23 0,-14-1-29 0,18 4 22 0,-9-1-22 16,2-1 22-16,0 2-47 0,-1 2 14 0,1-1-35 15,0 0 23-15,-2 2-24 0,2-2 16 0,-2 1-18 16,-2 1-4-16,0 1 15 0,1-2 23 0,-2 2-15 16,-2 0 28-16,-1 0-18 0,-1-1 29 0,0 0-15 15,-1 0 21-15,-2 0-16 0,-3 1 23 0,0 0-17 16,-1-2 19-16,-3 2-22 0,-1-1 22 0,-2 1-24 16,-1-4 31-16,-1 1-15 0,-2 0 27 0,4 0-12 0,-4-1 17 15,1-1-22-15,2-2 21 0,-1 0-27 0,0 1 21 16,-1-2-28-16,4-2 9 0,-2 1-61 15,0 0-33-15,1-2-56 0,2-1-46 0,-1 0-29 0,1 0-72 16,1 2-106-16,3-3-107 0,-1 1-268 0,1-2-285 16</inkml:trace>
  <inkml:trace contextRef="#ctx0" brushRef="#br0" timeOffset="22714.4">23211 2007 672 0,'0'0'566'0,"0"0"-158"0,0 0-66 0,0 0-91 16,7 5-32-16,-7-5-66 0,0 0-3 0,10 5-41 15,-5-3 7-15,4 4-34 0,-3-2 4 0,3 1-31 16,-1 2 6-16,1-2-32 0,-3 2 20 0,2 0-31 15,-3 2 15-15,3-1-24 0,-3 0 18 0,-1-2-17 16,-2 4 19-16,-2-5-13 0,0 4 18 0,-2-1-2 0,-2 0-3 16,-3-1-3-16,-1 2-9 0,-3-1-2 0,0 0 2 15,-3-1-8-15,0-1-3 0,-2-1-35 16,2 2-34-16,-2-3-42 0,3 0-57 0,0-4-73 16,0 2-46-16,13-2-146 0,-24-2-327 0,15 0-264 0</inkml:trace>
  <inkml:trace contextRef="#ctx0" brushRef="#br0" timeOffset="23146.23">23707 1646 419 0,'8'-9'605'0,"-2"2"-85"0,-1 4-55 16,-5 3-53-16,7-9-99 0,-7 9-41 0,5-6-67 15,-5 6-30-15,0 0-51 0,0 0-14 0,0 0-10 16,2 8-1-16,-7-1-10 0,3 3-14 0,-4 2-9 16,0 1-16-16,0 1-6 0,-2 3-8 0,0 2-7 15,-2-1 0-15,1-2-12 0,0 2 5 0,2 0 17 16,-5-3-29-16,6 0 26 0,-1-1-35 0,1-2 31 16,0-3-27-16,1 1 34 0,-1-3-18 0,2 1 37 15,2-1-6-15,-1-2 43 0,3-5-16 0,-6 7 17 0,6-7-41 16,0 0 13-16,4 10-37 0,-4-10 15 0,0 0-33 15,15-3 11-15,-15 3-17 0,22-4 20 0,-12 0-25 16,7 0 15-16,-2 2-20 0,4-2 17 0,-2 0-18 16,3-1 20-16,1 1-27 0,-1 0 25 0,-1 0-24 15,2 2 23-15,-2-3-26 0,0 3 23 0,0-1-26 16,-1 1 23-16,-1 0-23 0,-4 1 30 0,1 0-34 16,-3 0 25-16,-1 1-24 0,-10 0 21 0,20-2-41 15,-20 2-15-15,17 0-28 0,-17 0-34 0,13 0-38 0,-13 0-38 16,0 0-54-16,13 0-35 0,-13 0-75 15,0 0-101-15,0 0-96 0,0 0-263 0,0 0-349 0</inkml:trace>
  <inkml:trace contextRef="#ctx0" brushRef="#br0" timeOffset="23380.08">23871 1717 384 0,'0'0'561'0,"-7"-8"-86"0,7 8-55 0,-5-7-35 15,5 7-83-15,-4-5-33 0,4 5-56 0,0 0-42 16,-6-5-33-16,6 5-2 0,0 0 40 0,-6 9-4 16,3-2 12-16,2 2 27 0,0 1-19 0,-1 1-13 0,1 2-44 15,0 0-4-15,-1 4-31 0,1-2-3 0,0 2-29 16,1 1-3-16,-2 1-1 0,1-2-14 0,1 0-7 16,0 1-12-16,0 0-5 0,0-1-1 0,-2 0-7 15,2-3 2-15,-2-1 7 0,2-1-105 0,0 2-63 16,0-4-90-16,-1 2-75 0,1-3-79 0,-1-1-146 15,1-8-149-15,0 14-295 0,0-14-565 0</inkml:trace>
  <inkml:trace contextRef="#ctx0" brushRef="#br0" timeOffset="23679.38">24142 2031 761 0,'4'-5'687'0,"-4"5"-102"16,3-7-39-16,-3 7-116 0,0 0-40 0,0 0-105 0,5-6-20 16,-5 6-87-16,0 0 4 0,0 0-45 15,11-3 6-15,-11 3-34 0,15 3-1 0,-8 1-42 16,4 0 12-16,-2 1-13 0,2 0-12 0,-2 2-10 0,2 1-9 16,-1 1-8-16,-1-1-6 0,-2 1 2 0,-1 0-11 15,0-1-1-15,-2 4 3 0,-2-4 22 0,-2 3-42 16,0-2 28-16,-1 2-27 0,-3-1-16 0,-3 0-5 15,0 0-23-15,-3 1-25 0,-1-1-32 0,-1-3-37 16,0 3-56-16,-3-4-25 0,1 2-51 0,-3-3-41 16,3 0-39-16,-1 0-122 0,2-3-56 0,-1 1-251 15,3-3-308-15</inkml:trace>
  <inkml:trace contextRef="#ctx0" brushRef="#br0" timeOffset="24213.34">24751 1722 431 0,'10'-8'645'16,"-6"2"-115"-16,0 0-78 0,-4 6-85 0,5-5-93 15,-5 5-50-15,4-6-46 0,-4 6-40 0,0 0-23 16,0 0-23-16,0 0-19 0,-4 5-15 15,4-5-12-15,-6 11-4 0,1-4-8 0,1 0-12 0,-1 2 4 16,1-3-8-16,1 2-2 0,-2-1-6 0,4-1 14 16,-2 0-19-16,3-6 2 0,-4 9-5 0,4-9 6 15,-2 9 4-15,2-9 5 0,0 0 11 0,0 8 15 16,0-8 4-16,0 0-5 0,10 3 2 0,-10-3-5 16,15-1-8-16,-15 1 0 0,17-2-3 0,-4 0-3 15,-2 0-10-15,2 1 5 0,1-1 0 0,-1 1-4 16,2 0 1-16,-2-1 1 0,2 1 2 0,0 1-1 15,-2 1-6-15,2 1 3 0,-3-1-1 0,2 2-5 16,-1 0 2-16,1 1-1 0,-2-1-1 0,0 4-7 16,1-2 7-16,-2 1-2 0,-1 1 0 0,-3-2-2 15,1 2 0-15,2 2-1 0,-5-2-4 0,2 1 12 16,-3 0-8-16,0 0 24 0,-2 1-29 0,1-1 26 16,-2 0-29-16,-1-1 34 0,-1 0-35 0,-3 2 38 15,1-1-33-15,-5 0 29 0,-1-1-26 0,-2 3 35 0,0-3-31 16,-5 0 34-16,2 0-38 0,-4-1 43 15,2 0-32-15,-5 0 27 0,-2 1-32 0,4-3 24 16,-1 1-8-16,-2-4-29 0,1 0 33 0,0 0-8 16,-1 1-32-16,0-2 29 0,2 0-28 0,-2-2 23 0,2 1-69 15,0-1-15-15,0-2-76 0,0 1-48 0,2-1-81 16,-1-1-56-16,2-1-55 0,-1 0-103 16,3 0-466-16,-2-3-542 0</inkml:trace>
  <inkml:trace contextRef="#ctx0" brushRef="#br0" timeOffset="24396.82">24754 1676 93 0,'16'-9'670'0,"3"0"-141"0,-2-2-46 16,2 3-37-16,-1-1-68 0,4 1-50 0,-2-1-40 16,0 2-43-16,1-1-15 0,1 1-73 0,-3 2-35 15,4 0 8-15,-4 3-57 0,2-1 11 0,-2-1-77 16,1 3-83-16,1 1-67 0,-3 0-64 0,2 1-61 15,-2 0-124-15,0 2-145 0,0 0-296 0,-3-1-373 16</inkml:trace>
  <inkml:trace contextRef="#ctx0" brushRef="#br0" timeOffset="38194.39">1463 5091 400 0,'0'0'354'0,"0"-9"-30"0,0 9-33 15,0-8-42-15,0 8-39 0,1-8-17 0,-1 8-9 16,0 0-23-16,0-12-15 0,0 12-28 0,0 0-3 16,0-5-35-16,0 5 7 0,0 0-26 0,0 0 2 15,0 0-21-15,3-7 10 0,-3 7-20 0,0 0 3 16,0 0-9-16,0 0 9 0,0 0-3 0,0 0 25 0,3 6-8 16,-3-6 33-16,4 10-6 0,-1-2 17 0,-1 0-15 15,-2 3 17-15,1 0-18 0,2 2 7 16,-3-1-31-16,3 5 30 0,-2-1-10 0,0 0-3 15,0 1-2-15,2 2-11 0,-2 0-5 0,2 1 4 0,-3-2-12 16,3 2-24-16,-1 4 19 0,2-2-28 0,-3 0 25 16,2 1-29-16,-2 1 26 0,0-1-33 0,2 1 27 15,-2-1-23-15,0 3 30 0,1-2-16 0,-1 0 22 16,-1 4-6-16,1-3-11 0,-1 0 2 0,0 1-6 16,0-1 1-16,0 2-8 0,0-1 3 0,0 0-22 15,-1 1 13-15,1-1 12 0,-1 1-4 0,-1-3 2 16,1 4-7-16,1-2 5 0,-1-2-5 0,-2 3-3 15,2-3-1-15,0 2 4 0,-1-1-1 0,1 0-1 16,0 0-2-16,-3 1 0 0,4-1 0 0,-1 0 1 16,0 1-3-16,1-3 0 0,-2 2 0 0,1 1 1 15,1-3-8-15,-1 1 12 0,-2 0 1 0,3-1-7 16,0-1 4-16,-1 1 1 0,-1 0 1 0,1-3-9 16,1 2 8-16,-1 0 2 0,1-3 6 0,0 2-12 0,0-1 14 15,-1 2-15-15,1-1 8 0,0-1-10 16,-2 2 16-16,2 0-16 0,-1-1 12 0,1-1-16 15,0 1 17-15,0 1-17 0,0-2 20 0,0 4-17 16,0-2 13-16,0-3-16 0,0 2 21 0,-1 1-26 0,1-2 31 16,-2 2-38-16,1 0 31 0,1 2 13 0,0 0-23 15,-2-2 28-15,0 2-38 0,1 1 38 0,0-2-25 16,-2 1 20-16,2 1-26 0,0-1 23 0,-2-2-23 16,2 2 33-16,0 1-29 0,-2-1 32 0,2-1-38 15,0 0 33-15,-1-1-42 0,1 3 38 0,1-3-1 16,-1 2-4-16,-2 1-1 0,3-4-5 0,0 0-3 15,-1 1-11-15,1-1 2 0,0 1-30 0,0 1 39 16,-2 1-34-16,2-3 36 0,-1 0-38 0,1 1 41 16,0 0-35-16,0-2 40 0,0 3-44 0,0-2 41 15,4 1-44-15,-5 3 52 0,1-1-38 0,-2-3 38 16,2 0-41-16,0-1 37 0,0 1-39 0,0 0 41 16,2-3-49-16,-2 3 40 0,0 0-32 0,0-1 46 15,0 0-46-15,0 1 46 0,0-1-50 0,0 1 50 16,-3-1-9-16,3-1-3 0,1 0-4 0,-1-1 0 15,0 1-4-15,0 0-4 0,2 1 10 0,-2 1-3 16,0-2-2-16,0 1-2 0,0-1-1 0,0 0-2 0,0 1-7 16,0-1 4-16,0 1-39 0,0-1 25 0,0 1-14 15,0 2 44-15,-2 1-51 0,1 0 55 0,1-1-48 16,-1-1 47-16,1-2-46 0,0 2 42 0,0-1-42 16,0 0 13-16,0 0-10 0,0 1 48 0,-1-1-46 15,1 1 46-15,-2 2-58 0,0-1 57 0,2-2-46 16,0 2 45-16,0-3-48 0,-1 3 44 0,1-3-3 15,-2 2-6-15,1 1-4 0,0 1 5 0,0 3-2 16,-2-3-2-16,2 0-7 0,-2 1 0 0,3-4-4 16,-1 1-21-16,0-1 28 0,-2 2-2 0,2 3-47 15,-2-2 55-15,2 1-61 0,1 0 55 0,-1-1-41 16,-1-4 51-16,1 2-45 0,1 1 47 0,0-3-46 16,0 2 48-16,0 0-50 0,0-2 51 0,0 2-50 15,-1-1 52-15,1 4-52 0,0-2 49 0,0 0-50 0,0-3 50 16,0 1-51-16,0-1 50 0,0-2-61 15,-3 0 40-15,3-3-60 0,0-1 34 0,-1-1-50 16,1-3-8-16,0 1-54 0,0-4-60 0,0-6-29 0,0 11-30 16,0-11-26-16,0 0-22 0,0 0-53 0,-3-12-66 15,2-1-30-15,1-3-491 0,-1-5-526 0</inkml:trace>
  <inkml:trace contextRef="#ctx0" brushRef="#br0" timeOffset="40794.48">1415 4996 165 0,'0'0'248'0,"0"0"-53"0,0 0-29 0,0 0-33 16,0 0-9-16,0 0-19 0,0 0-3 16,0 0-23-16,0 0 14 0,0 0 13 0,0 0-8 15,0 0 4-15,5 4-7 0,-5-4-1 0,0 0-4 0,0 0 0 16,0 0-2-16,12 0-6 0,-12 0 1 0,0 0-10 16,13 0-11-16,-13 0 1 0,0 0 7 0,15 0 8 15,-15 0 6-15,14 0-15 0,-14 0 2 16,17 0-14-16,-17 0 14 0,21 0-2 0,-9-2 27 0,4 1-8 15,3-3 7-15,1 2-22 0,4-1-3 0,4-1-26 16,3-1 6-16,3 0-18 0,1-1 7 0,2 0-19 16,3 1 4-16,2-1-12 0,0 0 5 0,-1 2-10 15,1-2 9-15,-2 1-23 0,-1 0 20 0,0 0-10 16,-1 1 10-16,3 1-16 0,-3-2 12 0,2 3-6 16,-1-1 8-16,1 1-8 0,1 0 8 0,-3 1-12 15,3-1 7-15,-1 2 1 0,-1 0 20 0,2 0-1 16,-1 0 19-16,0 2-22 0,2-1 13 15,-4 1-21-15,3-1 11 0,0 0-23 0,-3 0 70 0,3 2 1 16,1-2 32-16,2 2-9 0,4-3-19 0,2 0-13 0,4 0-18 16,-2 0-2-16,3 0-10 0,-1-2-11 15,2 1-5-15,0 0 0 0,3 1-2 0,-3-1-11 16,3-1 5-16,0 1-3 0,-2 0 2 0,2 0-7 0,-4 0 1 16,4 0 2-16,-2 0-4 0,1-1 3 0,-1 1-3 15,2 0 2-15,0 1-5 0,-2-2 9 0,2 1-1 16,-2 0 10-16,1 1 1 0,-2-1-2 15,2 1 1-15,-2-2-1 0,0 2 2 0,-1-1-10 0,1 0 9 16,-2 0-6-16,4 1 5 0,-1 0-4 0,1-2 8 16,-1 2-11-16,-1 0-6 0,2-1 8 0,-1 1 3 15,-2 1-9-15,2-1 6 0,-1 0-8 0,-3 2 7 16,2-2-10-16,-1 1 11 0,0 0-10 0,-2-1 10 16,2 1-16-16,-3 2 20 0,1-3-23 0,1 2 17 15,-1 0-10-15,-1-1 9 0,1 0-9 0,1 1 8 16,-3-1-10-16,1 0 12 0,0 0-11 0,-2 1 8 15,-1-1-10-15,3 2 10 0,-4-2-11 0,3 2 12 16,-2-3-15-16,0 2 15 0,2-2-7 0,-1 3 9 0,-1-1-15 16,1 0 17-16,2-1-13 0,-3 1 8 15,2-1-11-15,0 0 11 0,1 2-10 0,-2-3 8 16,-6 2-9-16,6-2 10 0,0 2-9 0,-5-1 12 16,4-1-13-16,-4 2 13 0,6-1-14 0,-2 0 17 0,1 0-23 15,1 1 20-15,-3 0-12 0,2-2 13 0,-1 3-12 16,-4-2 8-16,4 0-8 0,-6 2 9 15,8-2-11-15,-3 1 15 0,3-1-13 0,-9-1 13 0,9 3-14 16,-8-1 13-16,0 0-12 0,2-1 18 0,4 0-18 16,-6 0 17-16,8 2-17 0,-2-2 20 0,0 2-27 15,-6-3 25-15,7 3-16 0,-7-3 16 0,0 1-18 16,2 0 20-16,-2 1-23 0,1-1 19 0,-1 0-14 16,3-1 24-16,-3 1-12 0,2 1 17 0,-1-2-17 15,-2 1 15-15,4-1-7 0,-4 0 3 0,2 0-6 16,1 1-1-16,-1-1-5 0,-1 0-15 0,2 0 17 15,-1 0-26-15,1 0 23 0,0 0-20 0,0 0 23 16,-2 0-23-16,3 1 26 0,-3-1-16 0,1 0-8 16,-1 0 19-16,2 0 1 0,-2 0 1 0,-1 0-7 15,1 0 1-15,-2 2-4 0,1-2 6 0,1 0 0 16,0 0-6-16,-1 0 2 0,0 0 2 0,0 0-3 16,0 0 1-16,3 3-4 0,-3-3 3 0,1 0 0 0,-1 0 2 15,-1-3-1-15,2 3-7 0,-1 0 7 0,0 0-1 16,0 0-3-16,0-2 4 0,-2 2-1 15,3-2 0-15,-3 2-5 0,0 0 9 0,2-1-3 16,-3 1 4-16,2-2 0 0,0 1 2 0,-2 0 0 0,2 0-20 16,-2-1 25-16,3 1-2 0,-3 0-3 0,1 1 3 15,1-3-4-15,0 3 0 0,1-3-4 0,0 2 0 16,0-2-1-16,0 1-2 0,-1-1 1 0,0 1 3 16,1 2-8-16,0-3 3 0,0 0 5 0,-2 2 0 15,2 0 1-15,0-2-5 0,0 2 1 0,1 1-1 16,-1 0 2-16,0-3-2 0,1 3-1 0,-1 0-2 15,1 0 4-15,-1 0 0 0,0 3-2 0,10-3 3 16,-10 0 0-16,4 0 0 0,-2 1 9 0,6 0 16 16,-6-1 2-16,7 2-5 0,-8-2-2 0,8 1-4 15,-6-1-6-15,5 1-3 0,-4-1 1 0,-3 0 1 16,8 0-2-16,-5 2-4 0,4-2 2 0,-5 0-2 16,6 1-22-16,-8-1 24 0,9 3-3 0,-9-3 0 15,4 0 2-15,-4 2-4 0,8-2-5 0,-6 0 5 0,-1 0 2 16,1 0 0-16,1 0-5 0,4 0 2 15,-5 2-2-15,6-2-3 0,-7 0 7 0,-1 0-4 16,0 1 1-16,3-1-1 0,-3 0-2 0,3 0 4 0,-3 1 0 16,9 0 1-16,-1-1-2 0,-5 2-2 0,-3-2 0 15,3 1-3-15,5-1 1 0,-2 1 11 0,3-1-2 16,-1 1-2-16,0 1-2 0,0-2-1 0,-2 0 2 16,2 3 0-16,-1-3 1 0,-6 1-1 0,8-1 1 15,-10 1-5-15,3 1 0 0,-1-1-5 0,-1 0 9 16,1 0 1-16,6 2-1 0,-7-3 0 0,0 1-4 15,2 0 14-15,-1 1 10 0,6-2 2 0,1 0 1 16,-8 3-5-16,8-3-7 0,-7 0-3 0,6 1-4 16,-6 0 6-16,5 2-6 0,-5-2 0 0,-1 0 4 15,-1 1-7-15,1-2-1 0,-1 2-5 0,0 0 7 16,0-1-1-16,-2 0-3 0,1 0-3 0,0 1 0 16,-1-1 0-16,0-1 5 0,-1 2-1 0,0-1 2 15,1 0-4-15,-1 0 2 0,-1-1 0 0,4 2-5 16,-3-2 7-16,1 1 0 0,0 1 3 0,1-2-2 15,-2 0-6-15,3 3 4 0,-1-2 4 0,-1-1-4 16,2 1 3-16,-1 1-4 0,-2-2 4 0,3 2-7 0,1-2 1 16,-1 0-4-16,0 0 9 0,-2 2-9 0,4-1 9 15,0-1-8-15,-1 2 8 0,2-2-1 0,6 0 0 16,1 1 1-16,-1 0-1 0,1 0-2 0,2 1-3 16,-2-1 0-16,2 0 7 0,1 2-2 0,-1-2-2 15,1 0-10-15,-2 1 7 0,3 0-2 0,0-1 10 16,1 0-7-16,0 1 4 0,3 0-10 0,-4-1 11 15,4 1-4-15,1 0 2 0,-1 0-9 0,1-1 10 16,0 1-7-16,1 1 9 0,1-1-11 0,-1 2 16 16,2-1-14-16,-1 1 14 0,11-1-7 0,-1 0 5 15,0 1-7-15,-9 0 1 0,9 2-5 0,-1-4 9 16,2 3-6-16,-13 0 6 0,3 1-9 0,7-2 7 16,-9 0-6-16,1 1 0 0,-2 0 2 0,1-2 3 15,-1 2-8-15,2-1 9 0,-2 3-7 0,0-2 4 16,0 0-5-16,0 0 6 0,-2 0-5 0,1 2 4 15,0-2-5-15,-2 2 6 0,1-4-11 0,-3 4 11 16,1-2-1-16,-1 0 1 0,1 0-3 0,-1 2 1 0,0-2-5 16,-1-1 6-16,1 1-6 0,-1 2 6 0,-1-3-2 15,-2 0 2-15,3 1-1 0,-3 0-1 0,-1-1 3 16,1 0-3-16,0 0 0 0,-2 0 0 0,-1 1 2 16,1-2-4-16,-2-1 5 0,0 2-2 0,0-1 4 15,-6 0-8-15,6 1 1 0,-5-3 4 0,-1 1 1 16,1 1-1-16,1-1 1 0,-2 0-5 0,0-2 7 15,1 1-4-15,-1 1-1 0,1-2 1 0,-2 0 6 16,0 0-9-16,-1 2 7 0,3-2-2 0,-3 0-2 16,-1-2 1-16,1 2 3 0,1 0-4 0,-1 0 0 15,0-2 4-15,-1 2-3 0,1-1 0 0,1 1 0 16,0 0 0-16,-1-2-2 0,-1 2 5 0,4-1-4 16,-4 0 2-16,2 0-3 0,2 1 2 0,-2-2-2 15,0 1 5-15,2 1-3 0,-3-1 0 0,2 1-3 16,0 0 9-16,-3 0-5 0,3-1 1 0,-1 1 1 15,-1 0 0-15,1 0-1 0,1 0-1 0,1 0 2 16,-1 1 1-16,1-1-5 0,2 0 3 0,4 1-1 0,-4 0 0 16,5 1 1-16,0-1-1 0,2 1-2 0,-2 0 2 15,-2-1-1-15,-4 1 3 0,5 0-3 0,-6 0 2 16,-1 0-2-16,0-1 0 0,-1 1-2 0,0 0-3 16,-1 1 2-16,-1-2 4 0,0 0-3 0,-3 2 3 15,-5-1-5-15,1 0-2 0,-3-1 5 0,-1 1-1 16,-3-2 0-16,-1 2-2 0,-2-1-4 0,-3-1 3 15,-2 2-5-15,1-2-7 0,-4 1-25 0,-13-1-32 16,23 1-66-16,-23-1-25 0,16 0-133 0,-16 0-38 16,0 0-91-16,0 0-98 0,0 0-105 0,0 0-677 15,-15-1-908-15</inkml:trace>
  <inkml:trace contextRef="#ctx0" brushRef="#br0" timeOffset="43743.93">1464 8015 308 0,'0'0'316'0,"-6"5"-103"0,6-5 18 0,0 0-74 15,0 0 24-15,0 0-49 0,-6 5 11 0,6-5-60 16,0 0 27-16,0 0-43 0,0 0 46 0,0 0-33 0,-4 4 44 16,4-4-14-16,0 0 6 0,0 0 2 0,4 7-8 15,-4-7 8-15,0 0-18 0,8 5 10 16,-8-5-14-16,9 5-6 0,-9-5-4 0,14 3 15 15,-14-3-18-15,14 5 20 0,-2-2 2 0,-2-2 5 0,3 2-4 16,1 0-6-16,1-2-9 0,4 0-10 0,2 0-5 16,-1-1-8-16,3 2-2 0,4-2-6 0,1 1-2 15,3 0-5-15,-2-1-5 0,3-1-2 0,0 1-7 16,5-1-1-16,1-1-4 0,1 1-29 0,-2 0 27 16,0 1-2-16,4-1 0 0,-3-2-2 0,2 3 9 15,-1 0-20-15,3 0 19 0,-1-3-14 0,1 3 6 16,1 0-11-16,-1 0 6 0,1 0-11 0,1 0 9 15,6 3-10-15,-7-3 15 0,7 0-13 0,-8 2 17 16,8-1-13-16,0 0 19 0,-3 0-38 0,-5 0 42 16,7 2-10-16,-6-2 1 0,-1 1-4 0,8 0-5 15,-3 1-5-15,2-2 1 0,0 2 0 0,-1-1-4 16,2-1-38-16,-3 4 43 0,3-3 3 0,-1 1-11 16,-1 0 2-16,3 1 1 0,-3 1-1 0,1-2-5 0,1 1 3 15,-1 0 0-15,1 0-11 0,-2 0-32 16,3 0 52-16,0 1-46 0,1-1 52 0,0 0-41 15,3 0 23-15,-2 2-20 0,4-3 51 0,-2 1-47 0,1-1 48 16,3-1-48-16,0 3 44 0,-2-3-44 0,3 3 43 16,-1-4-47-16,1 0 45 0,1 1-36 0,-2-1 33 15,4-1-41-15,-1 0 38 0,2 3-38 0,0-3 41 16,0 0-42-16,1 0 43 0,-1 1-33 0,1-1 39 16,-1 0-35-16,1 0 35 0,-1 0-28 0,0 0 7 15,0 1 13-15,1-1-23 0,0 2 27 0,-1-1-33 16,1-1 26-16,-2 1-28 0,-2 0 24 0,3-1-39 15,-3 2 41-15,1-1-26 0,-2 0 22 0,1 0-25 16,-2-1 8-16,1 2-5 0,0-2 1 0,-1 2 1 16,0-1 1-16,-1-1 21 0,1 1-27 0,0-1 26 15,-4 1-25-15,4-1 22 0,-2 0-20 0,2 0 2 16,-3 0 4-16,3 0 8 0,-3 0-5 0,2 0 2 16,-1 0 0-16,1-1 3 0,-3 0-4 0,2 1-1 0,2-1 0 15,-2-1 7-15,2 2-2 0,-1 0 6 16,-1-2-16-16,1 2 10 0,-1-1-10 0,-2 0-6 15,1 0 4-15,1 1 2 0,-1 0 3 0,-1-2-2 0,2 1-1 16,-4 1 5-16,3 0-5 0,0 1 7 0,2 1-1 16,-1-2-2-16,1 0 1 0,-1 0 4 0,-2 1-9 15,3-1 3-15,-1 1 2 0,-1 0-2 0,1 1 1 16,-1-2 2-16,1 2-1 0,-4-1-11 0,3 1 16 16,-1 0-6-16,1-1 4 0,0 0-3 0,-1 2 4 15,-1-3-3-15,2 2 3 0,-2-2-2 0,2 0 5 16,-1 1 0-16,-1-1 6 0,1 0 2 0,0 0 3 15,-2 0-42-15,1 0 52 0,0 0-46 0,-1 0 56 16,2 0-13-16,-1 0-7 0,0 0 4 0,1 1-7 16,-1-1-3-16,0 1-3 0,2 1-2 0,-3-1-2 15,-1 0-45-15,3 0 53 0,-3 1-49 0,1-1 51 16,-1-1-45-16,-1 1 46 0,2-1-45 0,-3 1 49 16,1 1-50-16,0-2 49 0,0 0-50 0,1 0 49 0,-2 0-42 15,1 0 55-15,2 0-45 0,-2 0 48 0,1 0-46 16,-1 0 44-16,0 0-46 0,2 0 40 15,-3 0-41-15,1 0 37 0,0 0-43 0,-1 0 43 0,2 0-43 16,-1 1 41-16,0-1-47 0,2 2 46 0,0-2-44 16,-1 1 42-16,1 0-38 0,-1-1 38 0,2 1-43 15,-1-1 47-15,0 1-46 0,0 1 45 0,0-1-41 16,0 1 43-16,0-2-33 0,2 0 46 0,-1 0-48 16,1 2 41-16,-1-2-42 0,1 1 36 0,1-1-39 15,0 2 39-15,0-2-39 0,0 2 40 0,-1-2-41 16,0 1 41-16,3 1-41 0,-3-2 40 0,1 0-36 15,-1 0 34-15,0 1-36 0,0 0 32 0,1-1-37 16,-1 1 39-16,0-1-42 0,-1-1 39 0,1 1-40 16,-1 2 41-16,0 1-42 0,2 0 42 0,-3-2-40 15,2 0 41-15,-3 1-41 0,0-1 41 0,0 2-39 16,0-2 8-16,0 0 34 0,0 1-36 0,1 0 33 16,0-1-37-16,-1 1 37 0,0 0-38 0,2-1 39 0,0 0-43 15,-1 0 36-15,-3 0-33 0,4 1 39 0,-2-1-39 16,2-1 39-16,-3 0-38 0,1 0 7 15,1 0-1-15,-2 0 1 0,0 3 7 0,0-3 4 0,0 0 33 16,0 0-43-16,0 0 36 0,2 1-39 0,-3-1 36 16,-1 0-39-16,3 2 38 0,-2-1-40 0,1 0 7 15,-3 1-2-15,2-1 1 0,0 0 4 0,-3 0 3 16,-2 1 0-16,5-2 4 0,1 0-4 0,-1 2 2 16,0-2-1-16,2 0 3 0,-1 0-5 0,0 3 8 15,0-3-6-15,2 0 0 0,-1 1-1 0,-1-1 2 16,0 1 1-16,3-1 1 0,-4 2 5 0,2 1-4 15,-1-2-2-15,-1 0 1 0,1 2 0 0,1-1 0 16,0 0 6-16,-1 0-7 0,0 2 0 0,1-1-1 16,-2 1 3-16,2-2-4 0,1 2 1 0,-2 0 15 15,0-2-20-15,1 2 4 0,2-1 0 0,-3 1 0 16,2-1 0-16,-1 1 4 0,-1-1-4 0,2 0 1 16,0-3 0-16,0 5 2 0,-2 0-2 0,1-1 0 0,-1 1 1 15,0 0-1-15,2-3 3 0,-2 3 1 0,-2 0 0 16,2-1-1-16,-2 0 5 0,-1 0-6 15,0-1-1-15,0 0 1 0,-1 1 0 0,1-1 1 0,-7 1 3 16,0-1-4-16,5-1-2 0,-5 1 2 0,6 0-1 16,-5-1 36-16,7 2-43 0,-3 2 35 0,-4-5-38 15,0 0 35-15,7 2-37 0,-7-2 38 0,8 2-36 16,-1-3 4-16,-7 2-4 0,0 1 4 0,-1-2 7 16,2 0-7-16,-2 1 4 0,1 1 7 0,-1-2-7 15,0 0 3-15,1 2 35 0,-1-1-40 0,0 1 36 16,1-1-38-16,0 0 19 0,-3 1-15 0,3-3 36 15,0 2-38-15,1 0 34 0,5 0-35 0,-7-1 26 16,2 3-30-16,-1-4 35 0,0 3-37 0,-1-1 4 16,0-1 2-16,1 0-1 0,6 3 2 0,-6-3 0 15,-1 2 1-15,0-1 30 0,1 1-36 0,-1-2 33 16,1 1-32-16,-1 0 29 0,0 1-37 0,1-2 32 0,-1 2-30 16,1-1 31-16,0 1-29 0,-1-2 28 0,7 3-32 15,-7-2 29-15,0 0-34 0,1-1 39 16,-1 1-39-16,0 1 15 0,-1-1-9 0,1 0 35 0,-2 1-36 15,3-2 34-15,-1 2-32 0,-1-2 25 0,2 1-26 16,-1-1 31-16,2 1-36 0,-2 0 31 0,5 1-26 16,-2-1-13-16,-3 0 20 0,2-2 27 0,-1 0-33 15,-1 4 34-15,3-4-36 0,-3 1 33 0,8 4-32 16,-10-4 29-16,-2 3-35 0,2-2 36 0,2 1-37 16,-2-3 36-16,1 3-32 0,-3-1 21 0,2 1-26 15,-1-2 36-15,-1 2-35 0,0-1 33 0,0 1-33 16,-1 0 29-16,0-1-27 0,-5 0 33 0,4 0-33 15,-3-2 31-15,3 3-29 0,-3-2 28 0,2 2-28 16,-2-2 34-16,3 0-37 0,-3 0 33 0,0 1-29 16,-2-1 29-16,2 1-24 0,0-2 23 0,-2 0-36 15,0 2 36-15,2 0-34 0,-4-2 38 0,3 1-33 16,-3 3 30-16,1-2-35 0,-2-1 35 0,3 1-33 0,-2-2 34 16,-1 3-36-16,-1-3 32 0,0 1-34 0,-4-1 34 15,1 3-31-15,-2-2 33 0,-1 0-34 0,1-2 33 16,-3 3-34-16,3 0 37 0,-2-1-33 0,0 0 32 15,-1 2-32-15,0-3 31 0,0 3-34 0,0-3 34 16,-1 1-38-16,0 0 30 0,-2 1-37 0,1-2 36 16,-1 1-31-16,-2 0 15 0,1-1-47 0,0 1 28 15,-2-1-61-15,0 2 22 0,0-2-61 0,-12 0 28 16,18 0-75-16,-18 0 38 0,16 0-84 0,-16 0 25 16,14 0-79-16,-14 0-8 0,0 0-43 0,12-2-51 15,-12 2-45-15,0 0-36 0,1-6-77 0,-1 6-87 16,-10-8-276-16,-3 2-464 0</inkml:trace>
  <inkml:trace contextRef="#ctx0" brushRef="#br0" timeOffset="47276.4">1492 6534 56 0,'0'0'231'0,"0"0"-32"0,0 0-39 15,10 2-14-15,-10-2-14 0,0 0 1 0,9 2 10 16,-9-2-20-16,0 0-11 0,12 4 15 0,-12-4-48 15,6 2 38-15,-6-2-45 0,11 2 45 0,-11-2-40 16,12 3 22-16,-12-3-31 0,14 2 33 0,-14-2-37 16,13 4 10-16,-13-4-30 0,18 3 18 0,-9-1-10 15,0-1 3-15,2 1-15 0,-2-1 2 0,3 2-7 16,-1-2-6-16,1 2 0 0,-2-1 3 0,4 0-2 16,-4 1-2-16,4-1 5 0,-1-2-9 0,0 2 7 15,2 1-14-15,-1 0 21 0,3-1-9 0,-2 0 10 16,2 1-12-16,-1-1 18 0,2 0-12 0,0 1-2 0,0-2 3 15,1 2 15-15,1-2-10 0,1 1 7 0,-1-1-16 16,2 0 9-16,-1 0-11 0,4 2 10 16,-3-2 0-16,1 0-6 0,0 1-1 0,0-1-3 0,0-1-2 15,1 0 0-15,-2 0 4 0,1 0-3 0,0 0-1 16,1 0-3-16,-1 0-2 0,0-1 4 0,2 1 2 16,-1 0-2-16,0 0-5 0,-2 0 0 0,6 0 1 15,-5 0 3-15,5 0-2 0,-1-2 5 0,0 2-6 16,1-1 0-16,-3 1-2 0,2-1-3 0,0 0 7 15,1-1-4-15,-1 2 2 0,1-1-1 0,0 0 1 16,2 0 2-16,-2-1-2 0,0 2 2 0,0-1-2 16,1-1-3-16,1 1 0 0,-1 0-2 0,-1-1 0 15,-1 0-12-15,4 1 15 0,-3-1-14 0,3-1 16 16,-2 1 8-16,2 1 15 0,-2-1 2 0,8-2-3 16,-1 2-1-16,1-1-13 0,0 0-1 0,4 0-3 15,-3-1 3-15,8 0-15 0,1 0 11 0,-2-1-7 16,4 0 1-16,-5 1-6 0,4 1 1 0,-3-2-3 0,0 1-4 15,-5-1 3-15,6 2 2 0,0-1-11 0,1-1 12 16,1 1-5-16,-1-1 9 0,0 1-5 16,2 0 14-16,-1 0-12 0,2 1 6 0,-1-2-9 15,-1 3 8-15,1-3-11 0,-1 1 13 0,0 1-15 0,0 0 8 16,-7 2-9-16,1-2 9 0,-1 1-13 0,0-1 10 16,4 1 2-16,-4 1-18 0,2-1 17 0,-2 2-11 15,1-1 8-15,0-1-10 0,0 1 10 0,2 1-12 16,-3 0 14-16,0-1-22 0,1 1 22 0,-1 0-10 15,0 0 10-15,-1 0-13 0,0 0 17 0,1 0-15 16,0 0 10-16,-1 0-12 0,-2 0 14 0,3 0-3 16,-3 0 0-16,2 1 3 0,-2 0-6 0,3-2 6 15,-3 1-7-15,2 0-9 0,-2 0 11 0,2-1-10 16,-2 1 14-16,2 0-22 0,-1 0 23 0,1 0-14 16,-2-2 17-16,3 2-16 0,-2-1 23 0,-1 0-8 15,3 1-34-15,-3-1 39 0,0-1 8 0,2 2-12 16,1-2 0-16,-3 2 4 0,2-1-2 0,1 0-7 15,-3 0 4-15,3 1-3 0,1-1-2 0,-2 0 1 0,1-1 0 16,2 1-8-16,-2-1 3 0,0 1 3 16,2 0-3-16,0 0-1 0,5-1 8 0,-6 1-8 15,2-1 2-15,3 0 7 0,-4 0 4 0,0 1-1 0,-1-3-1 16,5 2 8-16,-6 1-6 0,9-1 5 0,-9 1-1 16,2-1 0-16,6 0-5 0,-6 1-2 0,-2-1 4 15,9 0-7-15,-3 0 0 0,3 0-2 0,-8 1-3 16,8 0 1-16,-8 0-1 0,8 0 2 0,-9-1 0 15,4 0-5-15,-4 1 4 0,2-1-3 0,-1 0-33 16,0 2 11-16,2-2 26 0,3 2-27 0,-2-3 38 16,-3 3-4-16,1-2 0 0,-2 1-6 0,4 1-18 15,-3-1 13-15,-1 1 6 0,4-1 2 0,-2 1-2 16,-1 0-2-16,0-2-8 0,1 2 6 0,-1 0 2 16,0-1-1-16,-1 1-1 0,1-1-2 0,-1 1-35 15,1 0 45-15,-1-3-37 0,0 3 41 0,1 0-37 16,-1 0 39-16,0-1-2 0,1 1-3 0,-1-1-4 15,-1 1-1-15,4-2 1 0,-5 2-3 0,0 0 4 0,2-1-7 16,-1 1 5-16,-2 0-18 0,2 0 32 16,-3 0 0-16,1 1-29 0,-1-1 27 0,0 0-24 15,0 0 23-15,-1 0-22 0,-3 0 25 0,-1 0-28 0,3 0 26 16,1 0-14-16,2-1 5 0,-1 1-18 0,0 0 25 16,0 1-26-16,1-1 26 0,-1 0-6 0,0 0-15 15,2 0-1-15,0 0 24 0,-3 0-7 16,1 0 1-16,2 0-2 0,0 0-5 0,-2 0-16 0,0 0 22 15,2 0-21-15,-1 0 23 0,-1 0-24 0,0 0 21 16,-1 0-19-16,1 0 22 0,1-1-21 0,-6 1 21 16,5-2-22-16,2 2 20 0,-6 0-17 0,5-1 9 15,-1 1-11-15,0 0 19 0,0 0-20 0,0-1 18 16,2 1-15-16,-1 0 15 0,-1 0-20 0,0 0 22 16,0 0-18-16,0-1 21 0,0 1-16 0,0 0 17 15,2-2-12-15,-1 2 15 0,-1 0-14 0,0 0 14 16,1-1-16-16,-1 1 8 0,2 0-10 0,-1 0 11 15,2 0-12-15,-2 0 10 0,2 0-12 0,-2 0 13 0,4 0-10 16,-2 0 3-16,0 0-8 0,0 0 12 16,1 0-11-16,0 0 12 0,3 0-14 0,-3 0 10 15,1 0-9-15,0 0 12 0,0-1-10 0,0 1 9 0,-1 0-9 16,4 0 5-16,-3 0-8 0,0 0 12 0,1-3-9 16,1 3 8-16,-1 0-9 0,1 0 14 0,-1 0-14 15,2 0 8-15,-1 0 1 0,0 0 8 16,0 0-8-16,-1 0 5 0,2 0-9 0,-2 0 6 0,1 0-7 15,-1 0 7-15,1 0-6 0,-1 0 5 0,-1 0-8 16,0 0 6-16,2 0-16 0,-2 0 17 0,2 0-7 16,-1 0 9-16,-1 0-20 0,1 0 15 0,0 0-4 15,0 0 7-15,-1 0-4 0,1 3 3 0,0-3-4 16,-1 0 4-16,-1 1-6 0,1-1 6 0,0 1-2 16,0-1 2-16,-1 2-6 0,0-2 7 0,1 0-3 15,-2 1 0-15,1-1 1 0,1 0 4 0,-1 1-7 16,0-1 4-16,1 0-3 0,-1 1 3 0,1-1-9 15,-1 0 10-15,0 2-9 0,1-2 8 0,-1 0-6 0,0 0 1 16,0 1-3-16,0-1 8 0,-3 2-4 16,4-2 12-16,-2 0-5 0,-2 1 4 0,2 0-2 15,-1-1-2-15,-2 0 2 0,2 0-1 0,0 3-7 0,-3-3 3 16,1 1-4-16,2 0 5 0,-1-1-6 0,-2 2 0 16,1-2 0-16,0 1 3 0,0-1-5 0,-4 0 3 15,0 0-4-15,-1 0 1 0,5 0 3 16,-2 0 3-16,1 0-4 0,-3 0-1 0,0 0 1 0,-1 0 7 15,2 0-4-15,0-1 2 0,-3 1-1 0,3 0 2 16,-2 0-5-16,1 0 3 0,0 0 1 0,-1 0 0 16,0 0-2-16,0 0-2 0,1 0 0 0,1 0-1 15,-1 1 0-15,0-1 0 0,0 0 2 0,3 1-1 16,-4-1 0-16,5 1 2 0,-1-1 4 0,-4 2-1 16,5-2 3-16,0 3-3 0,-5-3 0 0,2 2-5 15,-2-2 4-15,5 2 2 0,-5-1-5 0,4 0 0 16,-7 2-2-16,4-2 3 0,3 0-2 0,0 1 1 15,-5-1 1-15,1 0-5 0,4 1 1 0,-1-1 0 0,3 2 0 16,0-2 1-16,-1 1-1 0,0 0 1 16,2 0-3-16,0-1 2 0,-1 1 3 0,0-1-2 15,3 1 0-15,-2 0-5 0,0 0 6 0,3 0 1 16,-3-1-2-16,-1 1-2 0,4 0 4 0,-2-1-3 0,0 2 2 16,0-2 0-16,1 0 0 0,-1 2-2 0,2-1 10 15,-1 0 1-15,5 0-3 0,-4 1 1 0,0-1-4 16,2 0 5-16,-3-1-7 0,7 1 1 0,-7 0-1 15,1 1 0-15,-1-3-2 0,1 3 1 0,-2-1 0 16,2 0 1-16,-2 0-2 0,-2 1 3 0,4-2-1 16,-2 0-4-16,-2-1 2 0,4 3-5 0,-3-1 6 15,0-1-24-15,1 0 25 0,-2 0 1 0,2 1-1 16,0-1-2-16,0 1-4 0,-3 0 3 0,2-2 5 16,0 2-5-16,-2-2 2 0,2 2-3 0,-2-1 0 15,1 1 1-15,-2-1 1 0,1 0-5 0,-1 0 4 16,0 1 1-16,-1-1 2 0,2 0-7 0,-1-1 6 15,0 3 2-15,-2-1-6 0,2 0 2 0,1-1-2 0,-2 0 0 16,-1 2 0-16,3-2 3 0,-2 1-6 16,1 0 7-16,-1 1-4 0,2-3 3 0,-1 2-9 15,-1 1 10-15,1-2-8 0,-2 0 9 0,3 1-3 16,-3 1 2-16,-3-1-6 0,1-2 7 0,-1 2-3 0,1 0 2 16,-2 1 0-16,1-2-2 0,1 0 1 0,-1 0-6 15,1 0 8-15,2 0 1 0,-2 2-3 0,3-2 1 16,2 0-2-16,-3 2 2 0,-2-2-3 0,3 2 3 15,-1-1-9-15,3-1 9 0,-2 1 0 0,0-1 0 16,1 0-8-16,-1 2 7 0,-3-1-5 0,2-1 6 16,3 1-4-16,-2-1 5 0,2 0-4 0,-7 2 2 15,6 0 0-15,-5-2-1 0,1 0 0 0,0-1 0 16,4 2-1-16,-4 0-1 0,2-1 1 0,4 1 1 16,-2-2-9-16,0 3 8 0,0-1-1 0,1 1 0 15,1-1 0-15,-1 0 0 0,1 0-16 0,2 1 20 16,-2-1-2-16,2 0 0 0,-2 2-2 0,2 0 6 15,0-2-2-15,-1 1-1 0,0 0-2 0,0-1 2 0,-1 2-4 16,2-1 3-16,0 1-3 0,-1-3 3 0,-3 3-1 16,4 0 0-16,1-3-1 0,-2 3 0 15,0-1 1-15,1 0 1 0,-1 0-12 0,-1 1 12 16,1-1 0-16,0-1-3 0,-2 2 2 0,0-1 0 0,2 0 0 16,-1-1 0-16,-2 1 0 0,-1 1 1 0,1-2-1 15,-6 0-1-15,0 2 3 0,-2-4-3 0,2 1-11 16,-2 2 14-16,-1-2-2 0,-2 1 2 0,2 0 0 15,-5-1 0-15,0 1-2 0,-1-2 1 0,-1 0-1 16,-1 2 1-16,0 0-2 0,-1-2 2 0,1 1-1 16,-1 0-3-16,-2 0-10 0,2 1 13 0,-1-1 1 15,-1 0 0-15,-3 0-2 0,4 0-1 0,-2 0 2 16,2 2-1-16,-3-3-1 0,2 3 1 0,-3-2-1 16,4 1-2-16,-2-1-3 0,2 1-8 0,-2 0-28 15,2-1-1-15,-2 1-15 0,4 1-24 0,-2-1-20 16,-2 0-30-16,2 1-30 0,-3-1-46 0,1-2-53 15,-3 2-47-15,-1-1-20 0,2 1-119 0,-13-2-27 0,15 2-91 16,-15-2-96-16,14 3-323 0,-14-3-581 16</inkml:trace>
  <inkml:trace contextRef="#ctx0" brushRef="#br0" timeOffset="49259.54">1458 9354 201 0,'0'0'261'0,"0"0"-35"16,0 0-25-16,0 0-9 0,0 0-12 0,0 0-16 15,0 0-11-15,0 0-5 0,0 0-48 0,0 0 36 16,0 0-43-16,0 0 20 0,2 5-28 0,-2-5 11 0,0 0-26 16,0 0 7-16,0 0-17 0,0 0 0 0,0 0-10 15,1 6 1-15,-1-6 0 0,0 0 0 0,-1 7 0 16,1-7-24-16,0 0 19 0,0 9-2 16,0-9 5-16,-1 6-18 0,1-6 3 0,0 7-23 0,0-7 15 15,-1 8-7-15,1-8 30 0,0 12-18 0,0-12 12 16,-2 9-21-16,2-9 16 0,0 12-9 0,0-12 15 15,0 13-17-15,0-13 7 0,0 12-3 0,0-5 25 16,0 0-13-16,0 2 2 0,0-3-19 0,0 3 17 16,2-1-7-16,-2 0 20 0,0 1-25 0,0 0 19 15,0 2-21-15,0-2 17 0,1 0-24 0,-1 2 17 16,0-1-21-16,0 1 26 0,0 0-15 0,1 0 22 16,-1-1-28-16,0 2 26 0,0 0-26 0,0-1 23 15,0 1-29-15,0 1 23 0,0-1-3 0,0 1-6 16,0-1-7-16,0 1 2 0,0-1-1 0,0 1-4 15,0-1 6-15,0 5-4 0,0 0-2 0,0-3-2 16,-1 1-2-16,1 1-1 0,-1 1-1 0,-1 0 2 16,1 1-7-16,0-2 3 0,1 1-25 0,-3 0 24 0,3 0-21 15,-1 0 27-15,-2 0-32 0,2 1 31 0,1-1-18 16,-1 1 25-16,-1-1-23 0,0 2 24 16,2-2-25-16,-1 2 26 0,-1-4-29 0,1 5 34 15,0-3-31-15,1 1 28 0,0 0-22 0,0 0 25 0,0 0-3 16,0 0-10-16,0 0 8 0,0 0-5 0,0 1-3 15,0-1 0-15,0-1 4 0,0 0-1 0,0 1 4 16,1-1-6-16,-1 0 3 0,0 2 13 0,1-1-20 16,-1-1 19-16,2 0-33 0,-2 0 31 0,1-1-20 15,-1 1 19-15,2-1-20 0,0 0 22 0,-2 1-39 16,1 0 29-16,-1-4-17 0,1 1 21 0,-1-1-18 16,1 2 33-16,1-1-34 0,-1-1 27 0,-1 0-43 15,1 0 36-15,-1 0-29 0,2-2-1 0,-2 1-1 16,1-1 32-16,-1 0-35 0,0-1 0 0,1 0 5 15,-1-3-1-15,2 2 1 0,-2-2 3 0,0 2-7 16,0-9 1-16,0 15 11 0,0-15-6 0,0 11 2 16,0-11-2-16,1 12 1 0,-1-12-7 0,0 7 2 15,0-7 7-15,0 10 0 0,0-10-1 0,-1 7-3 0,1-7 0 16,0 0-1-16,0 7-9 0,0-7-14 16,0 0-21-16,0 0-25 0,0 7-28 0,0-7-26 15,0 0-32-15,0 0-67 0,0 0-18 0,0 0-47 0,0 0-23 16,0 0-37-16,0 0-127 0,0 0-74 0,0 0-257 15,0 0-336-15</inkml:trace>
  <inkml:trace contextRef="#ctx0" brushRef="#br0" timeOffset="49659.38">1487 10846 264 0,'0'0'380'16,"0"0"-122"-16,0 0 12 0,-1-6-91 0,1 6 16 15,0 0-69-15,0 0 24 0,0 0-59 0,-3-4 32 16,3 4-48-16,0 0 20 0,0 0-42 0,0 0 24 16,0 0-35-16,0 0 20 0,0 0-20 0,0 0-3 15,0 0-11-15,0 0 17 0,0 0-22 0,0 0 17 16,0 0-2-16,0 0 26 0,-4 4-2 0,4-4 13 15,0 9-11-15,0-9 9 0,0 11-16 0,0-4 27 0,-1 3-18 16,1-2 25-16,-1 3-19 0,1-1 11 16,0 1-22-16,-2 1 9 0,2-1-17 0,-1 2-1 15,1-1-21-15,0-1 38 0,0 2-29 0,0-1 10 0,0-3-31 16,0 2 5-16,0-3-6 0,0 2 13 0,0-2-21 16,0-1 19-16,0 0-27 0,0-7 18 0,0 14-20 15,0-14 18-15,0 10-22 0,0-10 20 0,0 8-24 16,0-8 19-16,0 8-60 0,0-8-2 0,0 0-40 15,1 6-26-15,-1-6-49 0,0 0-72 0,0 0-38 16,0 0-122-16,0 0-68 0,4-6-247 0,-4 6-219 16</inkml:trace>
  <inkml:trace contextRef="#ctx0" brushRef="#br0" timeOffset="52459.42">1500 9610 113 0,'0'0'268'0,"0"0"-52"0,0 0-39 0,0 0-22 16,0 0-15-16,0 0-7 0,-8-3-7 0,8 3-10 15,0 0-2-15,0 0-40 0,0 0 48 0,0 0-42 16,0 0 40-16,0 0-37 0,0 0 35 0,0 0-34 16,13-2 16-16,-13 2-16 0,0 0 7 0,10 2-4 15,-10-2-12-15,9 3 13 0,-9-3-12 0,14 1 11 16,-14-1-15-16,14 5 15 0,-5-2-17 0,2-3 13 16,0 3-7-16,1-1 6 0,0 1-5 0,1 1 32 15,5-1 0-15,-3-1 24 0,4 1-37 0,3 0 6 16,2-1-11-16,1 3-7 0,0-1 5 0,3-3-4 15,2 1-10-15,-1 1-2 0,2-2-11 0,3 2 3 16,2-1-6-16,0 0 0 0,-2-1-7 0,2 1-8 16,0-1 8-16,-4 0-22 0,4 2 17 0,2-3-33 0,-1 3 40 15,0-1-18-15,3-2 24 0,-1 1-28 0,2-1 20 16,1 1-16-16,2-1 35 0,6 1-23 16,2-1 31-16,0 0-50 0,3 0 27 0,0 0-5 0,1 0-8 15,2-1-6-15,1 1-7 0,-1-1-3 0,2 0-11 16,3 1-2-16,0-2-2 0,-1 1-2 0,2 0-1 15,3 0-2-15,7-1-6 0,-9 1 5 0,-1 0-4 16,1 0 6-16,0-1-5 0,11 1 8 0,-11-1 2 16,-3 0-9-16,15 0 9 0,-12 2-1 0,13-1 0 15,-14 1 0-15,13-1-2 0,-13 1-7 0,1 0 8 16,0-1 6-16,0 2 0 0,-1-1-3 0,0 0-27 16,1 0 28-16,-5 1-5 0,4 0 5 0,0 3 1 15,1-4-5-15,-2 3-2 0,2-1-3 0,-4 0 2 16,0-1 0-16,1 2-1 0,-2-1-3 0,0 0-24 15,-1-1 27-15,-3 0-18 0,3 2 17 0,-2-3-14 16,2 0 26-16,0 2 1 0,0-1 1 0,1 0-4 16,0-1 3-16,0 1-3 0,-1-1-2 0,1 0 1 15,0 0-4-15,-2 2-18 0,1-2 17 0,1 0-9 0,-2 0 13 16,-2 0-18-16,4-2 20 0,-2 2-18 0,0-1 10 16,1 1 4-16,0-1-2 0,1-2 1 15,0 3-2-15,-1-2 2 0,1 0 1 0,-1-1-7 0,-1 2-17 16,1-1 22-16,1-1-14 0,-4 1 13 0,3-1-12 15,1-1 6-15,-3 1 6 0,1-1-2 0,1 2-2 16,0-1 0-16,0-2-3 0,-2 1 2 0,2 1-3 16,-3 0-2-16,2 0 7 0,-1-1-1 0,-3 0-9 15,2 1 13-15,-1 2-13 0,1-1 13 0,-2-1-24 16,1 1 25-16,-3-2-2 0,3 4-2 0,-2-3-1 16,0 1-4-16,-2 1-1 0,2 0-5 0,-1-2 12 15,-2 2-1-15,1 0-2 0,-1 0-9 0,-1-1 11 16,-1 0-16-16,-4 2 18 0,-1-3-8 0,6 3 11 15,-5 0-13-15,-3-2 4 0,10 1-2 0,-9 1 11 16,8-1-9-16,-6 0 12 0,-1 1-11 0,1 0 9 16,0 0 0-16,-2-2-3 0,8 2-3 0,-6-1 5 15,-2 1-8-15,3 0 6 0,-2-1-5 0,-1 1 2 0,3 0-4 16,3-3 9-16,-4 3-11 0,-1 0 6 16,1-2-7-16,6 2 7 0,-3-2-10 0,-2 1 9 15,-2 1-7-15,2-1 8 0,-3 1-6 0,4 0 3 0,-4-2-4 16,2 2 10-16,-1 0-8 0,2 0 6 0,-2 0-2 15,1 0 3-15,-1 0-4 0,-1 0 3 0,1 0 0 16,1 0 0-16,-3 0-6 0,2 0 6 0,0 0-5 16,-1 2 3-16,3-2-2 0,-2 0 1 0,-1 0-1 15,2 1 3-15,0-1-3 0,0 0 6 0,-2 1-8 16,3-1 8-16,-3 2-4 0,9-2 4 0,-10 0-2 16,4 2 1-16,-2-2-2 0,-1 3 4 0,2-3 1 15,-2 0-4-15,9 0-3 0,-8 1 3 0,6 0-3 16,2 1 0-16,-2-2-1 0,2 0 2 0,-1 0-2 15,0 1 5-15,1-1-4 0,-2 0 2 0,0 0-3 16,-2 0-7-16,3 0 9 0,-1 0 2 0,-5 0-1 16,0 0-1-16,7 0-1 0,-2 1 2 0,2-1 1 15,-8 0 2-15,8 0-1 0,0 1-3 0,-1 1 4 0,0-2 2 16,1 0 0-16,-2 0-3 0,0 3-1 16,1-3 2-16,0 2-9 0,-1-2 9 0,-6 2-1 15,6-1-1-15,-7 0-2 0,1 0 0 0,5 2-2 0,-5-2-1 16,4 0 2-16,-3 1-2 0,3 1 2 0,-5-3-2 15,7 4 0-15,-7-3-8 0,5 1 10 0,-3 0-3 16,-2-2 3-16,-1 3 3 0,7-3-4 0,-5 2-1 16,-1 1 3-16,0-2-1 0,0 0 3 0,-1 1-3 15,0 0-1-15,1-1 1 0,-1 1-6 0,0-1 7 16,1 1-5-16,-1-2 7 0,0 2 2 0,1 0-1 16,0-1 1-16,0 1 2 0,0 1-1 0,4 1 2 15,-2-4-1-15,-3 1 1 0,1 1-4 0,0-2-1 16,0 2 1-16,0-1 0 0,-1 0-2 0,1 0 0 15,-1-2 1-15,0 2-5 0,1 1 3 0,-1 0 0 16,0-2 1-16,1 2-2 0,0-1 1 0,2 1-3 16,-2-1-1-16,-1 0 4 0,2-1-4 0,0 1 5 15,-2 1-2-15,2-1-1 0,4 1-2 0,-5-2 4 0,-2 0-1 16,0 2 1-16,0-1 0 0,0 0 3 16,1-1 2-16,0 1-1 0,0-1 3 0,-2 2 1 15,3-2-1-15,-1 0 0 0,1 0-3 0,-2 2-2 0,2-1 0 16,0 0-1-16,1-1-7 0,-4 1 8 0,5-1-2 15,-3 2-1-15,3-1-1 0,-3 0 1 0,1-1-2 16,2 0-1-16,-2 3 2 0,8-3-1 0,-8 0-2 16,7 0 3-16,-7 2-1 0,8-2 1 0,-8 2-1 15,6-1 1-15,1 2 0 0,-1-2-2 0,2 2 4 16,-2-2-1-16,0 0 1 0,-1 2 3 0,3-2-3 16,-1 2 1-16,-7-5 0 0,5 5 0 0,2 0 0 15,-1-1 0-15,-7 0-1 0,0 0-1 0,3 1 0 16,-2-2-1-16,6 0 0 0,-5-1 1 0,4 3-1 15,-5-2-2-15,1 2 1 0,3 0 2 0,-2-3-2 16,-3 2 0-16,1 1 1 0,1-2-3 0,-2 2 3 16,0-2 0-16,1 0 3 0,8 2-4 0,-9 0 1 15,-1-3 1-15,1 2 0 0,-2 1-1 0,2-2 1 0,-1 2-30 16,-1-1 38-16,2-1-2 0,6 3-3 16,-10-2-2-16,3-1 1 0,-1 1 0 0,1 0-6 15,-3 1 5-15,2-3 0 0,0 1-1 0,1 1-11 0,-2 0 16 16,1-1-6-16,0 0 6 0,-1 2-2 0,2-1 4 15,-3-1-6-15,3 1-28 0,1 0 37 0,-4-1-27 16,0 1 27-16,0-2-29 0,1 2 33 0,-2-1-33 16,1 0 37-16,3 0-32 0,-3 3 31 0,0-4-4 15,1 2 0-15,-1-1-3 0,3 1 1 0,-2-1-5 16,-1 1-1-16,3 0-4 0,-2-1 2 0,-1 0-29 16,3 0 32-16,-3 1-27 0,1 0 25 0,-1-2-26 15,-1 0 26-15,4 1-22 0,-6 1 30 0,-1-2-29 16,3 0 32-16,1 0-32 0,-6 2 34 0,6 1-31 15,-5-1 32-15,-3-1-30 0,8 0 29 0,-6-1-26 16,5 3 27-16,0-3-35 0,-2 3 30 0,3-2-28 16,-3 0 25-16,-3 2-21 0,6-1 24 0,-5 0-30 0,3-1 32 15,1 0-31-15,-6 2 29 0,7-2-28 0,-6-1 27 16,-1 3-25-16,1-2 30 0,1 1-31 0,-3 0 30 16,2 1-29-16,0-3 21 0,-2 2-24 15,2 1 31-15,-2-2-31 0,1 2 28 0,-2-2-27 0,0 1 28 16,3 0-31-16,-2 1 30 0,-1-2-30 0,2-1 30 15,-1 1-32-15,4 4 30 0,-3-2-22 0,-2-2 22 16,1 2-28-16,0-3 26 0,2 3-26 0,-1-2 29 16,0 2-34-16,0-1 33 0,0-1-28 0,0 1 27 15,0 0-29-15,0-1 32 0,-1-1-32 0,2 0 24 16,-2 4-23-16,1-2 27 0,0 1-28 0,1-1 27 16,0 1-24-16,-1-2 22 0,0 1-25 0,0 0 29 15,5 1-34-15,-5-1 32 0,1 1-32 0,0-1 36 16,3 0-20-16,-4 1 16 0,0-3-4 0,1 3 0 15,0-2-1-15,3 2-2 0,-4-1-10 0,0 0 10 16,-3-1-2-16,1 1 0 0,0 0-8 0,-1-1 10 16,-1 2-4-16,-1-2 3 0,-3 0-4 0,1-1 5 0,-1 2-6 15,1-1 2-15,-3 0 0 0,2 0-5 0,-1 1-24 16,0-2 34-16,-2 2-26 0,3-1 26 16,-3-1-23-16,0 1 21 0,0 0 4 0,-1-1-1 0,0 2-1 15,0-1-2-15,1-1-1 0,-2 1-1 0,-1-1-5 16,2 0 1-16,0 3 3 0,0-3 1 0,-2 0-3 15,0 0 4-15,2 2-3 0,-3-2-7 0,2 0 9 16,0 1 0-16,-1 0-6 0,-2-1 3 0,3 1-2 16,-2-1 0-16,0 0 1 0,1 2 3 0,-1-2 0 15,-1 0-4-15,1 1 8 0,0-1-11 0,1 0 7 16,-2 1-9-16,0 0 9 0,2-1 0 0,-1 2-1 16,-1-2-3-16,3 1-2 0,-3-1 4 0,2 1 1 15,2-1 1-15,0 3-5 0,-1-3 4 0,3 0-2 16,-1 1 2-16,-1-1-4 0,3 2 1 0,-1 0 2 15,-1 0-3-15,-1-1 1 0,0-1-3 0,1 1-6 16,0 0-14-16,-6-1-9 0,4 2-13 0,-4-2-20 16,-13 0-18-16,21 0-36 0,-21 0-38 0,16 0-42 15,-16 0-48-15,14 0-70 0,-14 0-34 0,0 0-126 0,0 0-44 16,0 0-76-16,-3-5-763 0,-11 2-965 16</inkml:trace>
  <inkml:trace contextRef="#ctx0" brushRef="#br0" timeOffset="61191.07">1440 11161 130 0,'0'0'190'0,"0"0"-38"15,0 0-14-15,0 0-20 0,0 0-11 0,0 0 10 16,0 0-1-16,0 0 1 0,0 0-9 0,0 0-8 16,1 8-3-16,-1-8-5 0,0 0-2 0,0 0 10 15,0 0-4-15,5 6-41 0,-5-6 49 0,0 0-37 16,0 0 45-16,5 5-24 0,-5-5 7 0,0 0-27 15,7 7 10-15,-7-7-10 0,5 4 9 0,-5-4-14 16,6 5-13-16,-6-5-2 0,10 4-10 0,-10-4 14 0,8 6 2 16,-8-6 16-16,13 5-25 0,-13-5 13 15,14 6-27-15,-8-4 9 0,3 2-21 0,0-1 15 16,0 0-1-16,0 1 14 0,1-2-6 0,-1 2 9 0,1 0-19 16,2-1 5-16,-2-1-18 0,0 2 42 0,3-1 4 15,1-1 18-15,4 1-31 0,-4 2 13 0,5-2-28 16,-1-2 18-16,4 2-14 0,2 0 31 15,2-1-13-15,0 1 7 0,4-1-8 0,-1 1-4 0,3-2-12 16,4-1-2-16,1 0-9 0,-1 3-1 0,3-3-8 16,1 0 1-16,-3 0 10 0,3 1-14 15,1-1 8-15,-2 2-9 0,1-2-1 0,2 1-9 0,-1 0 6 16,-1 2-7-16,2-2 6 0,-1 2-9 0,0-3 5 16,1 3 2-16,5-1 9 0,-5 0 7 0,4 1 5 15,-4-1 5-15,6 0 2 0,-6 2 3 0,4-1-8 16,-4-1-1-16,-1 2-4 0,5-2-6 0,-4 0 1 15,4 2-8-15,1 0-1 0,-7-1-4 0,7 1 1 16,-6-4-4-16,6 6 0 0,1-2 1 0,-1-1-1 16,-2 1-1-16,2-1-2 0,-1 1 0 0,0 1-2 15,0-2 3-15,1 1-4 0,-2-2 2 0,-3 2 0 16,4 0-3-16,1-1-42 0,-1 1 54 0,3 1-46 16,-3-3 52-16,2 1-4 0,1 2-5 0,-3-1 0 0,4-1-2 15,-3-2-2-15,0 3 3 0,3 0-3 0,-2 0 2 16,0-3-3-16,2 2 2 0,-2 0 0 15,2-1-44-15,-2 1 54 0,0-2-42 0,1 2 49 0,-1 0-47 16,2-2 56-16,0 0-48 0,1 1 54 0,-1 0-52 16,1 0 48-16,0 0-4 0,0-1-46 0,0-1 49 15,2 3-45-15,-4 0 48 0,3-2-47 16,0 1 42-16,-1 0-49 0,0 1 50 0,2-2-50 0,-1 2 52 16,-1-1-55-16,2-1 43 0,-1 2-41 0,0-1 46 15,2-1-47-15,-3 1 46 0,4 0-44 0,-1-1 47 16,-1-1-51-16,1 3 49 0,0-1-49 0,-1-1 49 15,1 0-49-15,0 2 52 0,-2-2-45 0,3 0 39 16,-1 0-47-16,1-1 52 0,-3 1-49 0,3-1 45 16,1 1-42-16,-1-1 41 0,0 2-36 0,0 1 51 0,-1-3-47 15,2 0 47-15,-2 0-45 0,0 0 35 16,-1 1-40-16,2-1 46 0,0 2-50 0,-3-1 46 16,2-1-49-16,1 1 47 0,0-1-43 0,0 1 40 0,0-1-49 15,-3 2 48-15,4-2-46 0,1 0 51 0,-1-2-54 16,-1 4 30-16,2-4-25 0,-3 4 47 15,2-2-47-15,-1 0 47 0,0 0-43 0,0 0 34 16,-1 0-39-16,2 0 45 0,-1 0-46 0,1 0 46 0,0 0-47 16,-1 0 47-16,0 0-38 0,1 0 38 0,1 0-47 15,-2 0 48-15,-1 0-44 0,-1 0 49 0,3 0-45 16,-4 0 56-16,2 0-37 0,1 0 8 0,-2 1 38 16,0-1-45-16,1 0 31 0,-1 0-37 0,0 3 36 15,2-2-40-15,-3-1 38 0,3 1-35 0,-2-1 25 16,-1 2-39-16,3-2 10 0,-3 1 0 0,0-1 0 15,0 1 2-15,0-1-2 0,-2 0 10 0,4 1-10 16,-2-3 5-16,2 3 0 0,-3-1-4 0,1 1 5 16,1-1 38-16,0 2-46 0,-1-1 33 0,0 0-38 15,0 1 4-15,2-1 2 0,-4-1 9 0,2 0-5 16,-1 3-2-16,-1-3 5 0,1 0-3 0,3 0 3 16,-4 0 3-16,2 0-4 0,-1 0 1 0,3 0 0 15,-3 1 31-15,1 0-36 0,2-1 2 0,-4 0 5 0,4 0-3 16,-3 0 0-16,2 2 0 0,-3-2 1 15,1 1 0-15,0 0 8 0,-2 0-7 0,2-1-2 16,0 2 2-16,-1-2-2 0,1 3 1 0,-2-3 29 0,2 2-22 16,0 0 7-16,-1 0-25 0,2-1 29 0,-3 2-30 15,1-2 30-15,1 2-26 0,-3-3-1 0,1 3 1 16,1-1-28-16,-3 2 37 0,0-3 2 0,2 2-3 16,-2-2 14-16,1 2 4 0,-5-3-27 0,5 3 33 15,2-1-35-15,0 1 32 0,0 1-25 0,-2-2 18 16,2 0-25-16,1 0 30 0,-3 0-33 0,1 2 29 15,0-2-29-15,0 1 21 0,-5-2-17 0,4 3 1 16,1-2 28-16,-1 2-34 0,1-3 32 0,1 2-27 16,0-1 26-16,0 2-30 0,-1-3 28 0,3 2-30 15,-1 0 31-15,0-2-31 0,-1-1 20 0,1 4-16 16,0-2 31-16,-1-1-33 0,0 2 28 0,-1-2-27 16,2 0 8-16,-3 2 23 0,2-3-32 0,0 2 31 15,-2 1-32-15,2-2 30 0,1-2-31 0,0 2 29 16,-2 0-25-16,2 0 27 0,1 0-30 0,-3 0 30 15,3 2-28-15,-2-2 25 0,0-1-26 0,1 3 27 16,-2-3-23-16,-2 0 28 0,-2 1-28 0,2 0 27 0,3 1-20 16,-8-1 17-16,9 0-14 0,-3 1 26 0,1-1-23 15,0 1 17-15,-6 0-18 0,6-1 17 0,-6-1-24 16,6 3 22-16,-7-3-24 0,8 0 22 0,-8 1-22 16,1 0 19-16,0-1-18 0,0 0 21 0,-1 2-19 15,0-2 20-15,3 0-21 0,-3 0 18 0,1 0-12 16,0 0 19-16,0 0-8 0,2 0 14 0,-1-2-15 15,0 2 10-15,6 0-12 0,1 0 3 0,-10 0-5 16,10-1 6-16,-7 1-13 0,-1 0 13 0,1-1-11 16,0 1 11-16,4 0-17 0,-4 0 3 0,-3 0 9 15,0 0-13-15,1 0 11 0,-1 0-9 0,2-3 4 16,-2 3 1-16,2 0 1 0,-1 0-10 0,-1 0 12 16,1 0-11-16,-1-1 12 0,1-1-15 0,-1 2 15 15,0-1-13-15,0 0 12 0,1 0-12 0,-4-1 9 0,3 2-10 16,-2-1 17-16,1 1-14 0,-1-3 1 15,-1 3 2-15,0-2 5 0,2 2-4 0,-2 0 8 16,2-3-5-16,-2 3 10 0,-1-1-14 0,3 1 10 0,-1-2-10 16,0 1 7-16,-1 0-7 0,3 0 9 0,-3 1-11 15,3-2 13-15,-2 2-10 0,1-1 6 0,-1 1-8 16,-2-3 9-16,4 3-10 0,-2-2 9 0,0 2-2 16,-1-3-1-16,3 2-6 0,-3 0 1 0,3-2 10 15,-1 2-11-15,-1 0 9 0,2 0-4 0,-1 0 5 16,-2-2-10-16,3 3 8 0,0-1-7 0,-3-1 7 15,3 1-7-15,-2 0 5 0,1 0-6 0,0 0 13 16,0 0-10-16,-1 1 4 0,1-2-5 0,-2 0 9 16,2 2-9-16,-2-2-10 0,-1 2 12 0,2-1 1 15,-1-1 4-15,0 1-6 0,-1 1 0 0,2-1-2 16,-1-1 8-16,-1 1-7 0,0 0 7 0,0 1-6 16,1-1 7-16,-2 0-5 0,1 0 3 0,2-1 16 15,-2 1 0-15,1 1-6 0,0-3 1 0,-2 3-3 0,1-1-1 16,1 1-3-16,-2-1-2 0,-3 1 1 0,3-2-3 15,-3 2 1-15,1-2-2 0,-2 2-11 16,5 0 13-16,-4 0 1 0,5 0-3 0,-6 0 0 0,0 0-4 16,7 0 2-16,-2 0-3 0,1 0 3 0,0 0-2 15,-1 0 2-15,-1 2-3 0,2-2 3 0,-6 0-7 16,5 2 7-16,-3-2-2 0,-2 0 2 0,1 1-3 16,-1-1 0-16,0 1-1 0,0-1 4 0,0 0-2 15,0 0 2-15,-2 3-2 0,3-3 3 0,-1 1-5 16,-1 1 5-16,0-1 0 0,-1-1 0 0,2 1-5 15,-1 0 3-15,1 0-3 0,-2 0 1 0,1-1-1 16,1 2 7-16,-1-1-8 0,1-1 5 0,-3 0-6 16,3 1 5-16,-1-1-4 0,-2 2 4 0,3-2-3 15,-1 1 6-15,-2-1-5 0,2 2-1 0,-2-2-2 16,3 0 11-16,-2 1-7 0,0 0 2 0,0 1-5 16,-1-1 5-16,-1-1-3 0,3 1 1 0,-2 0 3 15,-1 0-2-15,3 0-3 0,-2 1 4 0,1-1-3 0,0-1 1 16,0 3-3-16,0-2 6 0,1 0-6 15,0 0 7-15,-1 0-8 0,2 2 7 0,0-2-9 16,3 1 6-16,-5 0-1 0,6 0 4 0,-1 1-6 0,-4-2 1 16,3 1 0-16,-2-1 7 0,4 1-6 0,-2 1 5 15,-3 0-5-15,3-2 6 0,-2 2-5 0,-2-1 6 16,-1 0 4-16,2 0 1 0,-1 1-4 0,0 1 4 16,-1-4-7-16,2 4 2 0,-2-3-3 0,1 1 1 15,-2 0-4-15,1 1 5 0,-1-1-3 0,-2 1 2 16,-1-2-4-16,2 2 2 0,-5-2-1 0,0 0 2 15,-2 2-6-15,-1-3 3 0,-1 3-4 0,0-3 8 16,-1 0-4-16,-3 1 4 0,0 0-4 0,-3-1 1 16,1 2-2-16,-12-2 2 0,20 1 1 0,-20-1 1 15,17 1-6-15,-17-1 7 0,13 1-4 0,-13-1 2 16,11 2-4-16,-11-2 5 0,0 0-4 0,17 1 4 16,-17-1-4-16,0 0 4 0,11 0-7 0,-11 0 5 15,0 0-2-15,0 0 3 0,14 1-4 0,-14-1-2 0,0 0 1 16,0 0 0-16,0 0-5 0,12 1-6 15,-12-1-16-15,0 0-5 0,0 0-34 0,0 0-16 16,0 0-49-16,0 0-8 0,0 0-99 0,0 0-6 0,0 0-55 16,0 0-54-16,0 0-67 0,0 0-64 0,0 0-61 15,0 0-564-15,0 0-729 0</inkml:trace>
  <inkml:trace contextRef="#ctx0" brushRef="#br0" timeOffset="66007.53">2761 4963 452 0,'0'0'358'15,"0"0"-16"-15,0 0-93 0,0 0-10 0,0 8-63 16,0-8-4-16,0 0-42 0,0 0-15 0,0 0-28 16,0 0-2-16,0 0-35 0,0 0 5 0,0 0-27 15,0 0 9-15,0 0-23 0,0 0 8 0,0 0-18 0,0 0 11 16,0 0-16-16,0 0 18 0,0 0-13 16,0 0 5-16,0 0-10 0,0 0 18 0,0 0-14 15,0 0 18-15,0-7-10 0,0 7 7 0,0 0 11 16,0 0 5-16,0 0-1 0,0 0-5 0,0 0 6 0,0-7-12 15,0 7 12-15,0 0-1 0,0 0 6 0,0 0-3 16,0 0 15-16,0-7-26 0,0 7 21 16,0 0-10-16,0 0 14 0,0 0-7 0,0 0 14 0,0 0-16 15,0 0 8-15,0 0-21 0,0 0 12 0,0 0-14 16,0 0 7-16,0 0-16 0,0 0 3 0,0 0-21 16,0 0 12-16,-4 4-14 0,4-4 10 0,0 0-10 15,3 9 13-15,-3-9-10 0,1 11 10 0,-1-11-12 16,4 14 17-16,-3-7-13 0,2 2 11 0,-2 1-10 15,1 0 8-15,1 1-4 0,1 3 6 0,-3 0-9 16,2 1 31-16,-2-1 36 0,0 3-11 0,2 0-10 16,-2 3-9-16,0-1-5 0,1 3-6 0,-1 2-6 15,0 0-4-15,0 0-17 0,2 3 9 0,-3-1-11 16,3-1 12-16,-1 4-20 0,-2-3 21 0,1 2-16 16,2-2 13-16,-3 0-18 0,4 1 19 0,-3-1-17 15,1 2 17-15,1-2-16 0,-2 2 18 0,2-3-3 16,-2 3-4-16,2-3 2 0,-2 1-2 0,2 1 1 0,-2-2 0 15,0 0-4-15,1 1 3 0,0 0-16 0,-1-1 18 16,2 1-13-16,-2-3 12 0,0 1-4 16,1-1 1-16,-1 2-3 0,0-2 1 0,-1-1 0 15,0-3-1-15,1 3 1 0,1-1-2 0,-2-1 2 0,0 0-3 16,0 1 3-16,0-1-1 0,0-1-1 0,0 3 3 16,0-3-3-16,0 2 0 0,-2-1-1 15,1 2 2-15,1-2 2 0,0 1-5 0,-1 1 3 0,0 2 0 16,-1 0 0-16,1-2 1 0,0-2-3 0,-2 1 2 15,2-1-1-15,0 1 4 0,0-1-18 0,-1-1 18 16,1 2-14-16,0-1 15 0,1 0-9 0,-3 1 13 16,3-1-17-16,-1 1 16 0,0-1-15 0,1 1 16 15,-2-2-17-15,1 3 14 0,1 1-13 0,-1 1 15 16,1 1-1-16,0-3-7 0,-2-1 4 0,2 0-1 16,0 2 0-16,0 0-1 0,0 1-2 0,2 0 3 15,-2 1-9-15,1-4 10 0,-1-1 1 0,0 2-3 16,1-2-2-16,1-1 1 0,-1 2 1 0,0-1 0 15,-1 0-1-15,3-1 45 0,-3 2 2 0,1-3-18 0,-1 3 1 16,1-4-12-16,1 1 0 0,-2 0-9 0,1-1 4 16,-1 0-6-16,1 3 6 0,-1-2-8 15,0 0 15-15,0 1 15 0,0-1-10 0,0 2-4 16,0-2-4-16,0 0 0 0,0 0-6 0,0 2-4 0,0-3 1 16,0 1-5-16,-1-1 2 0,1 3 3 0,0-1-8 15,-1 2 5-15,-1-3-4 0,1 2 3 0,1 1-2 16,0-1 0-16,-1-1-4 0,-1 1 2 0,1 1-2 15,1-2-11-15,-1 5 13 0,0-5 1 0,1 1 2 16,-3-1 3-16,3 1-4 0,-1-1-1 0,1 1 6 16,-2-1-6-16,2-2-3 0,-1 2 4 0,1-1-1 15,0 0 0-15,0 0-5 0,0 0 5 0,1 0 2 16,-1-1-3-16,0 1 2 0,2 0-2 0,-2-1 0 16,0 3 3-16,0-2 7 0,0 2-5 0,0-3 1 15,0 2 2-15,0 1 6 0,0-2 9 0,0 0 1 16,-2 2-2-16,1 1 1 0,1-2-5 0,-1 1-2 15,-2-1-2-15,2 4-3 0,0 1 10 0,-3 1 18 16,3-2 12-16,-1 1-8 0,1 1-11 0,0-2-5 0,0-2-5 16,-1-1-1-16,1 0-10 0,1-1 0 15,0 0 3-15,-1-1-4 0,1 0-3 0,-2 0-3 16,1-1 0-16,1 0-9 0,0-3 11 0,0 1-2 0,0-1-1 16,0 1 1-16,-1-1 0 0,1-2-3 0,0 2 1 15,-1-1 1-15,1-1-46 0,-2 1 57 0,2 1-44 16,-1-2 63-16,0 2-42 0,1-2 51 0,-3 4-45 15,3-3 44-15,0 1-54 0,-1 1 47 0,1-3-51 16,-1 1 41-16,1 1-44 0,-2 1 47 0,2-3-51 16,-1 1 53-16,1 0-48 0,0 0 48 0,0 0-57 15,-1 0 50-15,1-1-5 0,0 0-7 0,0 0 2 16,0-1-4-16,0 1-5 0,1 0 7 0,-1-1-3 16,0 1-2-16,0-1-4 0,0 0 1 0,0 1-1 15,1-2-6-15,1 1 6 0,-2 0 0 0,1 1 0 16,-1-1-4-16,0 0 7 0,1 1-3 0,-1 0 1 15,0 0-5-15,1 0 4 0,1 0-1 0,-2 0-2 16,1 0-8-16,-1 1 1 0,0 1 11 0,0 1 1 16,0-1-3-16,1 1 1 0,1-1-10 0,-2-1 8 15,0 1 3-15,2 1-2 0,-2-2 0 0,0 0-1 16,0 1 1-16,0-2-42 0,1 2 43 0,-1-1-34 0,2-1 47 16,-2 1-48-16,1 1 53 0,-1-2-50 0,0 0 52 15,0 1-52-15,0-1 54 0,1-1-50 0,1 1 48 16,-2 0-41-16,0 2 42 0,0-3-50 15,1 1 52-15,-1 0-51 0,1-1 50 0,-1-1-49 0,0 2 52 16,0-1-48-16,0 0 36 0,0 0-42 0,0-1 49 16,0 1-47-16,0 1 47 0,0-1-41 0,0 0 43 15,0 0-50-15,0-1 50 0,0 0-51 0,1 0 48 16,1 2-47-16,-4 0 47 0,4-2-45 0,-1 2 47 16,-1 0-47-16,4 0 49 0,-4-1-7 0,1 0-4 15,0 2-3-15,2-2-2 0,-2 1-1 0,-1 0-4 16,3 1 1-16,-2 3-3 0,2-4-3 0,-2 3 10 15,0 2 27-15,2-3-1 0,-2 3-7 0,2-1-7 16,-2 1-6-16,0-1 0 0,3 1-2 0,-3 0-3 0,2-2-2 16,-1 1 0-16,-2-1-27 0,3 0 20 15,-2-1-22-15,2 0 33 0,-2-2-30 0,0 2 32 16,2-3-27-16,-2 2 27 0,2-1-32 0,-2-2 35 16,-1 0-36-16,3 0 36 0,-2-1-34 0,0 1 28 0,-1-3-23 15,1 1 26-15,2 1-31 0,-3-1 31 0,1 0-31 16,-1-2 30-16,0 2-28 0,0-1 31 15,1-1-32-15,-1 2 30 0,0-1-30 0,0 0 33 0,0 0-28 16,0-1-3-16,0 2 2 0,-1 0 4 0,1-2 27 16,0 3-31-16,0-2 29 0,0 1-29 0,0 1 29 15,0-1-33-15,-1 2 31 0,1 1-31 0,-3-1 33 16,2 2-31-16,1-3 18 0,0 2-23 0,0-2 33 16,0 1-36-16,0-3 37 0,0 2-32 0,0-1 31 15,0 0-35-15,0-1 36 0,0 0-31 0,0 1 33 16,0-8-36-16,0 11 34 0,0-11-29 0,0 15 30 15,0-15-34-15,1 10 32 0,-1-10-4 0,3 11-1 16,-3-11-1-16,0 9-10 0,0-9-22 0,0 10 34 16,0-10-3-16,0 11-3 0,0-11-3 0,0 8-6 15,0-8 3-15,0 13-3 0,0-13 2 0,0 8-1 16,0-8-2-16,1 12-1 0,-1-12-8 0,0 12 10 16,-1-4-1-16,1-8-2 0,0 11 3 0,0-11 0 0,0 12 2 15,1-5 0-15,-1-7-2 0,0 13-3 0,0-6 1 16,0-7-4-16,1 11 0 0,-1-3-6 15,0-1 12-15,2 1-4 0,-2 2 0 0,0-3-3 0,1 0 4 16,-1 1-2-16,1 0-2 0,-1 1-4 0,0-1 10 16,1-2 3-16,1 2 1 0,-2 0-1 0,0 0-42 15,1 0 46-15,-1-2 3 0,0 2-2 0,3-1-2 16,-3-7-7-16,0 13-3 0,1-7 4 0,0 1-11 16,-1 1 11-16,0-2-3 0,0-6 3 0,0 12 0 15,0-12-47-15,1 10 58 0,-1-10-47 0,0 11 52 16,0-11-51-16,2 7 51 0,-2-7-2 0,0 0-4 15,0 11-1-15,0-11-1 0,0 0 3 0,0 6-4 16,0-6-1-16,0 0 0 0,0 0 5 0,-2 8-12 16,2-8 8-16,0 0 3 0,0 7-1 0,0-7-51 15,0 0 53-15,0 0-45 0,2 9 49 0,-2-9-43 16,0 0 54-16,0 8-52 0,0-8 52 0,0 0-47 16,0 9 50-16,0-9-54 0,0 0 53 0,0 8-50 0,0-8 49 15,0 0-49-15,1 9 54 0,-1-9-53 0,0 5 53 16,0-5-58-16,0 0 57 0,0 9-55 15,0-9 54-15,3 7-52 0,-3-7 47 0,0 8-44 0,0-8 50 16,1 6-50-16,-1-6 57 0,1 7-55 0,-1-7 47 16,3 10-54-16,-3-10 55 0,2 6-52 0,-2-6 54 15,0 7-55-15,0-7 59 0,0 0-52 0,3 9 45 16,-3-9-53-16,0 0 58 0,0 0-58 0,0 0 53 16,1 7-58-16,-1-7 30 0,0 0-37 0,0 0 43 15,0 0-75-15,0 0 25 0,0 0-32 0,0 0-42 16,0 0-47-16,0 0-68 0,0 0-80 0,0 0-119 15,0 0-130-15,0 0-485 0,0 0-667 0</inkml:trace>
  <inkml:trace contextRef="#ctx0" brushRef="#br0" timeOffset="121632.5">3365 5578 145 0,'3'-9'326'16,"-2"2"-43"-16,-1 7-16 0,3-12-25 0,-2 4-11 16,0 1-6-16,1 0-8 0,-1-1-51 0,0 1 50 15,-1-2-51-15,1 3 31 0,1 0-6 0,-2-2-28 16,0 8 19-16,1-12-20 0,-1 12 12 0,0-9-26 16,0 9-10-16,0-8-35 0,0 8-9 0,0 0-25 15,0 0-7-15,0 0 1 0,0 0 24 0,0 13 7 16,0 1-5-16,0 3-9 0,-1 3-15 0,1 3 2 15,-2 4-6-15,1-3 3 0,1 3-13 0,0-1 17 0,0 2-17 16,0-2 9-16,0-1-4 0,1 0-7 16,-1 1-2-16,0-6-9 0,-1 0-3 0,2 0-11 15,1-2-40-15,-2-1 46 0,1 3-47 0,-1-7 43 0,0 0-43 16,0 1 43-16,0-2-37 0,1-2 37 0,-1 1-46 16,3-4 41-16,-3 2-47 0,0-2 29 0,1-1-78 15,-1-6 9-15,0 11-54 0,0-11-58 0,1 11-55 16,-1-11-61-16,0 6-60 0,0-6-54 0,0 0-21 15,3 8-103-15,-3-8-288 0,0 0-355 0</inkml:trace>
  <inkml:trace contextRef="#ctx0" brushRef="#br0" timeOffset="123449.45">3894 4924 223 0,'0'0'284'0,"0"0"-91"16,0 0 13-16,0 0-36 0,0 0 9 0,0 0-53 15,0 0 31-15,0 0-55 0,0 0 18 0,0 0-44 16,0 0 53-16,0 0-1 0,0 6 18 0,0-6-10 16,2 8-34-16,-2-8 0 0,1 12-4 0,-1-5-4 0,0 0-1 15,0 3-11-15,0 2-5 0,1 0-4 16,-1 0-6-16,0 2-4 0,-1 3-6 0,1 0-5 15,0 0-11-15,0 3-17 0,0-2 28 0,0 3-18 16,0 0 29-16,0 1-28 0,1 0 11 0,1 3-5 0,-2 0 0 16,3-3-10-16,-3 4 3 0,0-3 8 0,3 5 3 15,-2-5-1-15,2 2-3 0,-2 0-1 0,0 0 0 16,2-1-2-16,-2 2 8 0,0-3-3 0,1 3 1 16,-1-1-1-16,2 0 24 0,-2 2-2 0,-1 0-2 15,0 2-15-15,0 0-2 0,0 0-9 0,-1-2-8 16,1 3-1-16,-3 2-8 0,3 0-1 0,-1 2-3 15,-2-1-3-15,3-1 8 0,-3 2 7 0,2 0 6 16,0 0-2-16,-2 0-6 0,2-1-2 0,0-1-6 16,-2 2 2-16,2-1-9 0,-1-1 6 0,-1 1-6 15,2-1 2-15,1-3-5 0,-3 0 4 0,3 0-2 16,0-1 0-16,-1 1-3 0,1-1 1 0,0-1-1 16,0 2-1-16,0-4 5 0,1 3-47 0,-1-3 48 15,0 2-42-15,1-2 49 0,1 0-2 0,-1-1-4 0,0 2 4 16,1-3-6-16,1 0 1 0,-2 1 1 15,1-2-5-15,-1-1 2 0,2-1-2 0,-2 0 0 16,-1 0 1-16,1 1 1 0,2-2 1 0,-2 2 5 0,-1 0 1 16,1 1 6-16,1-2-5 0,-2 0-1 0,1 0-2 15,-1 1-5-15,1-1 0 0,-1 1-2 0,0 0 4 16,0 0-9-16,0 1 4 0,2-3 0 16,-2 3-2-16,0-1-43 0,0-1 50 0,0 1-45 0,-2-1 50 15,5 6-43-15,-4-3 53 0,1 1-48 0,-3-1 50 16,3 2-48-16,0-4 44 0,0 1-46 0,-1 1 48 15,1 2-41-15,-2 0 66 0,1-2-46 0,1 2 44 16,0-1-55-16,0-2 40 0,0 1-7 0,0 3 2 16,0-2-1-16,0-3-46 0,0 0 44 0,0 0-14 15,1 1-34-15,1 2 47 0,-2 0-22 0,1-2 50 16,-1 3-47-16,0-4 34 0,3 2-45 0,-2-1 42 16,0 3-26-16,-1-3 35 0,3 2-38 0,-2-1-35 15,0 0 38-15,3-1 1 0,-3 2 6 0,-1-2 0 0,3 2 2 16,-2 0-8-16,2-1 8 0,-1 1 6 0,-2-1 15 15,3 2-32-15,-2-1 25 0,2 2-17 16,-1-1 4-16,-2 1-11 0,3 1 20 0,-2-1-27 16,-1 1 18-16,3-1-18 0,-1 2 12 0,-1-2-18 0,2 1 21 15,-2-1-23-15,-1 0 21 0,3-1-23 0,-2 0 22 16,-1 2-20-16,1-3 22 0,1 2-20 16,-1 0 1-16,-1-2 2 0,1-2 7 0,-1 3 8 0,0-1 10 15,0 1-4-15,0-5-4 0,1 2-5 0,-1 0-2 16,0 0-2-16,-1 0 8 0,1-2-5 0,0 3 7 15,0-1-17-15,0 0 12 0,0 0-13 0,0-1 5 16,0-1-2-16,0 0 11 0,0-1-14 0,0 2 10 16,0-2-10-16,0 1 12 0,0-1-15 0,0 0 10 15,0 2 2-15,0-3 28 0,1 4-4 0,-1-3-4 16,0 3-11-16,2-2 6 0,-2 1-8 0,0-1 1 16,0 1-9-16,0 0 6 0,0 4 0 0,0 0 0 15,0-2-2-15,0 1-5 0,0 1 1 0,0-5-2 0,0 1-1 16,1 4-2-16,-1-1 4 0,0 2-3 0,3-3-2 15,-3 2-1-15,1 0 2 0,0-3 2 16,-1 2-9-16,3-1 4 0,-2 2 4 0,-1-3 2 16,4 1-5-16,-3 1-3 0,0-1-2 0,0 1 9 0,2-2-5 15,-3 2-16-15,3-2 18 0,-2 1 4 0,-1-2-5 16,2 1 0-16,0 2 4 0,-1 0-2 16,0-2-3-16,1 0 3 0,-1-3-5 0,-1 2 4 0,3 0-1 15,-3 0-2-15,1-3 1 0,-1 2-1 0,1-1 1 16,-1-1 2-16,0 1-1 0,1 3 4 0,-1-5-4 15,2 0-1-15,-2-3-1 0,0 2 0 0,1 0 3 16,-1 0 7-16,-1 0-1 0,1-3-14 0,0 3 10 16,0-5-3-16,0 1-1 0,0 0 1 0,1-2 1 15,-1 2-1-15,0-1-1 0,0-2 0 0,0 2 2 16,0-1 3-16,0 3 6 0,0-3-5 0,0-1-2 16,-1 4 0-16,1-4-4 0,0 1 4 0,0-1-2 15,0 0-3-15,0-1 3 0,0 4 3 0,0-2-1 0,-2 2-2 16,2 0 2-16,-1-1 0 0,1 0-2 15,0-1 1-15,0 1-4 0,0-3-2 0,0 2 4 16,0 0-1-16,0-1 2 0,0 0 0 0,0 1-4 0,0-3 0 16,0 3 1-16,0-2 2 0,1 1-2 0,1-1 0 15,-2-1 1-15,0 1 1 0,1-2-1 0,-1 3-1 16,2-2-2-16,0 1 0 0,-2 1 4 16,1-3 1-16,0 3-3 0,-1-2 0 0,1 4 0 0,1-2 3 15,-2 0-1-15,1 1-1 0,-1 1-1 0,3-3 1 16,-3 2-1-16,2 1 3 0,-2-1-1 0,0 1-2 15,1-1 2-15,1-1-2 0,-1 1 1 0,-1 1-1 16,1-2-4-16,1 3 5 0,-1-5 2 0,-1 4-1 16,0-3-2-16,1 4-1 0,-1-4 2 0,1 1 4 15,1-3-4-15,-2 1-1 0,0 1 0 0,1-2-1 16,-1 2 1-16,0-1-8 0,0-1 11 0,0 3 0 16,0-3-2-16,0 2 0 0,1-1 0 0,-1 0-1 15,0 0 5-15,0 2-4 0,0-9 0 0,0 13-2 0,0-6 0 16,-1 1-2-16,1-8 4 0,0 12-15 15,0-12 8-15,0 11-19 0,0-11-10 0,-1 8-15 16,1-8-18-16,-2 10-18 0,2-10-24 0,-1 6-30 0,1-6-52 16,0 0-52-16,-2 8-12 0,2-8-112 0,-4 6-26 15,4-6-78-15,-7 5-76 0,7-5-92 0,-7 6-371 16,7-6-616-16</inkml:trace>
  <inkml:trace contextRef="#ctx0" brushRef="#br0" timeOffset="123849.69">3235 11907 41 0,'-6'-9'605'0,"6"9"-169"16,-4-6-93-16,4 6-69 0,0 0-50 16,0 0-41-16,0 0-32 0,0 0-8 0,0 0-11 15,5 12-2-15,0-5-9 0,0 0-6 0,0 1-10 0,0 1-2 16,2-2-11-16,-2 1 11 0,4 0-4 0,-3-1-14 15,1 0-14-15,-1 0-11 0,0-2-2 0,2-1-7 16,0-1 8-16,-2-1 8 0,-6-2 10 0,17 0 2 16,-10-4-4-16,2-1-9 0,4-3-10 0,-1-2-6 15,1-3-12-15,2-2-6 0,0-1-8 0,-1-3-1 16,4-3-9-16,-1-1-2 0,-1 1-32 0,1-2-90 16,-2 1-116-16,2-2-119 0,-2 0-128 0,3-9-534 15,-4 8-608-15</inkml:trace>
  <inkml:trace contextRef="#ctx0" brushRef="#br0" timeOffset="124916.17">4344 5474 353 0,'0'0'387'16,"0"0"-45"-16,3-7-31 0,-3 7-29 0,0 0-63 16,0 0 31-16,0 0-45 0,-2-8 16 0,2 8-41 15,0 0 6-15,0 0-44 0,0 0 2 0,0 0-43 16,0 0-5-16,0 0-14 0,0 0 13 0,-3 9 15 15,3 0-1-15,-3 1 0 0,3 4-3 0,-1 1-9 16,1 2 10-16,-2 3-19 0,1-2-1 0,1 3-6 16,0 0 7-16,0 0-9 0,0 4-15 0,0-3-5 15,0-1-8-15,1-2 7 0,1 2-8 0,-2 0-6 16,1-2-8-16,-1-2-7 0,1 2-4 0,1-2-4 16,-1 0-3-16,0-2-1 0,-1-1-6 0,0-3 4 0,3 2-8 15,-3-1-1-15,1-2-52 0,0 1-3 0,1 0-51 16,-1-1-68-16,0-3-86 0,-1 2-103 15,4-1-111-15,-3 1-88 0,-1 1-435 0,1-2-587 0</inkml:trace>
  <inkml:trace contextRef="#ctx0" brushRef="#br0" timeOffset="125550.46">4333 7035 379 0,'-6'-4'489'0,"6"4"-52"0,-3-8-41 0,3 8-34 16,-1-7-34-16,1 7-47 0,0-10-24 0,0 10-35 15,1-10-25-15,0 3-26 0,3 2-20 0,-2-1-21 16,2-1-18-16,3-1-11 0,-1 3-15 0,4-3-15 15,-1 3-12-15,1 0-9 0,3 1-7 0,-1 2-6 16,-1-1-5-16,3 1-6 0,-1 2-5 0,1 2-2 16,-1 0-1-16,-2 1 2 0,2 2-2 0,0 2 1 15,-3 1-1-15,-1 1 0 0,0 1-1 0,-1 2-1 16,-6 1-1-16,2 3-2 0,-4 1 5 0,0 0-11 16,-4 1 4-16,-2 2-9 0,-2 0 2 0,-1 1 0 15,-1-1 4-15,-3-1-8 0,2 0 3 0,-2-2-1 0,0-1 9 16,-1-1-7-16,3-2 1 0,-1-3 3 15,-1-1 0-15,3 1 26 0,0-4 24 0,0 1 16 16,2-2 2-16,2-1-15 0,6-4-10 0,-13 4-17 16,13-4-10-16,0 0-7 0,0 0-4 0,-13 0-4 0,13 0-8 15,0 0 8-15,8-7-6 0,-8 7 3 0,14-6-2 16,-5 2 7-16,1 0-7 0,3 1-8 16,0 1 8-16,2-1 0 0,0 1 0 0,3-3 0 0,-1 3 3 15,-1 2-6-15,1-3 4 0,-2 2 2 0,1 1-3 16,0-1 2-16,-3 1-3 0,1 0 5 0,0 0-9 15,-1 0 3-15,0 1 1 0,-3 0-4 0,1 0-8 16,-11-1-18-16,17 2-30 0,-17-2-43 0,17 2-73 16,-17-2-72-16,12 6-131 0,-12-6-122 0,12 5-98 15,-12-5-400-15,6 4-595 0</inkml:trace>
  <inkml:trace contextRef="#ctx0" brushRef="#br0" timeOffset="127298.99">4931 4954 98 0,'0'0'414'0,"0"0"-114"0,0 0-1 0,0 0-71 16,0 0 6-16,0 0-59 0,5-3-11 16,-5 3-8-16,0 0-13 0,0 0-15 0,0 0-17 15,0 0-12-15,0 0-8 0,1-6-14 0,-1 6-9 0,0 0-3 16,0 0-6-16,0 0-5 0,3-5-10 0,-3 5 0 16,0 0-13-16,0 0-4 0,0 0-1 15,0 0-1-15,0 0 0 0,0 0 1 0,0 0 7 0,3 9-5 16,-3-9 0-16,2 10 3 0,-2-10-1 0,1 15 5 15,-1-5-15-15,0-1 26 0,0 4 0 0,1-1 23 16,1 4-9-16,-2 0-19 0,0 2 9 0,1 0-17 16,-1 0 12-16,0 4-23 0,1 2 31 0,-1 2-3 15,0-1 11-15,0 2-23 0,0 2 11 0,0-1-16 16,0 1 11-16,0 5 4 0,-1-4 4 0,1-1-15 16,0 2 14-16,0-2-4 0,0 0 7 0,0 0 0 15,1 0 8-15,-1 0 2 0,1 0-9 0,1 1-2 16,-1-3-12-16,-1 3 0 0,1 1-7 0,1-2-6 15,0-2-3-15,-2 1-4 0,4 1-41 0,-3 2 45 0,0 2-6 16,1-6-1-16,0 5 0 0,1 1-4 16,-2-3-4-16,2 3 1 0,-2-2 4 0,2 1-5 15,-1-3 37-15,2 5 0 0,-4-6-6 0,3 0-8 0,-2 1-6 16,0 2 1-16,3-2-13 0,-3 0-1 0,-1 0 0 16,3-2-2-16,-2 2-41 0,0-2 51 0,-1-1-49 15,0 3 43-15,3-2-40 0,-3 0 49 0,1 1-50 16,-1-1 50-16,0 2-43 0,0-2 42 0,0 1-45 15,0-1 45-15,0-2-46 0,0 4 60 0,0-3-18 16,0 1 46-16,0 1-49 0,0-2 35 0,-1 3-50 16,-1-3 41-16,1 3-42 0,1-3 47 0,0 1-47 15,-2 0 33-15,-1-1-32 0,3 3 38 0,0-2-40 16,-1 1 7-16,1-2 1 0,0 2-6 0,0-1 2 16,0 2 1-16,0-3-1 0,0 1 0 0,1 0 3 15,-1 2 1-15,0-3-4 0,1 3 1 0,1-2-2 16,-1 1-4-16,0-1 4 0,-1 3 26 0,0-1-28 15,3-3 29-15,-3 2-34 0,1 0 31 0,0-1-31 0,1 1 27 16,-1 1-11-16,0-1 12 0,-1 0-35 0,1-1 32 16,1 0-32-16,-1 0 29 0,-1-1-26 15,0 0-1-15,1 1 6 0,-1-1 5 0,2-1 3 0,-2 1 0 16,1 0-1-16,-1-2 6 0,0 1 2 0,0 0-52 16,0-1 63-16,0 2 10 0,0-1 15 0,0-1-10 15,0 2-9-15,-1-1-5 0,-1-1 0 0,1 2-7 16,1-1-2-16,-1 0-2 0,1 2-8 0,-3-3 10 15,3 2 7-15,0 0-14 0,-1 1 14 0,0-1-14 16,1 2 7-16,0-2-10 0,0 3 0 0,0-3-2 16,0 1 1-16,-2-1 3 0,2 1-2 0,0 1-1 15,-1-1 10-15,1 0 0 0,0-2-3 0,0 1-50 16,0 1 64-16,0 0-56 0,0-1 59 0,0 1-12 16,0 1-1-16,0-2-4 0,0 3 1 0,-1-4-5 15,1 2-3-15,0 0 2 0,0 1-2 0,0-2 8 16,0 0-11-16,0 0 4 0,0 0-7 0,0 1 10 15,0-2-8-15,1 1 9 0,-1 1-10 0,0-3 4 0,0 3 0 16,0-1 4-16,0-1 2 0,0 2-1 16,0-1-2-16,0-1 9 0,0 1-4 0,0-2-1 15,0 3-42-15,0-3 56 0,0 2-41 0,0-1 49 0,0 1-42 16,0 0 47-16,0-1-6 0,0 1-4 0,0-1-3 16,0 1-1-16,0 0-8 0,0-2 1 0,0 2-7 15,0-2 7-15,0 2-1 0,0-2 4 0,0 3-3 16,0-4-2-16,0 2-1 0,0-1 4 0,0-2-2 15,0 2-4-15,0 1 6 0,0-4-4 0,0 0-1 16,0 4-2-16,0-2 8 0,0-1-1 0,-1-2-4 16,1 5-3-16,0-2 0 0,-2-2-35 0,1 0 43 15,1 3-40-15,0-4 45 0,-1 1-38 0,0-1 41 16,1 1-43-16,-3 1 46 0,3-2-33 0,0 1 20 16,0 0 9-16,-1-1-4 0,-2 1-2 0,2 0-3 15,1-3 1-15,0 2-8 0,-1 0-1 0,0 0 2 16,1-1-5-16,-2 1-2 0,1-2 1 0,1 2-1 15,-1-1 2-15,1 0-14 0,-3 1 11 0,3-3-3 0,-1 2 4 16,1-2 1-16,-1 2-1 0,-2-1 0 0,3 0-2 16,-1 0-2-16,-2-1 1 0,3-1 0 15,-1 0 0-15,1 0 0 0,-3-2 3 0,3 3-2 0,-1-1 0 16,0 0-3-16,-1-4 1 0,1-2-1 0,1 4 0 16,0 0 1-16,-1-3 1 0,-2 3 2 0,2 1-38 15,1-2 42-15,0 0-36 0,0-1 43 0,-1 1-39 16,0 0 46-16,1 0-43 0,-2 0 39 0,1-2-25 15,1 3 21-15,0-1-39 0,0-2 41 0,0 2-1 16,-1-1 0-16,1 0-3 0,0 2-2 0,-2-2-4 16,2-1-1-16,0 1-1 0,-1-1 0 0,2 0 1 15,-2 2-2-15,1-2 2 0,0 0-1 0,0-1-4 16,0 0-1-16,0-1-2 0,0 1-1 0,0-2 2 16,0-1 0-16,0 0-1 0,-1 1 2 0,1-8-1 15,0 12 1-15,0-12-12 0,0 11-7 0,0-11-13 16,0 8-10-16,0-8-13 0,0 8-10 0,0-8-18 15,-1 7-26-15,1-7-26 0,0 0-30 0,-2 7-57 0,2-7-14 16,0 0-113-16,-2 7-34 0,2-7-81 16,-4 4-75-16,4-4-154 0,-9 3-350 0,9-3-665 15</inkml:trace>
  <inkml:trace contextRef="#ctx0" brushRef="#br0" timeOffset="127699.06">4266 12270 91 0,'-5'-6'622'0,"5"6"-146"0,-4-7-90 16,4 7-115-16,0 0 7 0,0 0-95 0,0 0 15 15,0 0-48-15,0 0 50 0,4 5-8 0,1 0-5 16,-1 3-9-16,0 0-13 0,1 0-10 0,0 1-8 0,-1-1-13 16,1 2-12-16,1-3-20 0,-1 2-18 0,1-2-11 15,0-1-8-15,-1 0-3 0,3-1 7 16,-8-5 2-16,14 3 1 0,-14-3 5 0,19-2-50 0,-9-3 52 15,3-3-51-15,1 1 49 0,2-7-55 0,0 2 39 16,3-5-57-16,0 0-1 0,2-3 2 0,-1-2 49 16,2-4-63-16,1 0 42 0,0-4-105 0,-1 1-25 15,-2 0-95-15,2-2-97 0,-2-1-105 0,1-2-103 16,-1-1-88-16,2 0-375 0,-3-2-547 0</inkml:trace>
  <inkml:trace contextRef="#ctx0" brushRef="#br0" timeOffset="129199.1">14270 2653 267 0,'0'0'458'0,"-2"-7"-37"16,2 7-62-16,-3-8-37 0,3 8-42 0,-4-7-58 16,4 7-33-16,0 0-46 0,0 0-13 0,-2-5-39 15,2 5-5-15,0 0-21 0,0 0 37 0,-3 8-3 16,3-8 19-16,0 9-15 0,0-9 13 0,-1 12-19 16,1-4 8-16,0-8-23 0,-1 12 13 0,1-12-9 15,0 10 20-15,0-10-8 0,1 11-2 0,-1-11-12 16,1 9-11-16,-1-9-5 0,7 8 1 0,-7-8 0 15,13 2-10-15,-3-4-28 0,5-2 13 0,7-2-9 16,6-3-10-16,4-3-37 0,6-2-2 0,2 1 5 16,2-1-53-16,-1-1-12 0,2 1-41 0,-2 0 1 15,3 1-65-15,-1-1-47 0,-1 3-53 0,0 2-92 0,-1-1-13 16,-6 3-65-16,-1 0-373 0,-7 3-360 16</inkml:trace>
  <inkml:trace contextRef="#ctx0" brushRef="#br0" timeOffset="129531.84">15051 2644 342 0,'0'0'444'15,"0"0"-88"-15,-8-5-26 0,8 5-41 0,0 0-54 16,0 0-36-16,-7-2-40 0,7 2-41 0,0 0-50 15,0 0 29-15,-3 7-8 0,3-7 14 0,-1 14-7 16,2-7 8-16,-1 3-23 0,0 1 9 0,2 1-16 16,-1-1 14-16,0 0 0 0,2 0 8 0,-1-2 7 15,2 1-2-15,0-2-3 0,0 1-5 0,1-1-4 16,1-3-5-16,3-1-1 0,1 0-18 0,1-3-17 16,4-1 1-16,0-2-13 0,4-3-5 0,4-1-8 15,0-3-7-15,6 0-34 0,-1-1 6 0,-2-1-39 16,3-2-14-16,-1 2-49 0,0-1-32 0,0-2-57 15,-1 2-11-15,-2 0-34 0,1 0-94 0,-4 4-13 16,-1-1-64-16,1-1-305 0,-3 2-229 0</inkml:trace>
  <inkml:trace contextRef="#ctx0" brushRef="#br0" timeOffset="129981.4">16038 2580 83 0,'0'0'464'0,"7"-7"-128"15,-7 7 1-15,0 0-79 0,7-3-7 0,-7 3-64 16,0 0-28-16,0 0-13 0,0 0 16 0,0 0-5 16,11 1-28-16,-11-1 19 0,4 7-9 0,-4-7 21 15,5 10-6-15,-5-10 21 0,5 10-23 0,-5-10 15 16,5 9-22-16,-5-9 18 0,4 9-18 0,-4-9-18 15,7 8-15-15,-7-8-11 0,10 5-6 0,-10-5-9 16,15 2-20-16,-3-3-7 0,3-2-10 0,0-2-12 0,7 0-5 16,0-4-9-16,1 1-9 0,1-4-24 0,3 0 24 15,0 1-37-15,-2 0 12 0,3-1-52 0,-2 1-10 16,-1-1-59-16,-3 3-34 0,-3 0-63 16,0 2-47-16,-3 0-45 0,-2 1-123 0,-1 1-54 0,-2 0-378 15,-1 1-433-15</inkml:trace>
  <inkml:trace contextRef="#ctx0" brushRef="#br0" timeOffset="131215.66">5522 5591 135 0,'-4'-7'404'0,"1"-1"-55"0,-1 3-16 15,-1-3-42-15,1 2-64 0,0 1 40 0,0-2-45 16,2 2 19-16,2 5-41 0,-6-12 8 0,4 8-20 16,2 4 10-16,-4-10-23 0,4 10 6 0,-5-7-29 15,5 7-14-15,-2-6-36 0,2 6-15 0,0 0-27 16,0 0 4-16,0 0 9 0,0 0 54 0,-4 12 22 0,4-2-17 16,1 4 2-16,-1 6-23 0,0-1 19 0,1 8-14 15,1-1-5-15,-1 1-14 0,0 0 6 16,0-1-9-16,1 1-5 0,0 0-28 0,1-2 16 0,-1 0-27 15,-2-2 12-15,3 0-11 0,-2-3 8 0,2-2-27 16,-1 0 10-16,-2-1-18 0,1-3 2 0,1 0-16 16,-1-3 14-16,2 0-20 0,-2-1 12 0,-1-2-22 15,1-1 5-15,0 0-49 0,1 0-8 0,-2-7-95 16,1 10-31-16,-1-10-82 0,4 10-74 0,-4-10-66 16,4 5-61-16,-4-5-79 0,2 7-70 0,-2-7-364 15,4 5-572-15</inkml:trace>
  <inkml:trace contextRef="#ctx0" brushRef="#br0" timeOffset="131814.6">5393 7253 577 0,'0'0'574'0,"-2"-7"-54"0,2 7-17 0,-4-6-61 15,4 6-52-15,-4-5-46 0,4 5-43 0,-2-11-43 16,2 11-28-16,-3-7-47 0,3 7-37 0,0-13-23 0,0 13-20 16,3-14-14-16,-2 9-16 0,3-2-3 15,2 0-13-15,-1 1-6 0,0-2-7 0,4 3-6 16,0-1-8-16,0 2 0 0,0 0-6 0,1 2-4 16,3 0-3-16,-1 2-2 0,-1 2 0 0,0 3-2 0,1 0-1 15,1 2-11-15,-3 3-4 0,-1 0-9 16,0 2-13-16,-4 4-12 0,0 0-13 0,-1 2-12 15,-4 3-8-15,0-2-3 0,-1 5-45 0,-3 0 34 0,-3 5-39 16,1-3 63-16,-3 2-28 0,-1-2 59 0,1 0-35 16,-1-5 54-16,1-1-41 0,-2-2 57 0,1-2 4 15,3-3-17-15,-1-1 89 0,1 0-23 0,0-5 63 16,3-1-56-16,-1 2 30 0,1-3-63 0,4-5 36 16,-6 7-58-16,6-7 42 0,0 0-57 0,0 0 44 15,0 0-49-15,0 0 44 0,0 0-48 0,0 0 46 16,10-4-45-16,-10 4 48 0,15-4-48 0,-7 1 52 15,1 1-47-15,1-1-5 0,0 2 4 0,2 0 3 16,-1-1 2-16,-11 2 1 0,23 2-8 0,-10-2-27 16,-1 1-42-16,2 2-17 0,-3-1-113 0,0 2-27 0,1-3-144 15,-2 5-100-15,1-1-119 0,0 2-313 16,1 0-480-16</inkml:trace>
  <inkml:trace contextRef="#ctx0" brushRef="#br0" timeOffset="132731.4">5464 8848 533 0,'-7'-4'456'0,"7"4"-48"0,-4-4-33 0,4 4-26 15,-6-7-46-15,6 7-42 0,-5-10-33 0,5 10-21 16,-4-9-19-16,4 9-16 0,-4-13-18 0,4 13-16 15,-1-10-11-15,1 10-32 0,0-10-18 0,0 10-15 16,0-11-13-16,0 11-10 0,1-10-4 0,-1 10-14 16,4-9-1-16,-4 9-5 0,5-10-1 0,-1 4-4 15,2 0 0-15,1 1 2 0,-1 1-8 0,1-2 1 16,1 0-1-16,0 2 1 0,1 2-1 0,-1-3-3 16,2 3 6-16,-10 2-4 0,17-2 0 0,-17 2 2 15,16 0 1-15,-7 2-2 0,0 1 4 0,1 2-1 16,-3-1 2-16,-1 1-1 0,1 3 0 0,0-3-1 15,-3 4 3-15,0-1 3 0,0 3-5 0,-2 0-2 16,-2 1-1-16,0-2 1 0,0 3 0 0,-2 2-45 16,-1-1 56-16,-1-2-49 0,-1 3 51 0,-1-1-48 0,1-1 49 15,-2-1-45-15,1 0 50 0,-2 0-46 0,1-2 57 16,0-2-12-16,2 0 63 0,0-1-32 16,1 0 68-16,-2-1-47 0,6-6-13 0,-8 7-15 0,8-7 33 15,-5 7-65-15,5-7 39 0,0 0-60 0,-4 5 45 16,4-5-50-16,0 0 44 0,0 0-50 0,5-2 45 15,-5 2-30-15,9-5 22 0,-9 5-46 0,10-5 49 16,-10 5-49-16,16-3 50 0,-6 0-50 0,-10 3 50 16,18-1-54-16,-18 1 35 0,20 0-49 0,-20 0 46 15,19 1-52-15,-7 0 48 0,-3 3-51 0,1 0 46 16,0 0-41-16,-2 1 49 0,-2 0-42 0,2 5 9 16,-3-4 7-16,0 0 9 0,-1 5 0 0,0-5 2 15,-3 6 5-15,-1-3 4 0,0 2-3 0,-2-2 4 16,-2 3 46-16,-1 0-53 0,-3-2 45 0,3 2-51 0,-4-2 49 15,1 1-46-15,-2-1 48 0,1-1-48 16,-1-1 57-16,-3 1-45 0,4-4 50 0,-1 2-49 16,-1-2 52-16,0-2-52 0,2 2 36 0,-2-3-48 0,1 3 43 15,0-4-52-15,10-1 42 0,-16 4-68 0,16-4 13 16,-13 1-102-16,13-1-4 0,-11 1-100 16,11-1-22-16,-9 3-104 0,9-3-46 0,0 0-31 15,-9 2-79-15,9-2-274 0,0 0-322 0</inkml:trace>
  <inkml:trace contextRef="#ctx0" brushRef="#br0" timeOffset="134714.51">6131 5066 175 0,'-3'-10'141'16,"3"10"17"-16,0-10-50 0,-1 4 33 0,1 6-43 16,-3-11 43-16,3 11-31 0,0-11 41 0,0 11-41 15,0-9 33-15,0 9-49 0,-1-9 32 0,1 9-54 16,0-9 23-16,0 9-44 0,0-8 46 0,0 8-19 15,0-8 27-15,0 8-23 0,0 0 13 0,0-8-15 16,0 8 3-16,0 0-7 0,0-8 0 0,0 8-12 16,0 0 7-16,0 0-24 0,0-8 10 0,0 8-22 15,0 0 4-15,0 0-15 0,0 0 9 0,0 0-18 16,0 0 9-16,0 0-3 0,4 6 18 0,-4-6-3 0,1 14 17 16,2-5-18-16,-3 3 25 0,1 1 6 0,-1 2 4 15,0 4 1-15,1 0-7 0,-2 1-24 0,2 5 16 16,-2 1-22-16,1 3 16 0,0-1-23 15,-1 6 41-15,-1 3-1 0,1-2-7 0,1 4-5 0,-3 4-2 16,2 2-4-16,0-1 4 0,-2 0-3 0,2 2-9 16,0-2 3-16,-3 2-6 0,3-2 7 0,-2 1-4 15,3 0 4-15,-1-2 3 0,0 3 0 0,-1-2-4 16,1 1 10-16,1-5 1 0,0 6-2 0,0-8-10 16,0 1-4-16,0 7-5 0,0-7-2 0,1 0-7 15,1 4 10-15,0 1-12 0,-1-6 1 0,2 0-4 16,-2-1-1-16,3 0-2 0,-3 1-40 0,3 5 43 15,-1-6-40-15,1 4 44 0,-2-4-38 0,2 4 54 16,0-3-5-16,0-3-6 0,-1 3-8 0,1 2 3 16,0-4-3-16,1 1 4 0,-2 0-8 0,1-1 0 15,0-2-7-15,-1 1 0 0,2 0 11 0,-1 0-37 16,0-2 45-16,0 1-42 0,-3 0 46 0,3-2-41 16,0 1 82-16,-2 0-47 0,1-1-6 0,2 0 0 0,-1-1-5 15,-2 2 32-15,2-1-27 0,-1 0 31 0,1 0-41 16,-2 0 24-16,2-1-28 0,-1-4 27 0,0 4-16 15,1 1 24-15,-3-4-37 0,2 2 29 0,1 2-29 16,-3-5 36-16,2 1-19 0,-2-1 11 0,2 7-26 16,-2-7 21-16,0 1-21 0,1 1 17 0,-1-2-22 15,0-1 5-15,3 3-3 0,-4-3 8 0,1 4 7 16,-1-4 0-16,1 0-12 0,1 1 10 0,-2 2-3 16,0-1 5-16,0 0 8 0,0 1-17 0,0 0-4 15,0-2 2-15,-3 3 21 0,3-2-19 0,0 1 9 16,0-1-15-16,-1 0 14 0,-2 1-1 0,2 0 8 15,1 0-10-15,0 0 2 0,-1-1-8 0,1 2 5 16,0-3 1-16,0 2-5 0,0 1 4 0,1-2-7 16,-1 5 1-16,1-5 1 0,3 5-2 0,-4-3-4 15,3 0-1-15,-2-1 6 0,0-1-9 0,0 1-2 16,1-2 8-16,-1 1-7 0,2-1 4 0,-1 3-2 16,-2-3 4-16,3 2-6 0,-2-2 5 0,2 1-4 0,-1-2-13 15,-1 2 14-15,1-1 4 0,-1-2-5 16,3 1 5-16,-4 0-5 0,1-2-9 0,0-1 10 15,1 1 5-15,-1-3-3 0,-1-1-1 0,1 4 0 0,-2-1 4 16,1 0-1-16,0 1-1 0,-1-4 7 0,1 1-56 16,-2-1 56-16,1 4-3 0,1 0 0 0,-1 0-5 15,-1-2 5-15,0 0-7 0,2-2 0 0,0 1-2 16,0-2-5-16,-1 3 5 0,1 1 5 0,0 2 5 16,-2-1-10-16,2-3 4 0,0 0-6 0,0 0 8 15,-1 5-10-15,1-3 11 0,0 2-7 0,0-1 4 16,0-1-5-16,0-3-2 0,0 1 2 0,0 4 4 15,0-1 2-15,0 1 2 0,-1-1-3 0,0-2-4 16,1-1 1-16,0-2-2 0,1 2 7 0,-1 0-2 16,0 0 2-16,0 1-43 0,0-1 43 0,1-1 3 15,-1-1 0-15,0 2-3 0,0-1 2 0,3 0 1 16,-3 1 8-16,0 1-1 0,0 0-5 0,1-3 2 16,-1 2-7-16,0-1 0 0,2-1-1 0,0-1 0 0,-2 2-17 15,0-1 20-15,1 0 6 0,-1 2-5 0,0-2 2 16,0 0-8-16,0 0 7 0,0-1-12 15,0-1 7-15,1 0-2 0,-1 0 2 0,2 0-2 0,-2-2 0 16,0-3-2-16,1 2 2 0,-1 0 4 0,0-1-4 16,0 0 2-16,0 1 1 0,0 0 2 0,-1-2-13 15,1 3 14-15,0-1-5 0,0-2-1 0,0 0 0 16,1 1-1-16,-1-1 2 0,0-1 0 0,0 2 0 16,0-3 0-16,0 2-1 0,0 0 0 0,0-3-1 15,0 3 1-15,1-4 2 0,-1 2-4 0,0-3 1 16,0 3-1-16,0-3 1 0,1 1-2 0,1 0 5 15,-2-2-3-15,0 2-1 0,1-2-43 0,-1 1 52 16,0 2-43-16,1-3 49 0,1 2-44 0,-2 1 47 16,1-1-3-16,-1 1-2 0,1-1-5 0,-1 0 0 15,1 0 2-15,1 1-2 0,-2-1-4 0,1 1 2 16,-1-1-1-16,0 1-3 0,0-1 0 0,1 1 8 16,1-1-10-16,-2-1 1 0,0 3-1 0,0-3 1 0,1 1-3 15,-1 1 6-15,1-1-3 0,-1 1 0 0,0-1-2 16,0 1 6-16,0-2-7 0,0 3 4 15,0-3-3-15,0 2 1 0,0-1-5 0,0-1-8 0,0 1-16 16,-1-3-3-16,0 4-13 0,1-3 1 0,-2 0-25 16,1 1 5-16,0-1-43 0,1-6-26 0,-3 11 19 15,2-5-75-15,1-6 28 0,-4 10-76 0,4-10 17 16,-4 9-38-16,4-9-51 0,-5 6-61 0,5-6-64 16,-10 8-55-16,10-8-107 0,-13 9-250 0,8-3-391 15</inkml:trace>
  <inkml:trace contextRef="#ctx0" brushRef="#br0" timeOffset="135097.47">5521 12276 515 0,'-4'-4'617'15,"4"4"-198"-15,-5-7-5 0,5 7-105 0,-5-6-18 16,5 6-96-16,0 0 3 0,0 0-79 0,0 0 15 16,0 0-68-16,0 0 35 0,-4 8-21 0,7-2-12 15,-1 1-10-15,2-1 2 0,1-1-10 0,-1 3-5 16,1-3-9-16,-1-1-4 0,4 1 0 0,-2-1 2 15,-6-4 17-15,15 4 6 0,-15-4 15 0,22-3-45 16,-12-1 60-16,6-2-45 0,-4-2 53 0,5-4-54 16,1-3-4-16,1-3 2 0,3-2-11 0,2-7-6 15,0-4 39-15,2 0-52 0,1-1 41 0,0-5-57 16,3-5 45-16,2 0-62 0,-1 0-6 0,-4 6-71 16,-2 0-87-16,1 0-92 0,3-7-106 0,-3 8-113 15,-2 2-475-15,-1 1-565 0</inkml:trace>
  <inkml:trace contextRef="#ctx0" brushRef="#br0" timeOffset="136113.6">17138 2435 95 0,'0'0'431'0,"0"-9"-75"0,0 9-34 16,-3-6-81-16,3 6-15 0,0 0-52 0,-1-7-4 0,1 7-46 15,0 0-3-15,0 0-25 0,0 0 7 0,0 0 5 16,0 10-5-16,0-10 3 0,-3 15-23 16,2-6 16-16,1 1-25 0,0 0 12 0,-1 0-31 15,0 1 32-15,1-1-23 0,0-2 15 0,1 0-8 0,0 0 8 16,2 0-5-16,3-1 17 0,-1 0-9 0,4-4 3 15,1 1-29-15,6-3 6 0,3-2-24 0,3-3 8 16,3-2-25-16,7-3 6 0,7-3-13 16,1 0 4-16,-1-2-33 0,2-3-12 0,-1 2-45 0,0-2-38 15,-2 0-64-15,3 2-59 0,-4-1-65 0,-1 1-130 16,-5 2-455-16,-3 2-443 0</inkml:trace>
  <inkml:trace contextRef="#ctx0" brushRef="#br0" timeOffset="136980.4">6748 5501 305 0,'0'-5'365'0,"-1"-4"-13"0,1 9-59 0,-3-10 15 16,3 10-59-16,-1-10-12 0,1 10-33 15,-2-9-19-15,2 9-67 0,-1-8 6 0,1 8-57 16,0 0 15-16,0 0-46 0,0 0 54 0,0 0-4 0,1 15 35 16,1-1-29-16,-2 3 35 0,1 1-24 15,-1 1 22-15,0 7-21 0,1 1 18 0,-1-3-23 16,2 2 5-16,-2 2-21 0,1-2-5 0,-1-1-8 15,1 1-13-15,-1-4-8 0,0-1-9 0,0-2-7 0,1 2-6 16,1-3-2-16,-1-1-42 0,-1-1 41 0,0 0-45 16,0-4 44-16,2 0-40 0,0 0 39 0,-1-1-49 15,-1-2-2-15,1 2-92 0,-1-5-27 0,0 1-112 16,1 0-20-16,1 0-54 0,-2-7-77 0,1 12-102 16,-1-12-265-16,0 10-294 0</inkml:trace>
  <inkml:trace contextRef="#ctx0" brushRef="#br0" timeOffset="137564.7">6720 7159 223 0,'0'0'520'0,"0"0"-87"0,0 0-48 0,-8-5-43 15,8 5-55-15,0 0-59 0,-4-5-44 0,4 5-32 16,0-8-24-16,0 8-14 0,1-9-15 0,-1 9-10 16,6-11-18-16,-3 5-8 0,4 1-5 0,-2 1-11 15,1-2-7-15,2 1-6 0,1 1-1 0,1 2-7 16,0 1-7-16,-10 1-1 0,22 0 0 0,-10 2-3 16,0 1 1-16,0 2-2 0,1 3-1 0,-2-1 4 15,-1 3-5-15,-1 1 1 0,0 1-3 0,-1 1 3 0,-3 0-8 16,0 3-1-16,-4-1-4 0,2 3-7 15,-3-1-7-15,-1 2-5 0,-2 1-1 0,-2-1-1 16,-1 1-40-16,-1 0 54 0,-3 1-41 0,1-4 53 0,-3 2-42 16,1-2 7-16,0-2 12 0,-1 0 4 0,-1-5 1 15,2 1 4-15,-2-2 5 0,4-1 22 0,0-2 9 16,-1 0 58-16,4 0-45 0,-2-2 33 0,8-4-59 16,-12 3 37-16,12-3-53 0,0 0 39 0,-11 1-48 15,11-1 43-15,0 0-49 0,0 0 47 0,4-4-45 16,-4 4 45-16,11-3-44 0,-11 3 46 0,14-2-52 15,-14 2 47-15,22 0-48 0,-22 0 50 0,24 0-50 16,-10 1 44-16,0 0-46 0,2 1 48 0,0-1-48 16,2 1 26-16,-1-1-67 0,-1 2 0 0,1 1-106 15,1-1-36-15,-3 1-60 0,3 0-87 0,-4 2-132 16,0 0-221-16,-1 1-214 0</inkml:trace>
  <inkml:trace contextRef="#ctx0" brushRef="#br0" timeOffset="138280.81">6666 8610 275 0,'0'0'610'0,"-9"-4"-164"0,9 4 7 0,-6-5-93 16,6 5-25-16,-7-5-100 0,7 5-6 0,-4-6-86 15,4 6 18-15,-1-10-64 0,1 10 15 0,3-11-59 16,-1 4 36-16,2 0-55 0,0-1 37 0,4 1-49 15,0 0 38-15,1 2-55 0,3-3 49 0,1 3-60 16,-3 1 47-16,4 1-52 0,-3 1 51 0,2 0-54 16,1 2 47-16,-1 2-50 0,0 0 52 0,-2 3-50 0,1 0 47 15,-1 2-49-15,-2 3 49 0,-1 0-51 0,-2 2 49 16,-2 0-5-16,-1 3-5 0,-3-1-2 16,-2 3-6-16,0 0-3 0,-6 2-44 0,2 1 51 0,-2 1-49 15,-1-2 52-15,-1 0-45 0,-1-1 48 0,-1-1-48 16,1 0 50-16,-1-2-47 0,-2-1 51 0,5-4-50 15,-1 0 64-15,0-1-24 0,2-3 63 0,2 1-64 16,-1-3 37-16,2-1-59 0,5-3 47 0,-10 5-56 16,10-5 46-16,0 0-47 0,0 0 45 0,0 0-53 15,-4-5 50-15,4 5-46 0,8-5 48 0,-8 5-52 16,11-5 53-16,-11 5-52 0,16-4 52 0,-16 4-52 16,19-1 51-16,-9 2-49 0,3 1 54 0,-2 2-56 15,1-1 51-15,0 2-50 0,0 2 52 0,2 0-48 16,-5 3 49-16,1-1-43 0,0 2 46 0,-2 0-51 15,-3 2 49-15,2 1-46 0,-5 0 2 0,1 0 4 16,-2 1 5-16,-2-1 8 0,-2 1 9 0,1 1 8 16,-5 0 1-16,2-1 18 0,-4 2 13 0,-2-1 14 0,0 0 0 15,-3-3 4-15,2 0 9 0,-5-1 4 0,3-2 8 16,-1-1 4-16,-1-2-2 0,1-1-11 16,1 0-9-16,-1-1-11 0,0-3-6 0,4 2-16 15,-3-3-11-15,4 2-9 0,-3-1-9 0,13-2-9 0,-15 0-21 16,15 0-32-16,-17 1-31 0,17-1-59 0,-12 2-11 15,12-2-100-15,0 0-9 0,-12 0-91 0,12 0-27 16,0 0-22-16,-8 5-14 0,8-5-155 0,0 10-249 16,0-10-350-16</inkml:trace>
  <inkml:trace contextRef="#ctx0" brushRef="#br0" timeOffset="138830.44">6608 10169 292 0,'2'-9'546'0,"-1"-1"-124"0,0 3-36 0,1-1 25 16,-2 8-83-16,2-12 7 0,-2 12-64 0,1-8 32 16,-1 8-65-16,3-7 28 0,-3 7-75 0,0 0 40 15,0 0-60-15,0 0-1 0,0 0-12 0,5 9-4 16,-5-1-27-16,0 2-19 0,0 2-18 0,0 2-14 15,-1 6-7-15,-2-3-14 0,1 4-16 0,-2 3-4 16,-1-2-6-16,-1 3-5 0,-1 3-3 0,-1-1-4 16,1 0 0-16,-1-4-57 0,-1 0 58 0,3-2-53 15,-1-1 60-15,2-3-56 0,-2-4 59 0,3 1-57 16,0-3 53-16,0-3-61 0,0 1 53 0,3-1-52 16,1-8 73-16,0 6-67 0,0-6 48 0,0 0-51 15,13 0 54-15,-5-2-4 0,1-2 3 0,3-1-9 16,2-1-4-16,0 0-2 0,4 2 2 0,0-4-1 0,1 1-2 15,3 1 3-15,-4-1-6 0,2 3 0 0,-1 1-1 16,-1-2-2-16,1 3 0 0,-2-2-3 16,1 3-20-16,0-1-10 0,-4 1-42 0,1 1-34 0,-3 0 16 15,-1 1-91-15,2 1 0 0,-3-1-103 0,-1 1-11 16,-1 0-79-16,-1 2-66 0,-7-4-76 0,9 6-397 16,-9-6-487-16</inkml:trace>
  <inkml:trace contextRef="#ctx0" brushRef="#br0" timeOffset="139080.57">6732 10228 521 0,'-1'-6'635'0,"0"0"-192"16,1 6-11-16,0 0-66 0,0 0 4 0,0 0-74 15,0 0 40-15,6 6-79 0,-2 5 27 0,0 1-78 16,1 4 32-16,3 3-69 0,-3 2 5 0,1 4-14 0,3 2-14 15,-2 2-75-15,1 1 40 0,0 2-70 0,-1 0 44 16,-1-1-73-16,1 1 50 0,0 0-70 16,-2-2 8-16,0 0-50 0,0-1-58 0,2-3-6 15,-5-4-107-15,2 0-4 0,1-3-105 0,-2-1-28 16,-2-2-59-16,0-3-100 0,2-4-443 0,-2 3-546 0</inkml:trace>
  <inkml:trace contextRef="#ctx0" brushRef="#br0" timeOffset="140997.54">7376 5184 175 0,'3'-7'206'0,"1"0"-90"0,-3 0 27 16,3 1-68-16,-1-3 31 0,0 2-40 0,0-1 31 16,-2 1-41-16,2 1 37 0,-2-2-45 0,2 0 36 15,-2 1-17-15,0 1 25 0,2-2-42 0,-2 0 47 16,-1 3-24-16,3-1 48 0,-3 6-39 0,1-11 28 15,-1 11-46-15,1-9 32 0,-1 9-33 0,1-10-4 16,-1 10-3-16,2-7-11 0,-2 7-8 0,1-7-2 16,-1 7 0-16,0 0-8 0,0-6-1 0,0 6-3 15,0 0 2-15,0 0-1 0,4-7 0 0,-4 7 6 16,0 0-1-16,0 0-9 0,0 0 4 0,0 0-1 16,0 0 5-16,0 0 4 0,2 7 4 0,-2-7-1 15,-2 11 13-15,2-2 7 0,0 2 8 0,0 1 6 0,0 2-3 16,0 2-21-16,0 1 26 0,1 4-17 15,-1 2 23-15,1 3-25 0,-1 1 10 0,0 1-23 16,0 5 18-16,1 3 4 0,-2 0 5 0,2 1-6 0,-1 1-6 16,0 3-11-16,-1 5-7 0,1-2 26 0,0 2-16 15,0-3 17-15,-1-4-14 0,0 0 12 0,1 7 13 16,-3-2 4-16,2 1-11 0,1-6-9 0,0 6 4 16,-1-2-2-16,-1-3-5 0,1 5-5 0,1-2 3 15,-1 2-1-15,1-5 0 0,-1-1-6 0,1 1-4 16,0 3 1-16,0-2-2 0,0 5-5 0,0-7-45 15,1 0 45-15,-1 0-46 0,1-1 44 0,2 6-45 16,-2 2 46-16,0-3-40 0,3 1 35 0,-3 0-45 16,2 0 45-16,-2-1-46 0,2 1 43 0,-1-2-4 15,-1-4-36-15,2-1 40 0,-2 0-44 0,2 0 45 16,-2-1-41-16,2 0 47 0,-2-2-49 0,0 0 49 16,1 0-45-16,0-1 6 0,-2 0 6 0,1-5 7 15,1 4 6-15,-2-4 3 0,0 5-3 0,0-2 0 0,0-2 2 16,0 4 41-16,-2 1-44 0,1 0 38 15,1 0-52-15,0-2 50 0,0 2-48 0,-2 0 45 16,-1 0-41-16,3-1 38 0,-1 0-43 0,1 1 5 0,-2-2-1 16,1-1 0-16,1 1 2 0,1 0-4 0,-1-1 5 15,0 3-45-15,0-4 49 0,2 5-49 0,-2-1 57 16,1-1-52-16,-1 1 63 0,0-1-10 16,1 0-11-16,1 1 4 0,-2 0-1 0,0 2-8 0,2-2 18 15,-2-1-21-15,-2 1 0 0,4 0-5 0,-2 0 5 16,0 0-2-16,3 0 0 0,-3 0 6 0,1-2-7 15,0 0-1-15,0-4-48 0,2 4 61 0,-3-3-54 16,3 2 58-16,-1-2-52 0,1-2 58 0,-1 4-57 16,2-2 62-16,-3-3-58 0,2 2 56 0,1-1 1 15,-2-1-11-15,1 3 0 0,-2-5-5 0,2 4 1 16,-1-2-2-16,1 0-3 0,-1 0 8 0,1 0-7 16,-3 2-2-16,3-2-2 0,-2-2 15 0,-1 3-12 15,1-3-7-15,0 3 2 0,1-3 3 0,-1 0-3 0,-1 1 3 16,2-1 2-16,0 0-53 0,-2 1 70 15,2 0-61-15,-2-1 64 0,0-2-59 0,0 0 66 16,0 2-58-16,1 1 62 0,1-2-59 0,-2 2 64 16,0 0-64-16,0 1 60 0,0 0-62 0,0 0 62 0,0-1-4 15,0 2-5-15,0-1-7 0,1-1-8 0,-1 1 0 16,0-1 4-16,0 1-9 0,1 1 1 16,-1-1 0-16,2-2-5 0,-1 1-2 0,0 0-1 0,-1-2 1 15,1 1 0-15,1 0 3 0,-1 0 3 0,0-1 0 16,1 1-56-16,-1 0 64 0,2-5-50 0,-1 0 57 15,2 0-59-15,-3-1 67 0,0-1-59 0,2 2 70 16,-1-1-54-16,1 1 27 0,0 0-9 0,-1 0 57 16,1-1-69-16,1 0 63 0,-2-1-69 0,1 0 48 15,-2-2-55-15,4 0 58 0,-2 1-63 0,-1-1 62 16,-1 2-9-16,2-3-3 0,0 1-15 0,-2 1 8 16,0-3-4-16,2 4-3 0,-2-4-2 0,2 1 2 15,-2 0 0-15,0 0-7 0,0 2 1 0,1-3-1 0,-2 2-1 16,2 1 5-16,-2 1-6 0,0-2 3 15,0 0 0-15,0-1 0 0,0 1 0 0,0-1-2 16,1 1 5-16,-1 0-10 0,-1-1 13 0,1 1-10 0,0 1 1 16,0-2-2-16,0 1 5 0,0-3-5 0,0 3 0 15,1-1 3-15,-1-1-4 0,0 2 1 0,2-1 0 16,-2 0 8-16,0-3-11 0,0 4-52 16,1-2 66-16,-1 1-56 0,1-2 64 0,-1 1-56 0,0 2 60 15,0-4-58-15,0 4 61 0,0-3-60 0,1-1 63 16,-1 2-60-16,2 0 59 0,-2-2-52 0,1 3 52 15,-1-2-60-15,0-2 58 0,0 2-59 0,1-2 67 16,1 2-36-16,-2-2 23 0,1 0 8 0,0 0-17 16,-1 0-1-16,0-1-3 0,1 1 0 0,1 1-12 15,-1-3 13-15,-1 2-5 0,0-3 2 0,0 1-3 16,1 1 1-16,1-2-5 0,-2 1 6 0,1-1-4 16,-1 0-1-16,0 1 2 0,1-1 2 0,1-1-7 15,-1-1 3-15,-1-5 1 0,0 13-1 0,0-13 0 0,1 11-1 16,-1-11 4-16,0 11-4 0,0-11 6 15,1 9-3-15,-1-9-4 0,3 9-1 0,-3-9 6 16,0 7-4-16,0-7-1 0,1 7 2 0,-1-7-2 0,0 6 0 16,0-6 1-16,0 0 6 0,0 8-12 0,0-8 4 15,0 0-5-15,0 8-16 0,0-8-10 0,0 0-6 16,1 6-18-16,-1-6-10 0,0 0-12 16,0 0-17-16,0 7-14 0,0-7-16 0,0 0 24 0,0 0-81 15,0 0 23-15,0 0-83 0,-1 8 16 0,1-8-88 16,0 0-10-16,0 0-50 0,0 0-77 0,0 0-540 15,0 0-587-15</inkml:trace>
  <inkml:trace contextRef="#ctx0" brushRef="#br0" timeOffset="141413.38">6768 12235 456 0,'-5'-5'583'15,"5"5"-145"-15,-10-7-75 0,10 7-42 0,-8-5-38 16,8 5-45-16,-5-7-21 0,5 7-14 0,0 0-7 15,-6-3 11-15,6 3 4 0,0 0-21 0,0 0-39 16,0 0-27-16,-4 6-18 0,5-1-19 0,2 3-13 16,-1 0 41-16,1 2-56 0,1 0 45 0,0 0-57 15,-2 1 41-15,2-1-58 0,2 0 36 0,-2-2-57 16,1 0 45-16,0 0-52 0,2-3 66 0,-1-1-39 16,-6-4 49-16,17 2-23 0,-7-7-1 0,4-1 2 15,3-9-6-15,3-3-8 0,6-9-55 0,2-3 59 16,4-11-16-16,2-2-6 0,2-5-4 0,1-2-3 15,5-2-4-15,-1-4-2 0,2-5-18 0,1 2-110 16,1 2-126-16,-3-1-161 0,-1 3-133 0,1-1-245 16,-4 1-316-16,1 1-715 0</inkml:trace>
  <inkml:trace contextRef="#ctx0" brushRef="#br0" timeOffset="149878.5">8065 5525 37 0,'-3'-9'463'0,"3"9"-108"0,-2-9-20 0,2 9-91 15,-5-8 17-15,5 8-53 0,-4-9 23 0,4 9-68 16,-4-8 19-16,4 8-45 0,-2-5 26 0,2 5-30 16,-3-7 8-16,3 7-26 0,-5-5 6 0,5 5-34 15,0 0 5-15,-3-5-26 0,3 5 6 0,0 0-22 16,0 0 14-16,0 0-26 0,0 0 15 0,-1 10-16 16,1-1 17-16,1 1-21 0,1 3 20 0,-1 4-3 15,-1 1 14-15,1 2-17 0,2 3 10 0,-2 2-3 16,-1-1 14-16,1 1-17 0,1 1 1 0,-1-2 2 15,-1 2-2-15,0-1 1 0,0-3-4 0,0-2-2 16,0 1-47-16,0-1 45 0,0-1-48 0,0-1 41 16,0 0-43-16,0-2 39 0,0-1-42 0,-1-2 42 15,1-1-45-15,0 0 44 0,0-2-46 0,0 0 40 16,0-3-42-16,0 0 44 0,0 0-41 0,0-7 41 0,-2 12-49 16,2-12 43-16,2 10-49 0,-2-10 21 0,0 7-108 15,0-7-38-15,0 7-86 0,0-7-119 0,0 0-67 16,1 5-64-16,-1-5-481 0,0 0-556 15</inkml:trace>
  <inkml:trace contextRef="#ctx0" brushRef="#br0" timeOffset="150595.84">7991 7258 61 0,'-9'-2'499'0,"9"2"-75"0,-9-7-34 0,9 7-43 16,-10-8-42-16,6 5-38 0,2-3-44 0,-1 1-32 16,-1-3-26-16,3-1-21 0,-2 1-25 0,2-1-24 15,2 0-17-15,1-1-15 0,0 1-10 0,1 0-14 16,1-1-5-16,1 2 0 0,2-1-2 0,-2 3-7 16,3-2-4-16,0 3 4 0,2 1-2 0,-1-2-3 15,0 5-2-15,-9 1 5 0,19-1-5 0,-10 3-1 16,1 4 0-16,2-2 5 0,-3 3-8 0,0 4 0 15,1-1-2-15,-4 4 0 0,1 0-3 0,-2 4-2 16,-1 0 0-16,-3 1 0 0,1 1 1 0,-2 4-4 0,-3 2-45 16,-1-2 53-16,0 1-44 0,-4 3 45 0,-1-2-43 15,-2 2 52-15,-1-4-50 0,-2-2 51 0,0 0-48 16,-1-2 51-16,2-3-45 0,0-4 44 16,-2 3-37-16,5-7 68 0,-3 0-23 0,3-1 73 0,1-3-36 15,0 2 42-15,1-5-64 0,8-2 30 0,-10 6-59 16,10-6 41-16,0 0-58 0,0 0 41 0,0 0-50 15,-5-6 5-15,5 6-1 0,7-4-1 0,-7 4 44 16,16-7-47-16,-6 4 43 0,0-1-49 0,4 0 43 16,-2 0-48-16,2 1 45 0,1-1-48 0,1 1 36 15,0 0-59-15,-2 2 35 0,2-2-76 0,-2 2 5 16,0-1-88-16,-1 2-47 0,2 2-36 0,-2-1-44 16,1 2-57-16,-2 2-29 0,4-1-452 0,-5 6-373 15</inkml:trace>
  <inkml:trace contextRef="#ctx0" brushRef="#br0" timeOffset="151345.65">7747 8901 275 0,'-4'-5'469'0,"4"5"-52"0,-2-8-47 0,2 8-66 15,-6-11 19-15,6 11-90 0,-2-12 14 0,1 5-73 0,1 1 22 16,0-3-72-16,1 1 30 0,0-2-65 16,3 1 31-16,-1 1-17 0,2-1-15 0,1 0-5 15,0 1-14-15,2 1-9 0,1-3-11 0,0 5-6 0,1 1-7 16,1-1-6-16,-1 2-3 0,1 2-2 0,-11 1 2 15,20 0-7-15,-9 4-1 0,-2 1-2 0,-1-1-1 16,0 4-4-16,0 2-50 0,-3 3 60 0,-1-1-56 16,-1 4 51-16,-2 1-49 0,-1 1 52 0,-3 0-53 15,0 2 50-15,-3 1-48 0,0-2 5 0,-1 2 4 16,-1-1 7-16,0-3 2 0,0-2 4 0,0-1 3 16,1-3 4-16,-1 0-1 0,3-1 0 0,0-2 1 15,0-2-3-15,0-2-1 0,5-4 8 0,-4 7-9 16,4-7 3-16,0 0-1 0,0 0 14 0,4-8-11 15,0 4 48-15,2-1-56 0,2 0 49 0,-1 0-54 16,5-1 53-16,-2 2-55 0,2 1 50 0,0-1-49 16,0 1 48-16,3 1-48 0,-3 2 52 0,1 2-47 15,-1-1 48-15,1 3-51 0,-2 1 9 0,1-1 2 0,-2 6 7 16,0-3 3-16,-2 2 1 0,0 2 2 16,-2 2 52-16,1-3-58 0,-5 3 48 0,1 2-56 0,-2-3 47 15,-1 2-51-15,-3 1 46 0,1-1-48 0,-4 3 43 16,-1-5-48-16,1 3 48 0,-2-1-39 0,-2-2 64 15,1 0-44-15,-1 1 54 0,-3-4-42 0,3 1 48 16,-2-3-53-16,-2 2 46 0,4-3-54 16,-4-1 42-16,5 1-58 0,-1-1 45 0,-2-2-57 0,2-1 43 15,1 1-65-15,0-1 22 0,3 3-83 0,6-5 4 16,-13 3-95-16,13-3-9 0,-11 3-105 0,11-3-3 16,-9 4-20-16,9-4-70 0,-4 8-90 0,4-8-280 15,-2 11-280-15</inkml:trace>
  <inkml:trace contextRef="#ctx0" brushRef="#br0" timeOffset="151828.59">7906 10418 352 0,'0'-13'533'15,"0"2"-142"-15,0 1-18 0,1 0-99 0,1 0 17 16,-2 1-99-16,1 3 13 0,1 0-12 0,-2 6-7 16,1-10-18-16,-1 10-2 0,1-7-7 0,-1 7-53 15,0 0 34-15,0 0-69 0,7 7 37 0,-7-1-60 16,1 3 37-16,-1 3-60 0,-1 0 52 0,1 5-64 15,-3-3 48-15,2 4-52 0,-2-1 10 0,1 2 0 16,-1 0 8-16,-3 0 0 0,2 4-5 0,0-2-7 16,-1-2 1-16,3-2-5 0,-2 2 0 0,0-3 49 15,0 0-56-15,-1-3 54 0,4-1-50 0,-2-3 41 16,2 0-57-16,0-1 47 0,1 0-54 0,0-8 50 0,2 7-51 16,-2-7 2-16,8 3 9 0,-8-3 3 15,14-1 5-15,-4-1-3 0,0-1 3 0,3 0-2 16,0-1 3-16,3-1-2 0,2 0-1 0,-2 1 6 0,0-2-8 15,1 1 2-15,1 1-2 0,-3 1 3 0,3-3 0 16,-4 2-2-16,3 2 18 0,-3-1-20 16,0 1-3-16,-3-1-10 0,2 1-30 0,-4 0-35 15,1 0-52-15,-2 0-72 0,-8 2-77 0,15-1-72 0,-15 1-84 16,0 0-90-16,13 0-279 0,-13 0-334 0</inkml:trace>
  <inkml:trace contextRef="#ctx0" brushRef="#br0" timeOffset="152062.46">8072 10393 521 0,'0'0'423'0,"-11"1"-66"0,11-1-97 16,-6 7 21-16,5-1-84 0,-1 0 30 0,2 3-83 15,2 2 46-15,-1 3-59 0,2 1 1 0,0 3-6 16,2 3 6-16,1 0 2 0,0 2-3 0,-1 6-1 15,5-2 35-15,-5 5-76 0,3-3 31 0,-1 2-72 0,-1 0 38 16,0-3-65-16,1 3 44 0,-2-4-61 16,0-1 42-16,-3-2-97 0,4-4-2 0,0 2-109 15,-2-1-28-15,0-4-85 0,-2-2-86 0,2-1-98 16,1-4-365-16,-5 1-360 0</inkml:trace>
  <inkml:trace contextRef="#ctx0" brushRef="#br0" timeOffset="154011.57">8647 5003 301 0,'6'3'225'15,"-6"-3"1"-15,0 8-64 0,0-8 26 0,0 11-56 16,-1-4-19-16,1 0 0 0,-2 2 0 0,1-1 5 15,1 2-7-15,0-1-3 0,-1 3-33 0,0 0 42 16,1 0-41-16,-2 1 46 0,2-1-46 0,-1 2-2 16,1-1 2-16,0 3 5 0,-1 1 0 0,-2 1 1 15,3-1 29-15,-1 1-34 0,0 2 24 0,-2-1-30 16,2 0 21-16,-2 3-20 0,2 1 17 0,0 0-21 16,-2 4 11-16,3-3-19 0,-2 4 28 0,-1-1-22 15,2 5 12-15,-2 0-26 0,1-2 6 0,-1 3-20 16,-1 1 10-16,3-3-10 0,-4 0 0 0,4 1-3 15,-2-1 0-15,1 1 5 0,-1 0 1 0,2-1-44 16,-2 0 47-16,2 3-4 0,-2-2-8 0,2-1-8 0,0 0-4 16,-2 3-3-16,2-2-1 0,1 0-2 0,-4 1 2 15,4 1-4-15,0-3 4 0,0 3 17 0,-1-2 2 16,1 4-2-16,-1-5-3 0,1 3-7 0,0 0-2 16,0 1-3-16,0-2-43 0,0 1 42 0,0-1-39 15,0-3 52-15,0 4-49 0,0-1 49 0,0-4-36 16,0 2 59-16,0-2-38 0,0 4 45 0,0-2-46 15,-2 0 35-15,2 0-49 0,0 3 43 0,0-1-36 16,0 0 32-16,0 1-53 0,0 1 46 0,0 0-47 16,0-1 46-16,0-1-48 0,2 2 47 0,-2 0-46 15,1-1 54-15,0 1-46 0,-1 1 1 0,0-4 4 16,4 2 5-16,-3-1 0 0,2-1 5 0,-1 0 54 16,-2-3-48-16,1 4 42 0,1-4-53 0,-1 0 42 15,2-2-47-15,-2 4 40 0,2 2-39 0,-2-6 60 0,0 3-46 16,0-4 42-16,1 3-53 0,-1-2 45 15,0 2-47-15,3-3 39 0,-3 6-48 0,3-3 10 16,-3-2 3-16,3 3 0 0,-1-2 0 0,-1 3 5 0,2-2-5 16,-1 4-42-16,1-3 54 0,-2 1-47 0,2 1 55 15,-2-1-4-15,1-3-7 0,0 3-4 0,-2 0 3 16,0 2-4-16,2-5-2 0,-2 1 1 16,2 2 1-16,-1-4-1 0,-2 0-1 0,3 1-2 0,-2-1 5 15,2 1 6-15,0 0-3 0,-3-1-3 0,3 1-3 16,1 4 1-16,-2-6 1 0,1 1 0 0,-2 0 6 15,3-1-51-15,-1 0 50 0,-1-1-50 0,1 2 57 16,-2-2-52-16,4 0 64 0,-4 0-62 0,2-1 60 16,-2 2-58-16,2-1 59 0,-1-1-5 0,-2-1-4 15,3 2 0-15,-2-3-6 0,2 0-6 0,-1-2-1 16,-1 2-4-16,1-1 1 0,-1 3-2 0,2-2 1 16,-2-1 4-16,3-1-6 0,-2 1 1 0,1 3-2 15,-2-4-1-15,2-1-14 0,-2 1 19 0,0-1-3 0,3 3 1 16,-3-3 1-16,2 3 0 0,-2-2-2 15,2 1 14-15,-2-2-19 0,0 0 4 0,3 1-1 16,-3 0-53-16,2-2 64 0,-2 2-55 0,2 0 61 16,-1 0-54-16,1 3 61 0,-2-3-56 0,-1-1 55 0,3 0-56 15,-2 1 66-15,0-3-66 0,1 4 58 0,-1-4-55 16,0 3 54-16,-1-2-4 0,3 2 1 16,-2 0-8-16,0 1-3 0,-1-2-3 0,0 0-1 0,3 0-2 15,-3-1 0-15,0 0 3 0,0 2-2 0,0-2-3 16,0-1-2-16,1 2 3 0,-1-2 2 0,-1 0-2 15,1 0 3-15,0 3 2 0,-3-3 4 0,2 1 3 16,0 0-2-16,1-1 11 0,-2 0-18 0,1 0 0 16,1-1 1-16,0 0-3 0,-1 0 1 0,1-4 5 15,-1 3-9-15,1-1 4 0,-2 1 16 0,4-1-76 16,-4 1 68-16,1-1-57 0,1 3 67 0,-3 1-46 16,2-1 56-16,0 0-65 0,0 0 64 0,1-1-64 15,-2 0 64-15,2-1-57 0,-1 0 55 0,0 2-64 0,-1 0 66 16,2-3-65-16,-1 1 65 0,1-1-8 15,0 1-5-15,-1 2-2 0,1-5-5 0,0 2-3 16,-2 1-1-16,1-1 4 0,1 1-8 0,0-1-1 16,0 1-1-16,0 2 2 0,0-3-1 0,0 3 0 0,-1 0-2 15,1-2 0-15,0-1 1 0,0 1 6 0,0 0-3 16,1-1 2-16,-1-1 5 0,0 1-6 16,0 0-3-16,0-2 4 0,0 3 0 0,1-2 2 0,-1 1-1 15,2-2 1-15,-2 2-4 0,0 0 10 0,1-2 2 16,-1 3 0-16,0-1 0 0,0 1 9 0,0 0-10 15,0-1-3-15,0 1-1 0,0 0 1 0,0 0 2 16,0-4 3-16,0 4-60 0,0-2 61 0,0 0-53 16,0-1 59-16,0 1-57 0,0-1 58 0,0 0-52 15,0 1 52-15,0 0-58 0,0-2 59 0,0 1-58 16,0-2 60-16,0 3-54 0,1-2 53 0,-1-1-57 16,2 2 57-16,-2-1-9 0,1 0 1 0,-1 0-3 15,1-1-6-15,-2 1-3 0,2-1 1 0,-1 1-5 0,0-3 2 16,2 3-5-16,-2-1 5 0,1 0-8 15,-1-1 1-15,1 0 0 0,-1 1 0 0,3-1 7 16,-3-2-7-16,1 3 2 0,0-2-4 0,1 3 6 0,-1-3-4 16,-1 1 0-16,1-2 0 0,-1 0 3 0,3 1-4 15,-3-8-2-15,1 13 3 0,-1-7 1 0,0-6 0 16,1 10 1-16,-1-10-7 0,3 10-12 16,-3-10 8-16,1 6-5 0,-1-6 0 0,0 0-11 0,0 8-17 15,0-8-26-15,0 0-35 0,0 0-47 0,0 0-7 16,0 0-106-16,0 0-17 0,0 0-122 0,0 0-30 15,0 0-92-15,-9-6-157 0,9 6-266 0,-5-11-532 16</inkml:trace>
  <inkml:trace contextRef="#ctx0" brushRef="#br0" timeOffset="155561.59">18027 2531 231 0,'0'0'278'0,"-4"-9"8"0,4 9-82 0,-4-9 40 16,4 9-61-16,-2-12 39 0,2 12-18 0,-4-9-15 15,4 9-1-15,-1-8-19 0,1 8-7 0,-3-7-31 16,3 7-4-16,0 0-34 0,0 0-7 0,0 0-30 15,0 0 10-15,0 0-24 0,-7 9 8 0,5-1-17 16,-2-1 9-16,2 5-18 0,-1-5 13 0,1 4-18 16,-2-3 5-16,3 2-15 0,-2-3 16 0,3 1-15 15,-1-2 19-15,1-6-10 0,0 12 12 0,0-12-7 16,4 9 21-16,-4-9 8 0,14 2 14 0,-4-4-26 16,8-1 4-16,2-5-18 0,10-3 0 0,4-5-15 15,3 0 7-15,2-1-15 0,-1-2 6 0,1 2-21 16,1-3-2-16,-1 3-42 0,-2-1-27 0,1 0-53 15,-2 1-44-15,-2 0-77 0,1 0-38 0,-3 0-121 16,-2 0-361-16,-4 3-294 0</inkml:trace>
  <inkml:trace contextRef="#ctx0" brushRef="#br0" timeOffset="157161.46">9114 5479 191 0,'0'0'273'0,"2"-12"-7"0,-2 12-54 0,0-13 13 16,1 6-48-16,-1 7 25 0,0-11-44 0,1 3 3 15,-1 8-3-15,0-11-14 0,0 11-13 0,0-10-19 16,0 10-6-16,0-9-4 0,0 9-9 0,0-7-16 15,0 7-15-15,0 0-11 0,0-9-13 0,0 9-8 0,0 0 4 16,0 0 7-16,0 0 23 0,0 0 39 16,3 10 35-16,-1 2-10 0,-2 4 27 0,0 2-24 15,-2 4 4-15,2 4-16 0,-2 4-15 0,1 3-5 0,0 1-7 16,-2 0-9-16,2-2-15 0,-2 2 0 0,2-1-11 16,0-6-5-16,0 1-45 0,-2-2 44 15,2 0-51-15,-2-1 42 0,3-2-46 0,-1-3 41 0,0-1-49 16,-2 0 44-16,3-2-48 0,-1-4 38 0,1-1-45 15,-3 0-23-15,3 0-101 0,-1-3-33 0,1-1-82 16,0 1-79-16,0-2-56 0,0 1-53 0,0-8-476 16,-1 12-500-16</inkml:trace>
  <inkml:trace contextRef="#ctx0" brushRef="#br0" timeOffset="157761.21">9011 7142 271 0,'0'0'443'0,"0"-10"-66"16,1 3-65-16,-1 2-2 0,3-3-73 0,-2 2 12 16,0-4-84-16,2 2 13 0,-2-1-75 0,4 1 28 15,-2-1-68-15,2 1 29 0,0 1-63 0,0-1 39 16,3 1-56-16,-2-1 47 0,4 4-38 0,-1-1 36 15,-1 1-50-15,3 2 41 0,0 1-48 0,-11 1 48 16,23 1-53-16,-12 3 46 0,-2-1-49 0,4 3 46 16,-5 0-45-16,3 4 43 0,-1 0-46 0,-1 1 45 15,0 1-47-15,-1 3 45 0,-3-1-50 0,-1 3 50 16,-3 0-48-16,0 2 46 0,-2 0-42 0,0 2 41 0,-3 3-49 16,-1-3 47-16,-3 1-45 0,-1-3 48 0,0 2-50 15,-1-1 47-15,1-2-35 0,-1-2 67 0,-3 0-29 16,3-1 53-16,1-4-33 0,-1 0 69 15,1-1-37-15,1 0 50 0,0-5-46 0,1 2 56 0,2 0-59 16,0-4-15-16,1 2-18 0,4-5-9 0,-7 9-16 16,7-9-5-16,0 0-4 0,-5 4 37 15,5-4-53-15,0 0 41 0,10-1-36 0,-10 1 29 0,15-2-52 16,-3 1 49-16,-3-1-50 0,5-1 48 0,-1 1-46 16,5 0 1-16,-1 0-5 0,-1 0-9 0,2 1-10 15,0-2 20-15,-1 3-71 0,-1 0 15 0,0 0-83 16,-1 3-8-16,3-3-96 0,-3 3-33 0,0 1-55 15,-2 3-29-15,0-3-516 0,0 4-460 0</inkml:trace>
  <inkml:trace contextRef="#ctx0" brushRef="#br0" timeOffset="158494.6">8948 8618 329 0,'0'0'486'0,"0"0"-103"15,-1-10-6-15,1 10-88 0,0-7 23 0,0 7-91 16,1-9 5-16,-1 9-73 0,4-11 30 0,-4 11-69 16,5-10 28-16,-1 3-68 0,2 1 44 0,3 2-61 15,-1-2 37-15,0 3-63 0,2-2 39 0,0 2-57 0,-1 2 48 16,-9 1-59-16,19-1 47 0,-9 3-52 15,2 1 47-15,-3 2-51 0,-1 0 49 0,-1 2-50 16,2 3 44-16,-4 0-51 0,-1 4 47 0,1-2-49 0,-4 3 48 16,1 2-52-16,-2-3 51 0,-2 2-49 0,1 0 52 15,-4-1-55-15,1 1 51 0,-1-2-50 0,-2 1 55 16,0-3-49-16,2 0 90 0,0-1-20 0,0-2 71 16,-3-1-52-16,6-2 33 0,-4-1-67 0,4 0 34 15,2-5-63-15,-7 6 39 0,7-6-54 0,0 0 43 16,0 0-48-16,0 0 45 0,0 0-51 0,0 0 51 15,6-8-53-15,-6 8 48 0,11-8-51 0,-3 6 48 16,1-2-48-16,-2 1 48 0,5-1-44 0,-3 3 43 16,1-2-51-16,-10 3 55 0,20 0-49 0,-9 3 50 15,0-3-52-15,-2 4 6 0,1 1 5 0,-2-2 2 16,2 3 3-16,-1 2 4 0,-2-1 3 0,0 3 6 16,-3-1-5-16,1 0 2 0,-2 2-2 0,-2 1 2 15,2-2-2-15,-3 2-1 0,-3-2 2 0,2 2-1 0,-2 1-1 16,-2-3 0-16,0 3 1 0,-3-1 4 15,2 1 15-15,-2-2-13 0,-2-1 43 0,1-1-26 16,0-1 39-16,0 2-30 0,-1-5 42 0,1 2-37 0,0-2 35 16,0-1-54-16,0 1 42 0,4 0-57 0,-4-2 49 15,2 0-57-15,0-1 39 0,7-2-55 0,-13 4 44 16,13-4-66-16,-10 6 8 0,10-6-65 0,-9 4-4 16,9-4-49-16,-8 2-40 0,8-2-52 0,-6 4-56 15,6-4-26-15,-5 5-25 0,5-5-32 0,-4 11-110 16,4-11-343-16,0 13-372 0</inkml:trace>
  <inkml:trace contextRef="#ctx0" brushRef="#br0" timeOffset="158977.76">9140 10069 574 0,'0'0'491'0,"-5"-9"-62"0,5 9-25 0,-3-8-23 16,3 8-51-16,0 0-52 0,-2-7-45 0,2 7-45 0,0 0-34 15,0 0 17-15,-4 10-73 0,4-4 58 0,-2 5-51 16,1 3 64-16,1 1-51 0,-4 2 44 0,3 0-58 15,-3 7 37-15,0-1-67 0,2 2 7 0,-3 0 3 16,0-1-20-16,1 1-10 0,-2-1-8 0,-1-1-9 16,3 0 2-16,-1-2-4 0,4-3-1 0,-2-1-43 15,-2-3 47-15,1 0-52 0,3-2 46 0,-3-2-51 16,3 0 45-16,-2-4-8 0,3-6-3 0,-1 10-4 16,1-10 0-16,4 5-2 0,-4-5 0 0,0 0 5 15,15-2-7-15,-6 0-2 0,-1-2-4 0,2 0 3 16,0-1 5-16,3 1-2 0,0-3-7 0,1 1 2 15,1 1-1-15,-2 2-1 0,4-3 1 0,-2 1 15 16,2 2-59-16,-2 0 51 0,2-1-3 0,-2 2-3 16,0 0-1-16,-2 1 7 0,1-1-7 0,0 2-1 0,-1 0-5 15,-2 0-26-15,1 0-26 0,-12 0-37 0,22 2-50 16,-22-2-8-16,16 2-124 0,-16-2-69 16,13 5-54-16,-13-5-64 0,12 3-48 0,-12-3-409 0,7 5-492 15</inkml:trace>
  <inkml:trace contextRef="#ctx0" brushRef="#br0" timeOffset="159227.47">9237 10159 145 0,'-4'-7'599'0,"4"7"-157"0,-8-3-80 15,8 3-19-15,0 0 5 0,-3 8-90 0,3-8 19 16,1 16-74-16,0-4 35 0,2 5-71 0,2 3 35 15,0 2-58-15,0 2-4 0,4 5 0 0,-1 2-12 16,-2 1-9-16,4-1-19 0,-1 7-42 0,-1-6 10 16,0 5-36-16,-1-4 17 0,1-1-11 0,-3 1-9 15,3-3-6-15,-3-1 0 0,1 2-15 0,-2-6-33 16,1-1 5-16,-2-2-96 0,1 0-11 0,-2-4-119 16,1-1-23-16,-2-3-68 0,0 0-69 0,3-3-80 15,-3-2-351-15,-1 0-376 0</inkml:trace>
  <inkml:trace contextRef="#ctx0" brushRef="#br0" timeOffset="161177.64">9832 5150 218 0,'0'0'200'0,"0"-7"-15"0,0 7-44 0,2-7-21 15,-2 7-9-15,0-8-1 0,0 8 2 16,0 0-4-16,0-8 5 0,0 8-5 0,0 0-6 0,0-8-5 15,0 8-6-15,0 0-2 0,0 0-8 0,0 0-2 16,0-8-8-16,0 8-6 0,0 0-11 0,0 0-7 16,0 0 0-16,0 0-8 0,0 0-2 0,0 0-36 15,0 0 49-15,-4 8-35 0,4-8 47 0,-1 12-40 16,-1-6 43-16,0 5-38 0,-1-4 19 0,2 4 3 16,-3 0 4-16,3 4 13 0,-3 1 8 0,3 2-2 15,-2 3 0-15,1 1 20 0,-1 4-36 0,-1-1 15 16,3 3-31-16,-3 4 20 0,3 2-3 0,-3 0 12 15,4 1-28-15,-1 2 14 0,0-1-22 0,1 1 11 16,-2 1 5-16,2 1 23 0,2-2-2 0,-2 4-4 0,0-3-45 16,0 7 43-16,0 1-6 0,1-2-1 15,0 3-5-15,-1-1 1 0,0 0-5 0,2-2-9 16,0 4-8-16,-1-2-5 0,-1-1 2 0,0 0-10 16,1 0-1-16,1-6-3 0,-2 0 0 0,1-1-40 0,0-1 55 15,-1 1-33-15,1 0 55 0,1-1-44 0,-1 0 44 16,-1 1-49-16,0-1 48 0,1-1-44 0,1 2 38 15,-2-1-42-15,0 1 49 0,1-1-48 0,-1 0 42 16,-1-1-46-16,1 1 44 0,0 0-50 0,-2-2 47 16,1 1-50-16,1-2 45 0,-1 1-45 0,1-2 48 15,-2 0-47-15,1 2 4 0,1-7 9 0,0 1 6 16,-1 5 4-16,1 0 1 0,-1-2 3 0,-1 0-7 16,1 1 0-16,1-1-1 0,-1-3 42 0,1 6-49 15,-2-3 44-15,0 2-44 0,2-2 41 0,-1 2-49 16,0 1 44-16,1-2-48 0,-2 0 52 0,1-1-48 15,1-2-4-15,0-2 5 0,0 3 4 0,0-2 4 16,0 0 0-16,-1 0 2 0,1 0 9 0,0 1-48 0,0-1 50 16,0 2-40-16,0-2 42 0,0 5-42 0,0-5 47 15,0 5-9-15,0-1 0 0,0 1-1 16,0-5-3-16,0 1-2 0,0 1 4 0,0-2-4 0,0 0-8 16,0 2 3-16,0-2-2 0,0 0 0 0,0 0 6 15,0 3-9-15,0-4 15 0,1 1-18 0,-1-2 3 16,-1 2 0-16,1-2-37 0,0 1 48 15,1-1-42-15,-1 0 44 0,0-3-45 0,0 1 59 0,1 1-55 16,1-1 47-16,-2 0-44 0,1 0 55 0,-1-1-13 16,1 2 0-16,-1-1-4 0,0-1-1 0,2 1 3 15,0-1-1-15,-2 0-11 0,1-1 3 0,-1 1-1 16,0 2-3-16,0-4 2 0,1 2 1 0,1 0 2 16,-2-2-6-16,1-2-1 0,-1 1 0 0,1-2 1 15,-1 2 5-15,3-1-6 0,-3-1 0 0,1 3-1 16,0-3-1-16,1-1 3 0,0 2 0 0,-2 1 6 15,0-3 0-15,1 2-49 0,1-1 48 0,-1 1-41 16,2-3 51-16,-3 2-45 0,2 1 48 0,-2-1-44 16,4 0 48-16,-3 1-47 0,0-1 50 0,1 1-47 15,-1 1 59-15,0 1-53 0,1 2 46 0,-1 0-5 16,0-2-3-16,0 2-4 0,1-2-5 0,-1-2-1 16,2 0 2-16,-2 1-3 0,0-2-7 0,2 1 6 0,-2 1-3 15,0-3 5-15,2 1-1 0,-2 1-4 0,-1 1-3 16,4-4 2-16,-3 2 0 0,-1 0 0 15,1-1 19-15,1 1-19 0,-1 0 2 0,0-1 0 0,-1 0-46 16,0-1 63-16,0 2-54 0,0-2 61 0,0 1-58 16,0-1 61-16,0-1-58 0,0 1 61 0,0-2-62 15,0 2 68-15,0-1-68 0,-1 1 61 0,0-4-63 16,1 1 62-16,-2 1-63 0,1-1 66 0,1 0-70 16,-1-1 64-16,-1 1-62 0,0-1 61 0,2 1-60 15,-2-1 60-15,0 0-38 0,1 0 36 0,0 1-6 16,-1-2-7-16,1 2-3 0,0-1 4 0,0 1-7 15,-1-3-1-15,1 1-2 0,0 2-3 0,-2-2 0 16,3 0 4-16,-1 0-6 0,0-2-1 0,-1 2-1 16,2 0 2-16,-1-2-2 0,0 1 3 0,-1-1 2 15,1 2-5-15,1-2-1 0,0 0 0 0,0 2 0 16,-1-3 0-16,1 2 6 0,-3 0-6 0,2 0-2 0,1-1 3 16,0 1 0-16,0 1-5 0,0-2 3 0,0 1 10 15,-1-1-10-15,1 2 1 0,1-2-2 16,-1 0 3-16,0 2-1 0,-1-3 7 0,1 2-8 15,0 0 1-15,0-1-2 0,-1 0 1 0,1-1 0 0,0-1 1 16,0 1 0-16,0 0 1 0,0-1-2 0,0 1 0 16,0 0 3-16,0-1-2 0,0-1 6 0,-2 1-6 15,2-1-1-15,0 2-2 0,0-2-53 0,0 2 66 16,-1-1-56-16,1 0 64 0,0 0-53 0,0-1 59 16,0 1-64-16,0-1 65 0,0 1-61 0,0 1 60 15,0-3-51-15,0 3 56 0,1-2-65 0,-1 1 66 16,2-1-62-16,-2-1 65 0,0 3-65 0,0-3 69 15,0 4-72-15,1-3 65 0,-1 0-65 0,0 1 65 16,1-2-61-16,-1-6 65 0,0 15-65 0,0-8 62 16,0 0-63-16,0-7 62 0,0 13-62 0,0-5 62 15,0-1-56-15,0-1 56 0,0 1-7 0,0-7-5 16,0 10-3-16,0-2 0 0,0-8-4 0,0 14-4 0,0-14-9 16,1 13 7-16,-1-6-3 0,0-7 1 0,3 11-3 15,-3-11 1-15,0 12 1 0,0-12-1 0,0 10-2 16,0-10-1-16,0 7 5 0,0-7-11 15,1 8-17-15,-1-8-13 0,0 0-17 0,0 8-25 0,0-8-24 16,0 0-33-16,0 0 18 0,0 0-107 0,0 6-4 16,0-6-102-16,0 0-19 0,0 0-58 0,-5-5-72 15,5 5-530-15,-1-9-615 0</inkml:trace>
  <inkml:trace contextRef="#ctx0" brushRef="#br0" timeOffset="162644.53">18787 2646 164 0,'0'0'322'0,"0"0"-102"0,0 0 11 16,-2-7-67-16,2 7 22 0,0 0-67 0,0 0 10 0,0 0-40 15,0 0 21-15,0 0-31 0,-4 5 50 0,4-5-38 16,-4 12 28-16,4-3-38 0,-3 1 3 0,1 0 5 15,0 1-8-15,-1-1-15 0,2 0-6 0,-2-1-11 16,3-1-7-16,-2-1 20 0,2-7 16 16,0 13-4-16,0-13-5 0,0 10 0 0,0-10 36 0,6 4 4 15,-6-4-5-15,17-1-15 0,-3-6-18 0,4-2-16 16,7-3-19-16,7-6-1 0,1-1-16 16,3-2 6-16,-1 0-15 0,4-2 7 0,1 0-13 0,-2 0 7 15,1 2-41-15,0-2-3 0,-2 3-66 16,-2 0-23-16,-1 1-55 0,1 2-28 0,-2 0-90 0,-5 4-7 15,0 1-110-15,0-1-241 0,0 2-164 0</inkml:trace>
  <inkml:trace contextRef="#ctx0" brushRef="#br0" timeOffset="173108.73">405 4403 108 0,'0'0'353'0,"0"-8"-71"0,0 8-66 16,0 0-19-16,0 0-34 0,1-7-21 0,-1 7-7 16,0 0 6-16,0 10-10 0,-1-3-6 0,-2 0-44 0,2 4 17 15,-2 1-33-15,1 2 30 0,-2 3-27 0,-1 1 9 16,1-1-6-16,-4 3-26 0,2-2-14 16,-1 3 9-16,1-2-13 0,-3-2 14 0,4 0-6 0,0-2-26 15,0-2 21-15,0 0-1 0,1-4-7 0,-1 1-4 16,1 0-11-16,0-4 8 0,1 2-6 0,1-2 2 15,2-6-5-15,-4 10-4 0,4-10-2 0,-1 8-4 16,1-8 4-16,4 6 2 0,-4-6-1 0,7 4 2 16,-7-4-2-16,16 0 3 0,-16 0-3 0,19-2-10 15,-8 1 12-15,2 0 1 0,0-1 1 0,0 1-2 16,0-1-1-16,2 0-4 0,-1-1 5 0,0 1-1 16,0 1-9-16,0-2-12 0,-1 0-48 0,1 2-29 15,-4 0-70-15,2 0-78 0,-1-2-100 0,-2 1-286 16,-9 2-140-16</inkml:trace>
  <inkml:trace contextRef="#ctx0" brushRef="#br0" timeOffset="173375.87">493 4530 337 0,'-8'-6'405'0,"8"6"-61"0,-6-3-86 0,6 3-24 0,0 0-73 15,0 0-2-15,0 0-49 0,-13 4 34 0,12 2-10 16,-2 4-20-16,3 2 3 0,-1 3-8 16,1 3-7-16,-1 4-9 0,1 0-6 0,0 2-17 0,0 2 0 15,0 0-10-15,1 0-7 0,-1 0-10 0,0 0-16 16,1-1 17-16,-1 1-26 0,3-3 14 0,-2-1-18 16,-1-2 7-16,3-2-14 0,-2 0 14 0,1-1-23 15,1-2-36-15,-2-2-51 0,2-1-88 0,-1 0-42 16,1-3-92-16,1-1-132 0,-3-1-223 0,4-4-176 15</inkml:trace>
  <inkml:trace contextRef="#ctx0" brushRef="#br0" timeOffset="173742.67">1005 4228 226 0,'-1'-10'389'0,"0"1"-54"15,-1 0-17-15,1 1-44 0,0 0-29 0,-2 2-29 16,2-1-33-16,1 7-29 0,-5-8-28 0,0 3-27 0,5 5-22 16,-8-8-15-16,8 8-14 0,-10-1-18 0,10 1 3 15,-13 1-10-15,13-1-3 0,-11 9-5 0,4-2-2 16,2 1-3-16,-1 1-13 0,1 4 14 0,-1 3 1 15,3 0-4-15,-1 6 0 0,1 0 0 0,-2 2-12 16,5 0 16-16,-1 1-3 0,1 1 4 0,0 3-6 16,1-2 5-16,-1 2-5 0,0-2 1 0,1-1-10 15,1 3 15-15,-1-2-7 0,-1 0 5 0,0 0-6 16,1-1 8-16,-3 0-15 0,2-2 7 0,-3-2-10 16,3-2-14-16,-1 0-24 0,-1-2-91 0,0-1-30 15,0-2-82-15,-1-1-117 0,2-4-294 0,-3 1-164 16</inkml:trace>
  <inkml:trace contextRef="#ctx0" brushRef="#br0" timeOffset="173892.75">798 4713 223 0,'-5'-13'502'0,"1"1"-112"0,3 2-34 16,-3-1-68-16,3 1-45 0,1-2-34 0,0 1-42 0,0 0-33 15,2-1-31-15,2-3-18 0,3 3-28 16,0 0-5-16,5 0-13 0,1-1-24 0,2 2-42 15,-1-1-105-15,4 2-64 0,-1 2-129 0,-1 2-367 0,1 1-198 16</inkml:trace>
  <inkml:trace contextRef="#ctx0" brushRef="#br0" timeOffset="174225.59">1152 4496 365 0,'0'0'527'16,"-5"-4"-73"-16,5 4-76 0,0 0-14 0,-8-4-51 15,8 4-36-15,0 0-52 0,0 0-22 0,-7-4-53 16,7 4-18-16,0 0-40 0,0 0-8 0,0 0-40 16,0 0 17-16,0 0-21 0,0 0 13 0,7 7-24 15,-7-7 12-15,11 10-15 0,-6-4 12 0,1 4-24 16,-1-2 15-16,3 5-20 0,-3-1 2 0,0 0-8 16,2 3 11-16,-4-2-15 0,1 1 17 0,1-1-17 15,-4 0 14-15,2-1-17 0,0-3 16 0,-2 1-13 16,0 0 29-16,-1-5-1 0,0-5 35 0,0 12-19 15,0-12 36-15,0 10-22 0,0-10 33 0,0 7-29 16,0-7 11-16,0 0-40 0,0 0 14 0,0 0-32 0,-5-5 19 16,5 5-37-16,-1-9 24 0,2 2-24 0,-1-1 15 15,3 0-47-15,-1-3-23 0,1 1-30 16,2-2-22-16,0 1-64 0,0-2-32 0,3 1-31 16,-2-1-82-16,2 1-14 0,-3-1-62 0,4 2-88 0,-3 0-223 15,2 2-213-15</inkml:trace>
  <inkml:trace contextRef="#ctx0" brushRef="#br0" timeOffset="174625.59">1440 4417 264 0,'0'0'626'0,"0"0"-107"0,0 0-41 0,0 0-63 16,0 0-44-16,-8-4-64 0,8 4-33 0,0 0-69 16,-8 7-21-16,6-2-54 0,-3 2-5 0,1 1-42 15,-1 1 4-15,1 3-40 0,0-2 13 0,0 4-29 16,3 1 11-16,-2-2-32 0,2 0 21 0,1 0-25 15,0 1 13-15,0-3-37 0,0 2 8 0,3-4-37 16,-2 1-2-16,3 0-19 0,-3-3 14 0,3 0-9 16,-4-7 16-16,9 8-1 0,-9-8 10 0,9 2-23 15,-9-2 12-15,10-2-10 0,-10 2 11 0,13-11-15 0,-7 7 14 16,-1-5-6-16,0 1 23 0,2 1-6 16,-2-2 23-16,0 1-7 0,-1-2 14 0,0 1-3 15,-2-1 27-15,1 1 9 0,-1-1 25 0,1 2 5 0,-3-1 32 16,0 2 1-16,1-1 29 0,1 1-23 15,-2 7 13-15,0-10-36 0,0 10 3 0,1-9-35 0,-1 9 7 16,0 0-30-16,0 0 16 0,0 0-23 0,0 0 19 16,5 7-6-16,-5-7-1 0,2 11-4 0,1-3-6 15,1 2 0-15,-2 0-1 0,2-1-26 0,0 1 26 16,0 1-18-16,2-1 16 0,-2-1-38 0,1 1-25 16,0-2-53-16,-1 0-27 0,3 0-52 0,-4-1-23 15,4-1-14-15,-2-1-71 0,-5-5-25 0,7 3-110 16,-7-3-334-16,0 0-279 0</inkml:trace>
  <inkml:trace contextRef="#ctx0" brushRef="#br0" timeOffset="175591.47">1653 4430 407 0,'0'0'511'16,"0"0"-85"-16,-1-7-75 0,1 7-33 0,0 0 22 15,0 0-55-15,1 9-17 0,-1-9-51 0,2 13-16 16,1-5-31-16,0 2-32 0,-2 2-24 0,3 0-20 0,-2 2-38 15,1-1 7-15,2 2-28 0,-1-2 9 16,2 0-28-16,-2-1 16 0,1-2-24 0,-1-1 12 0,0 1-22 16,0-3 11-16,-2-1-26 0,1-2 15 0,-3-4-14 15,9 7 21-15,-9-7-16 0,0 0 18 0,9-4-19 16,-9 4 20-16,6-8-15 0,-3 1 17 0,1-1 0 16,-3-1-2-16,4 0 0 0,-4-2-3 0,2 0-20 15,-2 0 21-15,1-1-17 0,1 0 16 0,-3 1-16 16,3 3 18-16,-2 0-15 0,-1 0 13 0,3 3-20 15,-3 5 17-15,2-12-23 0,-2 12 29 0,4-7-9 16,-4 7 16-16,0 0-19 0,0 0 20 0,14 2-18 16,-14-2 17-16,8 6-1 0,-3 1-3 0,-1-1-3 15,3-1-7-15,-3 2 0 0,2 0 2 0,1-1-16 16,-2 0 12-16,1 0-19 0,-1-2 14 0,0-1-21 16,-5-3 17-16,11 6-18 0,-11-6 25 0,10 3-13 15,-10-3 17-15,9-4-3 0,-9 4 2 0,9-8-1 16,-4 4 4-16,1-4-13 0,-2 3 12 0,1-4-13 15,-1 1 14-15,0-1-10 0,0-3 15 0,-3 2-19 0,3-1 21 16,-1-2-10-16,-1 2 24 0,-1 0-4 16,2 1 29-16,-2 1-2 0,0 1 19 0,2 0-26 15,-3 8 14-15,1-12-34 0,-1 12 10 0,4-8-24 0,-4 8 29 16,0 0-16-16,0 0 25 0,10 1-20 0,-10-1 21 16,9 10-20-16,-2-3 20 0,-2 3-32 0,0-2 23 15,3 4-5-15,-1-1-4 0,1 2-4 16,1-1-7-16,0-1-2 0,0 2-9 0,0-1 5 0,1-2-4 15,0 0-10-15,0 0-23 0,3-3-21 0,-4 2-46 16,1-5-36-16,2 1-35 0,-2-2-36 0,-1-1-7 16,-9-2-6-16,22-1-29 0,-12-2-16 0,0 0-2 15,0-1 19-15,-1-2-37 0,1 1 45 0,-1-2-13 16,-1 1 77-16,1-2-2 0,-4 0 104 0,3-1 58 16,-3 0 19-16,0 1 104 0,-1-1-1 0,0-1 74 15,1 0 12-15,-4-1 5 0,2 1 40 0,-1 2 10 16,-2-1 43-16,0 1-12 0,0 0 27 0,-1 1-32 15,0 1-23-15,1 6-11 0,-3-11-34 0,3 11-34 16,-5-9-36-16,5 9-30 0,0 0-21 0,-8-3-17 0,8 3-13 16,-6 6-13-16,2 0-8 0,1-1 19 15,1 1-43-15,-1 3 23 0,2 0-27 0,0 0 25 16,1 0-36-16,1 0 21 0,-1 1-50 0,3 1 0 0,-1-3-51 16,2 2-14-16,0-2-29 0,0 1-31 0,1-4-36 15,0 2-34-15,1-2-26 0,1-2-36 0,-7-3-46 16,13 2-43-16,-13-2-17 0,15 0 27 15,-7-2 20-15,2-3 94 0,0-2 6 0,2-1 48 0,-2 1-38 16,1-3 71-16,-3 3 31 0,1-4 48 0,0 1 59 16,-3-1 76-16,-1 1 45 0,0 1 69 0,-1-3 12 15,-1 4 77-15,2-3 22 0,-3 3 7 0,1 0 21 16,-3 0 8-16,3 0 33 0,-3 8-34 0,2-12-2 16,-2 12-33-16,1-9-36 0,-1 9-55 0,3-8-30 15,-3 8-29-15,1-4-26 0,-1 4-17 0,0 0-16 16,7-4-9-16,-7 4-11 0,0 0-7 0,15 3-7 0,-7-1-8 15,-8-2-9-15,15 7 6 0,-5-3-4 0,3 1-5 16,2 2-3-16,-1-3 19 0,2 1-26 0,-3 2-15 16,0 0 31-16,-1 0-27 0,0 2 18 15,-2-1-23-15,-1 2 26 0,-4-2-40 0,-1 2-27 0,-3-1-52 16,-1 2-64-16,-4 3-51 0,-4 1-72 0,-3 2-82 16,-7 4-128-16,-4-3-89 0,-7 7-367 0,-3-3-546 15</inkml:trace>
  <inkml:trace contextRef="#ctx0" brushRef="#br0" timeOffset="176142.6">572 4925 141 0,'0'0'377'0,"-7"5"-62"0,7-5-66 0,-7 5 2 15,7-5-21-15,-6 6-13 0,6-6-17 0,-7 4-35 0,7-4 2 16,-4 4-32-16,4-4-15 0,0 0-11 0,0 0 17 16,0 0-23-16,3 8 36 0,-3-8-3 0,14 0-1 15,-1-3-1-15,2 0 13 0,8-1-30 0,6-3 12 16,6-1-34-16,10-3 7 0,2-1-30 0,7-1-13 16,7-1 14-16,3-1-34 0,1 3 16 0,-1-1-31 15,0 1 14-15,-9 3-30 0,0-1 24 0,-3 1-26 0,2 2 20 16,-6 0-24-16,2 2 21 0,-5-3-25 0,-6 6 29 15,-3-3-20-15,0 0 33 0,-8 3-15 0,0-1 40 16,-1 1-18-16,-6-1 28 0,-1 2-4 0,-1-1 13 16,-2 1-2-16,-2-2-3 0,-3 3-6 0,-1-1 1 15,2-1-1-15,-3 1-7 0,0-1-2 0,-10 2 10 16,17-1-28-16,-17 1-3 0,14-2-10 0,-14 2-4 0,14-1-5 16,-14 1-5-16,9-1-15 0,-9 1 10 0,0 0-3 15,14-1-2-15,-14 1-10 0,0 0-10 0,10-2-7 16,-10 2-40-16,0 0-44 0,0 0-51 0,13-1-83 15,-13 1-50-15,0 0-76 0,0 0-103 0,5 3-104 16,-5-3-522-16,0 0-708 0</inkml:trace>
  <inkml:trace contextRef="#ctx0" brushRef="#br0" timeOffset="187390.58">19888 805 565 0,'0'0'424'0,"0"0"-15"0,0 0-132 16,0 0 11-16,-11 0-95 0,11 0 20 0,0 0-93 15,0 0 28-15,-11 1-60 0,11-1 1 0,-5 6-19 16,5-6 23-16,-7 7-46 0,7-7 31 0,-5 9-43 15,5-9 29-15,-5 8-36 0,5-8 19 0,-2 10-28 16,2-10 27-16,-2 7-37 0,2-7 31 0,-1 7-33 16,1-7 30-16,0 0-30 0,1 8 23 0,-1-8-25 15,0 0 25-15,3 9-28 0,-3-9 28 0,0 0-25 16,10 4 21-16,-10-4-25 0,0 0 25 0,10-3-31 16,-10 3 25-16,11-1-22 0,-11 1 22 0,9-7-23 15,-9 7 21-15,7-5-18 0,-3 0 28 0,-4 5-18 16,6-9 24-16,-2 3 2 0,-1 1 27 0,-3 5-10 15,1-9 22-15,-1 9 2 0,0-12 1 0,0 12-3 16,-1-10-4-16,1 10-9 0,-3-9-11 0,-1 3-3 16,4 6-10-16,-8-9-6 0,8 9-10 0,-9-5-2 15,9 5-6-15,-13-4-9 0,13 4 8 0,-14 0-6 16,14 0-6-16,-14 2 1 0,5 3 2 0,1 0-2 0,2-1-5 16,-1 2 5-16,0 1-5 0,0-2 8 0,2 2-6 15,3-1 3-15,-2-1-4 0,1 3-4 16,3-8-3-16,0 12 3 0,0-12-13 0,3 12 3 0,-1-7-15 15,2-2 8-15,-4-3-20 0,10 9 11 0,-10-9-22 16,16 4 13-16,-16-4-17 0,14 2 22 0,-14-2-12 16,16 0 24-16,-16 0-9 0,16-2 26 0,-16 2-13 15,14-6 14-15,-8 2-8 0,-1 0 20 0,2 0-10 16,-1-2 28-16,-4 0 0 0,1 0 19 0,1 0-3 16,-3-2 11-16,-1 1 4 0,0 0 7 0,0-1-4 15,-1 0 0-15,-3 0 0 0,3 0-1 0,-3 0-6 16,1 2-1-16,-3-2-9 0,2 1-10 0,-1 3-9 15,1-1-5-15,4 5-4 0,-9-3-9 0,9 3-3 16,-12-2 5-16,12 2-5 0,-11 3 2 0,4 3 0 16,-1-1-1-16,4 0-5 0,-1 1-7 0,1-2 3 15,3 2-1-15,-2 2-9 0,2-3-2 0,1-5-12 16,0 15 5-16,0-15-12 0,3 10 10 0,-3-10-8 16,5 11 2-16,-5-11-12 0,6 8-2 0,-6-8-26 0,7 7-5 15,-7-7-33-15,7 7 1 0,-7-7-62 0,8 1 11 16,-8-1-53-16,0 0 30 0,10 2-82 15,-10-2-18-15,0 0-66 0,0 0-35 0,12 0-265 16,-12 0-162-16</inkml:trace>
  <inkml:trace contextRef="#ctx0" brushRef="#br0" timeOffset="189456.42">19816 785 175 0,'0'0'369'0,"0"0"-84"0,0 0 8 16,0 0-63-16,0 0 15 0,0 0-74 16,0 0 34-16,0 0-74 0,0 0 36 0,0 0-65 15,0 0 49-15,0 0-64 0,0 0 49 0,0 0-24 0,0 0 39 16,-5-4-22-16,5 4 24 0,0 0-20 0,0 0 14 15,0 0-18-15,0 0 11 0,0 0-16 16,0 0-1-16,0 0 2 0,0 0-7 0,0 0-8 16,0 0-5-16,-9 4-16 0,9-4 7 0,0 0 5 0,0 0-16 15,0 0 3-15,0 0-2 0,0 0-3 0,-6 3-8 16,6-3 1-16,0 0-14 0,0 0-6 0,0 0-4 16,0 0-4-16,-9 2-16 0,9-2-5 0,0 0-8 15,0 0-4-15,0 0-3 0,-17 0-8 0,17 0-1 16,0 0-4-16,-13 0 1 0,13 0 10 0,-11-2-11 15,11 2-1-15,-13 0 4 0,13 0-2 0,-13-5 0 16,13 5 1-16,-14 0 4 0,14 0-3 0,-15-2-5 16,15 2 1-16,-17-1 0 0,17 1 2 0,-18-3 0 15,18 3 3-15,-16-1-6 0,16 1 2 0,-19 0 0 16,19 0-1-16,-17-3 1 0,17 3-2 0,-22 0 10 16,22 0-14-16,-21 0 6 0,21 0 1 0,-22 0-3 15,22 0 4-15,-23 0 1 0,10 0 4 0,3 0-7 16,10 0 4-16,-23 0 0 0,11 0-6 0,12 0-1 0,-21 3 1 15,9-3 9-15,12 0-9 0,-23 0 1 0,23 0 1 16,-18 0 0-16,18 0-2 0,-18 1 1 16,18-1 8-16,-19 0-9 0,19 0 2 0,-18 1 0 15,18-1 2-15,-18 2 1 0,18-2 0 0,-18 0 26 0,18 0-31 16,-19 1-2-16,19-1 3 0,-21 0-3 0,9-1 3 16,2 1 1-16,10 0 4 0,-25-2-1 0,14 1-1 15,0 1-2-15,-1-1 4 0,-2 1-2 0,1-3 0 16,2 3 2-16,-2-2-2 0,-1 2 2 0,0-2-3 15,2 2-1-15,-3-2 0 0,1 1 8 0,0-1-7 16,0 0-2-16,-1 1 1 0,-1-1 0 0,2-1 1 16,-1 2-1-16,1-1 13 0,0 1-13 0,-2-1-2 15,2 1 5-15,-1-2-4 0,1 2-1 0,-1 0 1 16,-1 1-3-16,2-2 7 0,-1 0-2 0,0 1 5 16,-1 0 1-16,2-2-3 0,-1 2-5 0,0 0 6 15,0 0-4-15,0 0-3 0,2 1 3 0,-3-3-1 16,2 2 8-16,-2 1-8 0,2-2 12 0,0 1-2 15,-1-2-13-15,1 2 1 0,-3-3 2 0,2 4-1 0,-1-1-3 16,1 1 34-16,1-2-36 0,-1 2 1 16,-2-1 2-16,4 1 1 0,-5-2-3 0,4 2 3 15,-2 0 3-15,2-2-4 0,-4 1 8 0,0 1-5 16,1-1 3-16,0-1-3 0,1 1 1 0,0 1-2 0,0-1 2 16,0 0-1-16,0 1 0 0,2-2 8 0,-1 1-13 15,0 1 18-15,-1 0-13 0,2 0 1 16,0-2-2-16,-1 1-1 0,2 1 2 0,-5-1-1 0,7 1 13 15,-5-1-16-15,3 1 6 0,0-2-5 0,0 1 5 16,0 0-1-16,-1 1 4 0,0-1-8 0,-2-1 7 16,2 2-6-16,-1-1 0 0,1 0-1 0,-1 1 4 15,-1-1-1-15,1 1 7 0,2 0-9 0,-1-2 2 16,-1 2 1-16,0 0 0 0,2 0 0 0,-3 0 0 16,4 0 32-16,-5 0-37 0,4-3-2 0,0 3 4 15,-1 0-1-15,3 0 1 0,-3 0 1 0,2 0 0 16,12 0 5-16,-24-1-6 0,24 1 1 0,-23 0 0 15,23 0 1-15,-19-1 0 0,19 1 0 0,-19 0-1 16,19 0 4-16,-16 0-3 0,16 0 1 0,-18 0 8 16,18 0-6-16,-12-2 0 0,12 2-2 0,-14-1 5 15,14 1-1-15,0 0-2 0,-16-1 11 0,16 1-8 16,0 0-3-16,-15 0 0 0,15 0-5 0,0 0 1 0,-13-1 4 16,13 1 3-16,0 0-1 0,-10-2 3 0,10 2 12 15,0 0-3-15,0 0 3 0,-10 0 10 0,10 0-10 16,0 0-3-16,0 0 1 0,0 0 1 15,0 0-3-15,-7-5 0 0,7 5-2 0,0 0-4 0,0 0-7 16,0 0-2-16,0 0-2 0,0 0-6 0,0 0 2 16,3-9 1-16,-3 9-18 0,10-10 1 0,-2 5-10 15,2-2 1-15,0-3 2 0,3 3 36 0,0-3-28 16,0 1 24-16,3 0-51 0,0-2 38 0,0 0-32 16,3 0 32-16,-2 0-33 0,1 0 34 0,-2-1-26 15,4 2 31-15,-5-2-2 0,2 3 4 0,-3 0-1 16,-2 1 1-16,-1 3-1 0,1-3 9 0,-3 4-9 15,-2-2 1-15,-1 1 1 0,3 0 2 0,-4 2-3 16,-5 3 2-16,9-7 9 0,-9 7-12 0,9-6-3 16,-9 6-1-16,8-4-1 0,-8 4-3 0,6-4 2 15,-6 4 5-15,0 0-8 0,6-3-5 0,-6 3 4 16,0 0 4-16,6-3-2 0,-6 3 1 0,0 0 5 16,0 0-5-16,0 0-1 0,0 0 2 0,6-5 20 0,-6 5-21 15,0 0-3-15,0 0 12 0,0 0-8 16,0 0-1-16,0 0 8 0,-6 8 2 0,-1-5-3 15,2 2 3-15,-1 0 3 0,-4 3-3 0,1 0-21 16,-2 0 25-16,-1 1-20 0,0-1 22 0,-2 1-25 0,0 3 34 16,-3-2-26-16,3 2 24 0,-5 0-21 0,4 0 2 15,-4 2 9-15,1-2 0 0,-5 2 10 16,1 1-7-16,-1-1 2 0,2 1 1 0,1-3 3 0,1 0-5 16,1-2 1-16,-2 2 16 0,2 0-20 0,-3-2 3 15,3 2-3-15,2-2 1 0,-1 0-3 0,0 0 0 16,2-1 0-16,4-1 2 0,-3-1 1 0,2 0-2 15,2 0-3-15,-2-2 1 0,5 0 2 0,0 0 2 16,-1-1 4-16,1-1-2 0,7-3 5 0,-10 6-1 16,10-6 0-16,-8 6 0 0,8-6-5 0,-9 5 1 15,9-5-2-15,-6 2 3 0,6-2 2 0,0 0-6 16,-8 5 5-16,8-5-7 0,0 0-1 0,0 0 3 16,-6 5 1-16,6-5-2 0,0 0 1 0,0 0 8 15,0 0-8-15,-8 2 2 0,8-2-4 0,0 0 6 0,0 0-5 16,0 0-5-16,0 0 11 0,0 0-9 15,0 0 2-15,0 0-2 0,0 0 2 0,0 0 0 16,0 0-4-16,0 0 11 0,-6 4-9 0,6-4 0 16,0 0 2-16,0 0 0 0,0 0-3 0,0 0 2 0,0 0 5 15,0 0-9-15,0 0-2 0,0 0 3 16,0 0 0-16,0 0 1 0,0 0-3 0,0 0 8 16,0 0-8-16,0 0-4 0,0 0 3 0,0 0-4 0,0 0 1 15,0 0 8-15,0 0 20 0,16-1-21 0,-16 1-3 16,20 1-3-16,-8-1 8 0,4 1-15 0,4 1 15 15,0-2-1-15,6 1 0 0,2 0 1 0,-1 2-2 16,4 0-1-16,3 2-2 0,-2-1 7 0,5 1 0 16,-4 0-2-16,-1 0 3 0,-4-1-2 0,-1 0-5 15,1 1 1-15,-6-1 4 0,1 1-5 0,-4-2-2 16,-2-1 3-16,-3 1-1 0,-3 0 1 0,1 0 2 16,-2-2 11-16,-1 1-4 0,-9-2 6 0,17 4 4 15,-17-4 4-15,11 2 11 0,-11-2 16 0,12 3 1 16,-12-3 7-16,0 0-1 0,11 4 5 0,-11-4-8 15,0 0-8-15,9 3-10 0,-9-3-6 0,0 0-5 16,0 0-5-16,10 1-2 0,-10-1-4 0,0 0-19 16,0 0-39-16,0 0-41 0,12 2-41 0,-12-2-69 15,0 0-84-15,0 0-94 0,0 0-93 0,10 1 36 0,-10-1-94 16,7 6-116-16,-7-6-309 0,10 7-533 16</inkml:trace>
  <inkml:trace contextRef="#ctx0" brushRef="#br0" timeOffset="-195145.66">16324 2559 41 0,'0'0'421'16,"0"0"-65"-16,0 0-114 0,6 5 4 0,-6-5-86 15,0 0 16-15,0 0-50 0,0 0 2 0,0 0-50 16,0 0 33-16,4 6-36 0,-4-6 26 16,0 0-25-16,0 0 1 0,0 0-1 0,0 0-4 0,0 0-3 15,0 0-7-15,0 0-5 0,0 0-7 0,0 0-4 16,0 0 3-16,0 0-6 0,3 4-4 0,-3-4-3 16,0 0-2-16,0 0-11 0,0 0-3 0,0 0-13 15,0 0 12-15,0 0-9 0,0 0 3 0,0 0-20 16,0 0 16-16,0 0-18 0,0 0 20 0,0 0-13 15,0 0 11-15,0 0-11 0,0 0 9 0,0 0-1 16,0 0 5-16,0 0-22 0,0 0 14 0,0 0 1 16,0 0-13-16,0 0 14 0,0 0-13 0,0 0 13 15,0 0-12-15,0 0 16 0,0 0-19 0,0 0 16 16,0 0-10-16,0 0 8 0,0 0-9 0,0 0 12 16,0 0-19-16,0 0 18 0,0 0-22 0,0 0 27 0,0 0-16 15,0 0 14-15,0 0-17 0,0 0 15 16,0 0-14-16,0 0 11 0,0 0-8 0,0 0 16 15,0 0-16-15,0 0 8 0,0 0-10 0,0 0 15 16,0 0-24-16,0 0 23 0,0 0-15 0,0 0 14 16,0 0-11-16,0 0 12 0,0 0-12 0,0 0 10 15,0 0-12-15,0 0 17 0,0 0-15 0,0 0 12 16,0 0-14-16,0 0 18 0,0 0-25 0,0 0 20 0,0 0-7 16,0 0 13-16,0 0-13 0,0 0 11 0,0 0-13 15,0 0 21-15,0 0-30 0,0 0 25 16,0 0-16-16,0 0 15 0,0 0-12 0,0 0 11 15,0 0-16-15,0 0 22 0,0 0-24 0,0 0 6 16,0 0 22-16,0 0-23 0,0 0 16 0,0 0-12 0,0 0 8 16,0 0-23-16,0 0 27 0,0 0-20 0,0 0 21 15,0 0-18-15,0 0 14 0,0 0-13 0,0 0 8 16,0 0-10-16,0 0 8 0,0 0-11 16,0 0 13-16,0 0-12 0,0 0 11 0,0 0-15 0,0 0 16 15,0 0-23-15,0 0 24 0,0 0-22 0,0 0 16 16,0 0-23-16,0 0 18 0,0 0-23 0,0 0 18 15,0 0-11-15,0 0 11 0,0 0-11 0,0 0 8 16,0 0-12-16,0 0 1 0,0 0-3 0,0 0-9 16,0 0-19-16,0 0-11 0,0 0 2 0,0 0-43 15,0 0 26-15,0 0-59 0,0 0 29 0,0 0-62 16,0 0 13-16,0 0-38 0,0 0 62 0,0 0-42 16,6 6 42-16,-6-6-8 0,0 0-5 0,13 2-33 15,-13-2-146-15,14 0 213 0</inkml:trace>
  <inkml:trace contextRef="#ctx0" brushRef="#br0" timeOffset="-189346.75">10395 8592 156 0,'0'0'357'0,"0"0"-62"0,5-6-21 0,-5 6-39 16,2-6-31-16,-2 6-5 0,0 0-33 0,5-6 13 15,-5 6-46-15,6-5 38 0,-6 5-61 0,5-6 3 16,-5 6 44-16,5-6-62 0,-5 6 48 0,6-4-53 16,-6 4 45-16,5-5-47 0,-5 5 42 0,4-3-53 0,-4 3 48 15,0 0-55-15,7-7 52 0,-7 7-56 16,0 0 43-16,6-3-57 0,-6 3 50 0,0 0-56 0,0 0 51 15,9-4-49-15,-9 4 49 0,0 0-46 0,0 0 55 16,0 0-42-16,0 0 4 0,0 0 7 16,0 0 2-16,0 0-1 0,0 0 2 0,0 0-7 0,0 0-2 15,0 0-4-15,0 0-5 0,0 0-8 0,0 0 3 16,0 0 5-16,0 0-8 0,-5 7-10 0,5-7-7 16,-10 8-5-16,3-1 6 0,-1-3-15 0,-2 3-1 15,0 0-4-15,0-2-5 0,-4 3-2 0,3-3 1 16,-2 0-4-16,1 2 2 0,-1 0-4 0,-1-1-4 15,4-2-1-15,-3 1-1 0,4-1 7 0,-2 0-6 16,1 0-4-16,-1-2-3 0,2 2 4 0,-1-1-1 16,10-3 2-16,-13 5-1 0,13-5 3 0,-15 3 0 15,15-3-1-15,-10 4 0 0,10-4 1 0,-12 3 6 16,12-3-4-16,-9 2-4 0,9-2-1 0,-7 3 1 16,7-3 3-16,0 0-1 0,-9 1 0 0,9-1-2 0,0 0 4 15,0 0-5-15,-12 4 3 0,12-4-4 16,0 0 2-16,0 0 8 0,0 0-12 0,0 0 4 0,-7 2-2 15,7-2 2-15,0 0 0 0,0 0 1 0,0 0 5 16,0 0-2-16,0 0-7 0,0 0 3 16,-8 3 0-16,8-3 1 0,0 0 9 0,0 0-12 0,0 0-3 15,0 0 8-15,0 0-2 0,0 0 2 0,0 0-1 16,0 0 6-16,0 0-5 0,0 0-5 0,0 0 4 16,0 0-1-16,0 0 0 0,0 0-2 0,0 0 3 15,0 0 4-15,0 0-6 0,0 0 1 0,0 0-1 16,0 0 0-16,0 0 9 0,0 0-8 0,0 0 0 15,0 0-2-15,0 0 1 0,0 0 1 0,0 0 0 16,0 0 8-16,0 0-7 0,0 0-4 0,0 0 2 16,0 0-1-16,0 0-3 0,0 0 3 0,0 0-6 15,0 0-1-15,-5 4 4 0,5-4-1 0,0 0 3 16,2 8 3-16,-2-8 6 0,2 10-1 0,-2-10-6 16,2 11 2-16,1-4 1 0,-2 1-2 0,0-1 2 15,2 2-1-15,-2-1 3 0,0-1-2 0,1 0 0 16,-1 1 0-16,0 1 0 0,2-4 7 0,-3 4-51 0,1-3 54 15,0 0-54-15,-1-6 59 0,3 11-52 0,-3-11 59 16,0 10-54-16,0-10 58 0,1 9-60 0,-1-9 57 16,1 7-54-16,-1-7 55 0,0 0-54 15,2 8 55-15,-2-8-53 0,0 0 56 0,0 0-59 0,0 0 57 16,0 0-6-16,0 0 12 0,9-3-65 0,-9 3 49 16,5-5-3-16,-1 0-1 0,2-2-3 0,-1-1 4 15,0 2-10-15,3-4-2 0,-3 3 2 0,4-1-1 16,0-1 0-16,0 1 1 0,-4 0 4 0,6 0-3 15,0 0-4-15,0 1-2 0,-2 1 1 0,1 0 3 16,2 1-1-16,-2 2-1 0,2 1 7 0,0-2-5 16,-2 4-2-16,2 0-1 0,1 2-1 0,-3 1 4 15,4 1 0-15,-2-1-5 0,-1 5-1 0,2-1 2 16,-3 2-1-16,-1 0 2 0,2 1 1 0,-2 1 6 16,-1-1-6-16,1 2-1 0,-3 1 2 0,1 2 0 15,-3-3 10-15,0 2-61 0,-2 1 64 0,2-1-58 16,-4-1 66-16,0 2-57 0,-4-1 61 0,3 2-60 0,-3 0 66 15,-1-2-62-15,-3 2 60 0,-3 1-59 0,-1 0 60 16,1-2-56-16,-3-1 58 0,-2 1-61 16,1-3 61-16,-2 1-59 0,1-4 66 0,-1 3-64 15,-2-6 68-15,1 2-69 0,3-1 62 0,-2-4-63 0,2 2 63 16,-2-1-68-16,2-2 74 0,0 1-70 0,2-2 63 16,-1-1-66-16,1 0 60 0,0 0-61 0,13 0 54 15,-23-1-64-15,12-1 48 0,2 0-76 0,0 1 17 16,-1-3-75-16,2 1-16 0,0 0-67 0,8 3-67 15,-13-6-44-15,13 6-108 0,-11-8-82 0,11 8-566 16,-8-9-694-16</inkml:trace>
  <inkml:trace contextRef="#ctx0" brushRef="#br0" timeOffset="-188580.82">10535 5446 123 0,'-4'-8'342'0,"3"0"-38"0,-2 2-52 0,2-1 37 16,-1-1-63-16,-1 2-4 0,-2-1-4 0,4 2-4 15,-2-1 12-15,1 1-22 0,2 5 5 0,-5-11 1 16,5 11 1-16,-4-6-11 0,4 6-24 0,-5-7-28 15,5 7-24-15,0 0-19 0,-7-5-15 0,7 5 1 16,-7 7 12-16,3 1 4 0,1 4-2 0,-3 2-8 16,1 6-17-16,-3 4 6 0,2-2-16 0,-1 5-12 15,2 2 18-15,-1 2-4 0,-2-2-5 0,3 1 1 16,0-2-10-16,0-1 3 0,1-3-36 0,0 0 35 16,-1-1-37-16,1 1 21 0,-1-2-37 0,1-2 36 0,3-2-47 15,-3 0 1-15,3-2 3 0,-2 0 0 16,1-4 5-16,-1 0-13 0,2 0-11 0,-2 0-20 15,2-2-27-15,0 0 2 0,0 1-102 0,-1-3-25 0,1 1-109 16,1 0-30-16,-1 0-82 0,-1-1-78 0,1 1-89 16,0 0-310-16,-2 1-449 0</inkml:trace>
  <inkml:trace contextRef="#ctx0" brushRef="#br0" timeOffset="-187997.05">10238 7057 357 0,'0'0'400'0,"-3"-7"-40"0,3 7-56 0,-1-10 4 0,1 10-75 16,-2-9 44-16,4 1-76 0,-1 1 20 0,2-1-67 15,-1-1 30-15,2 1-63 0,2-1 36 0,-2 1-45 16,4-1 42-16,1 0-33 0,2-1 36 0,-1 3-79 16,2 0 27-16,2 2-56 0,0 2 42 0,0 0-57 15,0 3 41-15,1 0-56 0,2 3 42 0,1 1-58 16,-4 2 45-16,3 1-54 0,-2 5 44 0,2 0-49 15,-6 1 11-15,2 1 62 0,-4 3-43 0,-1-1 0 16,-1 4-3-16,-4-3-2 0,-1 4-2 0,-3-1-7 16,-3 4-44-16,-1-2 51 0,-1 1-43 0,-5 4 50 15,1-4-48-15,-4 0 60 0,0-1-48 0,-1-2 54 16,1-3-36-16,-2-1 68 0,2-2-44 0,-2-1 23 16,-1-3-3-16,2 2 7 0,1-4 4 0,0 0 6 15,1-3 2-15,0 0 1 0,4-1 3 0,0 0-3 0,-1 0-5 16,2-1-8-16,8-3-13 0,-11 5-2 15,11-5-15-15,-10 2-6 0,10-2-4 0,0 0-3 16,0 0 0-16,0 0-3 0,0 0 3 0,0 0-2 0,19-2-10 16,-9 2 2-16,4 0-3 0,0-3-7 0,4 2 1 15,1 0-9-15,0-1-2 0,3 1 4 0,0 0-2 16,0-2-5-16,-1 3-11 0,1 0 47 0,-3-1-62 16,3-1 21-16,-2 2-77 0,-3 0 14 0,-2 0-79 15,1 0 3-15,-2 3-88 0,-3-3-4 0,2 3-67 16,-4-1-41-16,0 2-31 0,0 1-152 0,-3 1-242 15,2 0-317-15</inkml:trace>
  <inkml:trace contextRef="#ctx0" brushRef="#br0" timeOffset="-187330.06">9903 9916 6 0,'1'-12'574'16,"0"2"-162"-16,2 1-63 0,-2 2-27 0,0 0-28 15,2 0-23-15,-2 0-34 0,-1 7-16 0,3-10-7 16,-3 10-13-16,1-8-8 0,-1 8-9 0,0 0-2 16,4-6 2-16,-4 6-7 0,0 0-14 0,4 10-41 0,-3-4 15 15,-1 4-49-15,1 0 16 0,-2 2-45 0,1 2 21 16,0 3-16-16,-3 2-6 0,2 1-15 16,0 2-10-16,-3 2-6 0,1-2-4 0,1 2-3 15,-2-2-5-15,-1-1-5 0,5-1 2 0,-3-3 3 0,2 0-4 16,-1-1-2-16,-1-1 2 0,2-2 0 0,1-2-11 15,-2 0-3-15,4-1 2 0,-1-2 4 0,2-3 5 16,0 2 1-16,4-2 17 0,2-2-15 0,-9-3 0 16,19 1 2-16,-6-3 2 0,1-1 1 0,1-2 2 15,3-1-12-15,1-1-40 0,0 0 51 0,2-1-3 16,-1 1-5-16,1 0-2 0,-3-1 7 0,-1 1-9 16,0 2-1-16,0-1 2 0,-3 3-3 0,1-2 5 15,-2 1-7-15,-1 1-2 0,0 1 1 0,-3-1-5 16,-9 3-6-16,19 0-19 0,-19 0-12 0,17 2-18 0,-17-2-34 15,13 5-33-15,-13-5-42 0,11 6-44 16,-11-6-50-16,8 6-63 0,-8-6-20 0,4 6-51 16,-4-6-21-16,0 0-469 0,1 9-445 0</inkml:trace>
  <inkml:trace contextRef="#ctx0" brushRef="#br0" timeOffset="-187063.96">10197 9965 353 0,'-3'-9'610'0,"-1"3"-159"16,4 6-37-16,-4-11-33 0,4 11-40 0,-5-7-28 16,5 7-35-16,-2-6-12 0,2 6-42 0,0 0 5 15,0 0-52-15,0 0 24 0,-4 6-57 0,4-6 26 16,1 16-49-16,1-5 39 0,0 3-62 0,3 2 50 16,-2 4-60-16,2 2 41 0,-1 2-76 0,1-1 51 15,1 7-74-15,-2 0 57 0,2-1-84 0,1 2 58 16,-3-5-67-16,1 3 59 0,-1-3-68 0,-2-3 59 15,2 1-68-15,2-1 62 0,-3 0-74 0,-2-5-17 16,3-1 24-16,-3-1-83 0,2 0-11 0,-2-1-74 16,2-2-44-16,-1-2-60 0,0-1-92 0,-1 0-20 15,0-1-143-15,0 2-464 0,2-3-629 0</inkml:trace>
  <inkml:trace contextRef="#ctx0" brushRef="#br0" timeOffset="-186563.81">9772 12104 612 0,'0'0'439'0,"2"6"-85"0,-2-6-44 16,2 11-23-16,2-2-18 0,0 2-30 16,1 2-17-16,3 1-12 0,-2 0 40 0,0 1-67 0,2 1 37 15,-2-1-67-15,2 0 38 0,-1-1-62 0,-1-2 32 16,-1 0-72-16,4-2 29 0,-4-1-69 0,3-4 53 16,0 2-34-16,2-5 3 0,0-1-1 0,0-2-13 15,3-1-9-15,1-5-10 0,1 1-8 0,3-5-37 16,5-4 34-16,0 0-35 0,0-3 31 0,5-6-42 15,0 1 21-15,-1 0-73 0,1-4-64 0,1 0-30 16,-4-1-137-16,2 1-62 0,-3-3-68 0,-1-1-61 16,0 0-454-16,-1-3-530 0</inkml:trace>
  <inkml:trace contextRef="#ctx0" brushRef="#br0" timeOffset="-184464.12">10926 5039 4 0,'0'0'362'0,"0"0"-90"0,0-8-27 16,0 8-10-16,0 0-20 0,0 0-17 0,0-8-11 0,0 8-11 15,0 0-51-15,0 0 25 0,0 0-57 0,0 0 28 16,-2-6-57-16,2 6 23 0,0 0-51 0,0 0 57 16,0 0-31-16,-3 10 42 0,3-10-21 0,-1 9 23 15,-2-1-27-15,3 0 19 0,-2 1-34 0,-1 0 19 16,2 3-24-16,0-2 5 0,-1 2 2 0,1 2 15 16,1-2-1-16,0 3-1 0,-2 0-1 0,2 2-5 15,-2 2-2-15,2-1-6 0,-1 1 3 0,1 1-8 16,0 1-4-16,0 2 4 0,0 2 0 0,1 1-5 15,-1-1-6-15,0 2-2 0,0-1 1 0,2 2-2 16,-2 0-6-16,0 1-1 0,0 0 1 0,1 1-4 16,-1-2-4-16,1 6-3 0,-1-3 2 0,0 3-37 15,0-6 46-15,0 2-44 0,0 0 49 0,0 3-43 16,0-2 6-16,1 2 45 0,1 0-46 0,-2-1 47 16,1 3-49-16,-1-2 49 0,1-6-40 0,2 8 42 0,-1-2-46 15,-2-1 44-15,3 1-48 0,-2 1 37 16,3 0-43-16,-1-2 40 0,-1 0-41 0,1 2 41 15,1-1-43-15,-2-2 0 0,3 2 12 0,-1-1-6 0,-2-2 2 16,2 2 3-16,0-1-39 0,0 1 58 0,1-1-45 16,-2 0 44-16,3 0-47 0,-2 1 50 0,1-2-1 15,-1 1-7-15,0 0-1 0,2-1 1 0,-2 0-6 16,2 1 0-16,-3 0 0 0,-1 0 0 0,2 0 1 16,-1-2-4-16,1 3-4 0,-2-1 2 0,1-2-2 15,-2 0-2-15,4-2-47 0,-2 3 65 0,-1-4-52 16,-1 3 47-16,2-2-50 0,0 1 58 0,-1-2-55 15,1 2 10-15,-1-2 53 0,2 1-58 0,-1-1 57 16,-1 1-57-16,2 1 58 0,0-2-59 0,-3 0 63 16,3 0-65-16,-1 2 57 0,-1-2-9 0,2 1 1 15,-1-1-1-15,-1-1-7 0,3 1-4 0,-4 0-3 16,3-1 1-16,-3 0-1 0,2 1-3 0,0-2 0 16,-1 2 0-16,0-1-53 0,0 1 63 0,-1-1-58 0,2-1 65 15,-3 1-57-15,3 1 65 0,-2-2-64 16,0 0 61-16,0 0-57 0,2 0 6 0,-2 0 5 15,-1 1 4-15,0 1 12 0,1-4-2 0,1 2 50 0,-2 0-64 16,0 1 57-16,0 0-56 0,1-2 61 0,-1 1-68 16,0-1 61-16,0-2-62 0,0 4 58 0,0-4-60 15,0 5 60-15,0-5-41 0,0 4 37 0,1-1-60 16,-1 1 64-16,0-1-61 0,-1-1 58 0,1-1-50 16,1 3 49-16,-1-4-58 0,0 2 60 0,0-1-61 15,0-1 62-15,0 2-60 0,0-2 61 0,0 0-63 16,-1 1 9-16,1-2 1 0,0 2 8 0,-1 4 4 15,1-4 2-15,0 0 8 0,-2 1-6 0,1-1 0 16,1 2 0-16,-1-4 59 0,-2 0-69 0,2-1 60 16,1 3-65-16,-1-3 60 0,0 1-64 0,-1 1 60 15,1-1-61-15,1 1 64 0,-1-1-72 0,1 0 67 16,-2 1-45-16,1-3 52 0,1 2-74 0,-1 0 60 16,1-1-60-16,-1 1 62 0,1-1-58 0,-2-1 59 0,2 3-61 15,-1-2 63-15,0 0-56 0,-1 0 55 0,1 1-63 16,1-1 63-16,-1 0-63 0,-2 0 61 15,3 1-60-15,-1-3 6 0,0 3 14 0,-2-3-5 0,1 2 3 16,-1-1 5-16,3 0 0 0,-2-1 3 0,-1 2 11 16,2 0-13-16,-2-2 5 0,1 1 0 0,-1-1 1 15,2 0-1-15,-2 2 3 0,2-1 20 0,-2-2 30 16,2 2-65-16,-4-2 58 0,4 2-65 0,0-1 67 16,-1 0-73-16,0-1 67 0,-1 3-67 0,2-2 61 15,-1 0-64-15,1-3 66 0,0 3-66 0,0 0 63 16,-2 0-63-16,3 0 63 0,-1-1-63 0,-1-1 65 15,1 2-56-15,0 0 54 0,0-1-63 0,1 0 65 16,-2 1-65-16,1 0 65 0,1-1-57 0,-1 1 63 16,1-1-72-16,-3 0 66 0,2 1-65 0,1-3 9 15,-1 3 5-15,1 0 14 0,-1 0-5 0,1 0 4 16,-2-2 5-16,1 0 3 0,1 1 5 0,-1-2 4 0,1 1-9 16,0-1 2-16,-2 0-1 0,1-1-4 0,1 2 8 15,0-1-7-15,-1 0 0 0,1-1 1 16,0 1 2-16,0-2-2 0,-1 1 0 0,1 2-3 15,-2-1 10-15,1 0 46 0,0-2-68 0,-1 3 56 0,1-3-61 16,1 2 63-16,-1 1-62 0,-1-2 51 0,1 1-62 16,1 0 62-16,-2 1-63 0,-2 1 60 0,3 0-59 15,-2 0 48-15,3-2-46 0,-2 1 58 0,-1 1-62 16,0-1 62-16,2 1-57 0,-1-2 53 0,-1 2-56 16,2-1 58-16,-2-1-60 0,2 1 63 0,0-3-54 15,-1 2 58-15,0-1-65 0,-2-1 61 0,3 0-61 16,-2 2 61-16,3-2-59 0,-2 0 64 0,0 1-61 15,1-1 55-15,0 1-61 0,-2 0 58 0,3-2-58 16,-2 2 62-16,0 0-55 0,1-3 51 0,0 4-61 0,-2-2 62 16,3-2-62-16,-1 2 8 0,0 0 5 15,-1 0 11-15,1-2-8 0,1 1 6 0,-2-1 1 16,0 2 2-16,1-2 7 0,1 1 2 0,-1 0-7 0,0 0 2 16,1-1 1-16,-2 1 3 0,2-1 6 0,-1 2-5 15,1-3 51-15,0 1-60 0,0 1 50 16,-1-3-56-16,1 2 51 0,0-2-57 0,0 0 52 0,-2 1-52 15,2-1 56-15,0 0-59 0,-1-1 57 0,1 0-49 16,1 0 47-16,-2 1-52 0,1-1 59 0,1 1-54 16,-1-8 53-16,0 13-52 0,2-5 49 0,-2 0-48 15,0-8 43-15,0 12-51 0,0-5 46 0,0-7-46 16,0 12 49-16,0-12-50 0,0 12 51 0,0-12-58 16,0 9 53-16,0-9-54 0,0 10 55 0,0-10-57 15,0 7 53-15,0-7-52 0,0 0 46 0,0 9-65 16,0-9 37-16,0 0-68 0,0 0 17 0,-3 8-94 15,3-8-24-15,0 0-82 0,0 0-98 0,-4-6-106 16,4 6-61-16,-6-8-184 0,3 1-398 0,-3-1-724 16</inkml:trace>
  <inkml:trace contextRef="#ctx0" brushRef="#br0" timeOffset="-182897.16">19738 2503 377 0,'0'0'484'0,"0"0"-67"0,0 0-61 15,-11-2-25-15,11 2-52 0,0 0-20 0,0 0-44 16,0 0-20-16,0 0-50 0,0 0-3 0,-14 2-18 16,14-2 13-16,-3 10-16 0,3-10 19 0,0 14-27 15,0-6 12-15,1 1-8 0,1 2-9 0,0-1-6 16,-2 1-11-16,3-2-13 0,-1-1-11 0,-2 1-2 16,3-2-5-16,-2 1-5 0,0-3-2 0,2 2-4 15,-3-7 2-15,5 9 3 0,-5-9-4 0,15 3-12 16,-4-6-2-16,4-1-6 0,4-4-8 0,9-5-3 15,0-1-6-15,6-5-2 0,1-2-6 0,4-1-3 16,0 0-21-16,-2 1-15 0,2-3-30 0,-1 3-15 16,3-2-31-16,-3 1-54 0,2 0-46 0,-2 3-58 15,0 0-92-15,0 1-33 0,-4-1-148 0,1 2-368 16,-7 3-475-16</inkml:trace>
  <inkml:trace contextRef="#ctx0" brushRef="#br0" timeOffset="-180882.01">20903 2446 123 0,'0'0'354'0,"0"0"-64"0,0 0-33 0,0 0-15 15,0 0-34-15,0 0-12 0,0 0-42 0,0 0 24 16,0 0-30-16,0 0 2 0,0 0-14 0,0 0-26 0,-6-5-4 16,6 5-12-16,0 0 8 0,0 0-19 15,0 0 11-15,0 0-24 0,-2-6 15 0,2 6-20 16,0 0 10-16,0 0-17 0,-3-6 10 0,3 6-14 16,0 0-2-16,0 0-9 0,-1-8 10 0,1 8-17 0,0 0 12 15,0-6-18-15,0 6 16 0,0 0-13 16,0 0 8-16,0-8-17 0,0 8 10 0,0 0-18 15,0 0 15-15,0-6-15 0,0 6 18 0,0 0-26 0,0 0 23 16,0 0-18-16,0 0 10 0,0-7-24 0,0 7 17 16,0 0-22-16,0 0 16 0,0 0-20 0,0 0 12 15,0 0-14-15,0 0 7 0,-3 5-3 0,3-5 17 16,0 8-16-16,0-8 16 0,0 13-15 0,0-13 18 16,-1 15-17-16,0-7 16 0,-1 2-18 0,1 0 22 15,0-1-19-15,-1 0 18 0,1 2-19 0,1-2 18 16,-1-1-14-16,0 0 15 0,1 1-18 0,0-3 20 15,0 1-21-15,0-7 17 0,1 12-8 0,-1-12 37 16,2 10-18-16,-2-10 34 0,8 9-27 0,-8-9 17 16,17 0-30-16,-4-1 16 0,3-4-27 0,5-2 16 15,3-1-29-15,3-4 7 0,2 1-32 0,3-5 11 16,3 0-26-16,-1-1-5 0,2 0-34 0,-2 2-20 16,2-2-52-16,-3 2-10 0,-3 1-34 0,-2 1-74 0,-1 2-26 15,-3-1-76-15,-2 0-451 0,-2 2-365 16</inkml:trace>
  <inkml:trace contextRef="#ctx0" brushRef="#br0" timeOffset="-179781.28">11717 5554 334 0,'0'-7'466'0,"1"1"2"0,-1 6-87 0,3-13-13 16,-3 13-22-16,0-12-35 0,0 12-16 16,0-12-16-16,0 12-9 0,0-10-19 0,0 10-16 0,-1-10-5 15,1 10-11-15,0-8-12 0,0 8-53 0,-3-8 11 16,3 8-58-16,0 0 14 0,0-6-68 0,0 6 18 16,0 0-42-16,0 0 25 0,0 0-6 0,-2 10 0 15,2-1-7-15,0 3-1 0,0 1 0 0,1 5-9 16,0 0 2-16,-1 3-2 0,0 4-33 0,1-1 31 15,1-1-32-15,-1 3 21 0,-1-2-27 0,3 0 33 16,-1 3-36-16,0-5-11 0,-2 2-34 0,1 2-35 16,0-3-39-16,0 0-53 0,3 1-21 0,-4-2-110 15,3 2-28-15,-2-4-82 0,0 0-73 0,2 1-89 0,-3-2-327 16,1 2-482-16</inkml:trace>
  <inkml:trace contextRef="#ctx0" brushRef="#br0" timeOffset="-179248.91">11546 7250 377 0,'0'0'603'16,"-4"-6"-112"-16,4 6 15 0,-5-8-34 0,2 3-96 16,3 5 28-16,-1-12-81 0,0 4 14 0,1 0-91 15,1 0 5-15,-1 0-83 0,3-2 15 0,1 0-57 16,0 2-15-16,1-2-9 0,1 2-13 0,0-1-8 15,2 4 4-15,0-2-27 0,2 2-11 0,0 2-10 16,0 2-9-16,-10 1-6 0,23 1 0 0,-10 2-9 16,-4 2-4-16,4 3-11 0,-2 0-7 0,-2 2-7 15,-1 5-12-15,0-3 3 0,-2 4-2 0,-2 1-5 0,-3-1-4 16,-1 3-2-16,-1 1 5 0,-2 2 1 0,-2 0 9 16,-4 2 6-16,0 0-1 0,-1 0 6 0,-4-2-31 15,4-4 47-15,-4 1-28 0,2-2 65 0,-1-2-37 16,1 0 62-16,0-6-38 0,1 1 71 0,-1-1-44 15,4-1 74-15,0-3-53 0,1-1 51 0,-2 1-65 16,9-5 43-16,-9 6-55 0,9-6 22 0,0 0-60 16,0 0 45-16,-11-3-59 0,11 3 48 0,4-7-51 15,-4 7 46-15,11-7-57 0,-2 4 50 0,1-2-7 16,3 1-8-16,0-2-56 0,2 4 34 0,1-1-71 16,0-1 29-16,-2 4-85 0,4-5 15 0,0 4-86 15,1 0-19-15,0-1-62 0,-1 2-79 0,0 2-54 16,-3 0-55-16,2 0-83 0,-3 5-500 0,0-2-670 15</inkml:trace>
  <inkml:trace contextRef="#ctx0" brushRef="#br0" timeOffset="-178015.17">11391 8661 458 0,'-1'-9'513'16,"1"9"-111"-16,-2-5-26 0,2 5 7 0,-3-7-94 16,3 7 7-16,-1-8-78 0,1 8 12 0,0 0-79 15,-2-5 21-15,2 5-82 0,0 0 26 0,-1-9-67 16,1 9 36-16,0 0-60 0,0 0 35 0,3-7-50 0,-3 7 47 16,0 0-54-16,0 0 48 0,0 0-51 0,2-5 55 15,-2 5-38-15,0 0 63 0,0 0-37 16,0 0 66-16,0 0-46 0,0 0 51 0,0 0-49 0,0 0 13 15,0 0-1-15,0 0 3 0,0 0 6 0,0 0-2 16,0 0 2-16,0 0-4 0,0 0-2 0,0 0-14 16,0 0-7-16,0 0-12 0,0 0-6 0,0 0 7 15,0 0-73-15,0 0 37 0,0 0-17 0,0 0-12 16,0 0-3-16,0 0 0 0,0 0-10 0,0 0 5 16,14-3-7-16,-14 3 2 0,0 0 1 0,17 0 1 15,-17 0 8-15,13 0 6 0,-13 0-1 0,12 0 2 16,-12 0 2-16,13 0 1 0,-13 0 3 0,13 0 1 15,-13 0 9-15,13-2-7 0,-13 2 1 0,0 0 2 16,18 0 0-16,-18 0 6 0,13-2 9 0,-13 2 0 0,16-5 7 16,-7 2 3-16,0 1 2 0,2-2 1 15,0-1 2-15,-1 1 26 0,3 0-68 0,-3-1 57 16,1 0-48-16,0 0 64 0,0 1-54 0,-2-1 64 0,3 2-50 16,-3-2 69-16,-2 2-69 0,2 1 59 0,-2-2-58 15,-7 4 62-15,10-6-63 0,-10 6 56 16,11-4-64-16,-11 4 52 0,7-2-54 0,-7 2 43 0,0 0-60 15,0 0 54-15,9-4-61 0,-9 4 53 0,0 0-55 16,0 0 49-16,-7 8-59 0,7-8 58 0,-9 8-6 16,-1-3-7-16,1-1-1 0,-1 3 0 0,-3 0-8 15,-1-1-3-15,0 1 1 0,1-2-2 0,0 0-2 16,-2 2 2-16,2-2-6 0,-2-3-2 0,3 1 1 16,0 0 1-16,0-1 0 0,1 0-2 0,-2 0 1 15,3-2-2-15,10 0 6 0,-19 3-3 0,19-3 1 16,-16 0 0-16,16 0 3 0,-14 0-6 0,14 0 2 15,-11 0 0-15,11 0 0 0,0 0-1 0,-17 0-1 16,17 0 0-16,0 0-10 0,-10 2 1 0,10-2-2 16,-5 3 5-16,5-3-1 0,-3 7 7 0,3-7-3 15,-1 10 3-15,1-10 1 0,0 13 2 0,0-5-1 16,1-1-1-16,-1 1 2 0,1-1-8 0,1 1 11 0,0 0-4 16,-2 1 1-16,1 0-1 0,2 0 5 0,-3-1-6 15,3 0 1-15,-1 1 0 0,0-2-2 0,-1 0-1 16,0-1-1-16,-1 0-9 0,3 1-2 0,-3-7 10 15,1 10-18-15,-1-10 3 0,4 9 0 0,-4-9 7 16,1 6-5-16,-1-6 4 0,0 0-3 0,2 7 0 16,-2-7 1-16,0 0 9 0,0 0-6 0,0 0 1 15,0 0 4-15,0 0 15 0,11-3-16 0,-11 3 3 16,6-4 9-16,-6 4-10 0,10-6 6 0,-10 6-1 16,11-6 4-16,-11 6-1 0,14-4 7 0,-14 4-3 15,16-4 0-15,-16 4 3 0,17-2-6 0,-17 2 4 16,19 0-1-16,-19 0 0 0,23 2-4 0,-14 1 5 15,4-1-2-15,-3 1 2 0,-1 1-3 0,2 1 8 16,0 0-4-16,-4 0-59 0,1 2 71 0,2-2-59 0,-2 3 74 16,-3-1-55-16,0 0 74 0,3 3-59 15,-4-1 56-15,-2 1-59 0,1-1 58 0,-2 3-59 16,-1-3 58-16,-1 3-56 0,-2-3 48 0,-1 5-55 0,-2-2 54 16,-2 2-55-16,1-2 13 0,-2 1-1 0,-4 1 8 15,0-1 6-15,-2-1 6 0,1 2 54 0,-3-4-48 16,3 0 46-16,-1-1-38 0,1 1 55 0,-2-4-41 15,2 2 45-15,-1-3-40 0,2 0 33 0,0 2-39 16,2-2 33-16,-1-2-45 0,1-1 28 0,3 1-47 16,-1-1 32-16,9-2-47 0,-15 4 26 0,15-4-49 15,-13 3 20-15,13-3-62 0,-9 3 19 0,9-3-83 16,0 0-50-16,-14 0-58 0,14 0-32 0,0 0-84 16,0 0-63-16,0 0-30 0,0 0-77 0,0 0-110 15,0 0-519-15,0 0-771 0</inkml:trace>
  <inkml:trace contextRef="#ctx0" brushRef="#br0" timeOffset="-177415.05">11354 10056 426 0,'4'-8'567'0,"-1"3"-89"0,-3 5-41 16,2-10-16-16,-2 10-44 0,4-7-14 0,-4 7-25 16,0 0-17-16,4-5-46 0,-4 5 34 0,0 0-79 15,4 5 46-15,-4-5-73 0,1 10 39 0,-1-2-69 16,0 3 33-16,0 0-70 0,0 1 35 0,0 5-56 16,-3 0 32-16,2 2-61 0,-1 0 33 0,-2 4-57 0,0 1 19 15,0-2-39-15,2 3 22 0,-2-2-39 16,-1 0 36-16,2-4-52 0,-1 2 36 0,1 1-46 15,0-5 35-15,-1-2-40 0,3-3 38 0,-2 0-46 0,3-2 37 16,-1-1-46-16,1-3 43 0,1 3-41 0,-1-9 32 16,4 9-23-16,0-3 37 0,-4-6-38 0,13 5 38 15,-13-5-42-15,15 2 42 0,-2-2-37 0,-3 0 36 16,5 0-42-16,-2-2 43 0,1 0-36 0,4-1 36 16,-1 0-42-16,-2 0 44 0,4 1-42 0,-2 0 27 15,1-1-23-15,-2 1 40 0,2-1-41 0,0 1 42 16,-4 0-45-16,3 0 42 0,-5 1-43 0,1 1 37 15,0-2-44-15,0 2 34 0,-13 0-55 0,20 0 26 16,-20 0-64-16,18 2 28 0,-18-2-80 0,17 1 13 16,-17-1-105-16,14 2-16 0,-14-2-73 0,10 3-37 15,-10-3-52-15,9 2-43 0,-9-2-46 0,0 0-33 16,6 6-108-16,-6-6-271 0,0 0-471 0</inkml:trace>
  <inkml:trace contextRef="#ctx0" brushRef="#br0" timeOffset="-177164.97">11616 10229 180 0,'-7'-10'696'0,"2"2"-136"16,-1 2-60-16,1-1 1 0,1 2-87 0,0 1-21 15,1-1-27-15,-1-1-30 0,4 6-28 0,-6-6-88 16,6 6 32-16,0 0-82 0,-7-4 56 0,7 4-73 16,0 0 48-16,-1 10-70 0,1-2 43 0,0 3-66 15,1 2 38-15,2 1-61 0,-2 3 36 0,4 2-64 16,-1 3 35-16,1 1-63 0,0 0 38 0,0 4-57 15,2 0 42-15,-2 1-56 0,0-3-7 0,1 4-4 16,1-5-21-16,-2-1-17 0,-1 1-21 0,1-1-32 16,0-2-31-16,-1-3-38 0,-2-1-11 0,2-1-73 15,0-2-49-15,-3-1-78 0,2-2-56 0,-1-2-72 16,1 0-97-16,-2-1-397 0,-1-1-614 0</inkml:trace>
  <inkml:trace contextRef="#ctx0" brushRef="#br0" timeOffset="-174898.94">12315 5049 143 0,'0'0'229'0,"-2"-12"-3"0,2 12-58 16,-3-10 25-16,3 10-44 0,-4-9 31 0,4 9-55 15,-1-5 29-15,1 5-40 0,-2-7 1 0,2 7 2 16,0 0-1-16,-2-6-1 0,2 6-1 0,0 0-17 16,0 0-13-16,-2-8-15 0,2 8-16 0,0 0-9 15,0 0-12-15,0 0-4 0,0 0-10 0,0 0-3 0,0 0 13 16,0 0 6-16,0 0 14 0,-3 8-4 16,3-8 2-16,0 14 10 0,3-8 0 0,-1 5 5 15,-2-1-2-15,3 2-20 0,-2 1 25 0,2 0-23 0,0 3 39 16,0 0-32-16,-2 2 3 0,2 0 1 0,1 2 6 15,-2-2 15-15,-2 5-17 0,3 1 19 0,-2 1-11 16,3 1 15-16,-3-1-12 0,2 2 11 0,-2 1-14 16,4-1 3-16,-2 4-14 0,-1 0 13 0,2 1-11 15,-1-2-2-15,-1 4-7 0,1-2 9 0,-2 1-5 16,3 0-7-16,-3-1 0 0,0 2 4 0,1-1-1 16,-1 1-34-16,1-2 49 0,0 2-43 0,0-3 45 15,-2 3-45-15,1-1 52 0,1-1-48 0,-1-3 44 16,-1 0-50-16,3 3 35 0,-2 0-4 0,0 2-9 15,-1-5 1-15,2 4-3 0,-2 0-40 0,0-4 39 16,1 1-35-16,0-1 44 0,-1-1-44 0,0 2 44 16,3-2-42-16,-3 2 42 0,1-1-44 0,0 0 4 15,1-2 3-15,0 7 5 0,-1-8-2 0,3 6-39 0,-1-1 55 16,-1 1-4-16,1 0-6 0,-2-6 1 16,4 5 0-16,-2 0-3 0,-1 0-3 0,2 0 1 15,0-1-1-15,0-5-1 0,0 7-1 0,-2-6-1 16,2 1 2-16,1-1 0 0,-2 1-5 0,-1-1-1 0,2 1 2 15,1-1-1-15,-2 0-4 0,-1-1 7 0,1 3 3 16,1-2-6-16,-2 1-51 0,1-1 61 16,1 3-53-16,-3-4 66 0,3 1-62 0,-2 2 61 0,2-1-59 15,-1 1 61-15,-1 1-59 0,2-1 59 0,-1 3-60 16,-1-4 63-16,1 0-9 0,-2 1-2 0,2 0-6 16,-1-1 3-16,0-1-5 0,-1 2-5 0,0-2-3 15,1 2 3-15,0-3 0 0,-1 2 2 0,0-1-6 16,1 0-4-16,-1 0 2 0,-1 0-53 0,1 0 66 15,-1 0-56-15,3-1 62 0,-3 0-52 0,1 0 54 16,2-1-59-16,-2 2 62 0,0-2-59 0,-1-1 11 16,0 1 4-16,1 2 35 0,1-2-33 0,-1 1 58 15,-1-2-63-15,0 3 59 0,0-2-61 0,0-1 65 0,0 2-67 16,0-1 60-16,-1-2-59 0,1 1 60 16,-2-2-60-16,1 3 63 0,1-2-70 0,0 2 65 15,0 0-62-15,0-2 65 0,-1 0-62 0,0 2 65 0,-2-1-53 16,3-2 55-16,0 3-58 0,-1-2 66 0,1 0-61 15,-2 0 66-15,1 0-57 0,1 0 52 0,-1-2-63 16,1 1 13-16,-1 1 8 0,-1-3 3 16,1 1 1-16,1 1 4 0,0-1 2 0,-1 0 1 0,1 1-1 15,0-1 50-15,-2 2-54 0,0-2 40 0,2 1-52 16,0-2 53-16,-1 2-53 0,1 0 59 0,-1 1-52 16,-1 3 48-16,1-2-34 0,-2-1 28 0,2 1-50 15,0 2 50-15,-2-3-49 0,3-1 47 0,-2 1-45 16,-1 2 46-16,3 0-48 0,-1 1 48 0,-2-2-41 15,3 0 38-15,-1 1-43 0,-2 0 41 0,2-2-41 16,1 0 43-16,-1 2-35 0,-3-1 33 0,3-3-43 16,0 2 37-16,-1-2-38 0,1 1-2 0,0-1 2 15,-1 1 3-15,1-1 3 0,0 1-2 0,0-2 3 0,-1 1 31 16,0-1-40-16,0 1 36 0,1-2-37 16,0 0 35-16,-1-1-38 0,1 2 39 0,1-1-36 15,-2-1 31-15,0 1-38 0,1-2 36 0,-1 2-38 0,0-1 39 16,1 1-41-16,1 1 41 0,-1-3-39 0,0 2 37 15,-1-1-34-15,1 0 37 0,0 0-38 0,-1 2 36 16,1-2-39-16,1 0 38 0,-1 0-37 0,0 0 25 16,-2 1-18-16,3-1 6 0,-1 0-5 0,-1 1 37 15,1-5-38-15,0 3 39 0,1 5-38 0,-1-4 35 16,1 1-40-16,-2-2 39 0,0 0-35 0,-2 0 2 16,4 1 3-16,-1 0 4 0,0 0-1 0,-1-1-1 15,1 1 4-15,0-2 2 0,-2 2 2 0,2 0 6 16,-1-1-6-16,1 1-1 0,1-2 1 0,-2 2 26 15,0-2-32-15,1 2 30 0,0-3-39 0,-1 5 34 16,1-5-39-16,-1 2 34 0,0-1-32 0,1-1 34 16,0 2-31-16,-2 1 27 0,2-1-34 0,1 0 38 15,-1-4-32-15,0 4 34 0,1-1-37 0,-3-1 34 0,3 1-35 16,0-3 32-16,-1 4-32 0,1-3 32 16,-3 0-34-16,3 1 28 0,0 1-26 0,-1 2 35 15,1-5-33-15,-1 1 27 0,-1 2-24 0,2-1 18 0,-1 0-19 16,0-2 31-16,-1 4-30 0,1-1 29 0,0 0-30 15,-1-2 27-15,1 2-29 0,1-1 2 0,-2 0 2 16,2-2 1-16,-2 2 2 0,0 0 2 0,1 0 1 16,-1-1-3-16,1 0 2 0,1 0-1 0,0-1-2 15,-1 1 4-15,0 1-2 0,-1-3 1 0,1 3 1 16,1-1-2-16,0-3-1 0,-1 3 0 0,1-2 0 16,-2-1 7-16,1 1-7 0,0-2 0 0,1 0-1 15,0-1-1-15,0 1 4 0,-1-1-1 0,1-3-2 16,0 2-1-16,0 0 1 0,0-7 1 0,0 14 0 15,0-14-1-15,-2 11 26 0,2-11-31 0,0 13 25 16,0-13-28-16,0 12 28 0,0-12-31 0,0 10 24 16,0-10-24-16,0 12 31 0,0-12-32 0,0 13 27 0,0-13-26 15,-1 10 22-15,1-10-24 0,0 10 31 0,0-10-32 16,0 6 29-16,0-6-34 0,0 8 36 16,0-8-25-16,0 8 24 0,0-8-29 0,0 0 29 15,0 8-31-15,0-8 30 0,3 5-25 0,-3-5 22 0,0 8-28 16,0-8 31-16,0 0-31 0,0 9 34 0,0-9-34 15,0 7 32-15,0-7-35 0,0 0 32 0,1 10-31 16,-1-10 31-16,1 5-20 0,-1-5 15 0,0 0-28 16,0 9 31-16,0-9-42 0,0 0 24 0,0 0-40 15,1 7 17-15,-1-7-45 0,0 0 20 0,0 0-65 16,0 0 3-16,0 0-45 0,0 0-61 0,0 0-75 16,0 0-89-16,-3-6-98 0,0 2-95 0,-1-4-61 15,2-1-786-15,-2-3-1037 0</inkml:trace>
  <inkml:trace contextRef="#ctx0" brushRef="#br0" timeOffset="-172815.86">21815 2406 396 0,'0'0'433'0,"11"1"-57"16,-11-1-72-16,0 0-36 0,0 0-32 0,8 2-44 0,-8-2-31 15,0 0-39-15,0 0-19 0,1 7-19 0,-1-7 17 16,3 7-18-16,-3-7 6 0,0 10-27 16,0-10 18-16,0 10-17 0,0-10 1 0,0 12-15 0,0-12 19 15,0 8-12-15,0-8 11 0,0 8-8 16,0-8 11-16,1 6-3 0,-1-6 16 0,0 0-12 16,6 7 26-16,-6-7-25 0,9 2 11 0,-9-2-34 15,23-5 12-15,-9 0-30 0,9-2 14 0,4-2-26 16,2-1 12-16,3-2-26 0,7 0 18 0,-1-1-23 15,2 1 10-15,-3-2-46 0,-4 4-1 0,-1 1-37 16,-1 1-22-16,-2-1-57 0,-5 4-29 0,2-3-42 16,-4 4-108-16,-2 0-34 0,-1 0-88 0,-1 2-301 0,0-1-268 15</inkml:trace>
  <inkml:trace contextRef="#ctx0" brushRef="#br0" timeOffset="-171883.07">12890 5485 440 0,'0'-10'469'0,"0"-1"-86"0,0 1-38 0,0 2-9 15,0 0-18-15,0 0-10 0,-1 2-12 0,1 6-10 16,-4-13-33-16,4 13-51 0,-1-9-41 0,1 9-30 16,-3-7-34-16,3 7-20 0,0 0-17 0,0 0-8 15,-2 5 3-15,2 2-4 0,0 6 9 0,0 0-2 16,0 4-1-16,1 3-8 0,0 4-7 0,1 0-3 0,0 3-6 15,3-1-4-15,-2 3-8 0,1 2-3 0,-1-1-3 16,1-4 0-16,0 4 2 0,0-5-10 16,2 0 4-16,-3 1-44 0,-1-3 48 0,1 2-57 15,1-1-11-15,0-1-105 0,-3-2-32 0,2-1-81 0,-1 0-64 16,-1-1-58-16,2-1-59 0,-2 0-452 16,-1 2-470-16</inkml:trace>
  <inkml:trace contextRef="#ctx0" brushRef="#br0" timeOffset="-171349.16">12894 7221 459 0,'0'0'603'0,"-5"-9"-124"0,5 9 10 0,-8-8-94 15,8 8-12-15,-3-9-100 0,1 4 10 0,2 5-77 16,0-11 17-16,0 3-73 0,2 2 30 0,0-3-69 15,3 2 28-15,3 0-66 0,-2-1 31 0,3 2-59 16,3-1 31-16,-1 1-57 0,2 1 39 0,1 3-57 16,-1 0 39-16,1 2-52 0,-1 1 44 0,1 0-34 15,0 4 24-15,1-1-52 0,-3 6 50 0,-1-3-50 16,-1 5 52-16,-1-2-49 0,-2 2 41 0,-1 3-46 16,-2-1 46-16,-3 0-46 0,-1 2 47 0,0 1-39 15,-5 0 38-15,-1 4-48 0,-3-3 6 0,0 2 3 16,-5-1 3-16,0-1 5 0,-2-1 1 0,2-1 2 15,0 0 2-15,-1-5 3 0,1 1 13 0,2-1 33 0,-3-5-18 16,7 2 74-16,1-1-55 0,-1-4 43 16,-1 0-66-16,9-3 43 0,-9 3-63 0,9-3 47 15,0 0-34-15,0 0 27 0,0 0-59 0,3-5 53 16,-3 5-53-16,14-7 54 0,-4 3-13 0,0 0-4 0,3 0-6 16,1 2-3-16,1-3-9 0,2 1-27 0,1 1-36 15,-2-1-43-15,4 1-4 0,0 0-97 0,-1-2-5 16,2 3-93-16,-2 2-4 0,0 0-88 0,0-2-39 15,-2 4-56-15,1-2-470 0,-4 2-544 0</inkml:trace>
  <inkml:trace contextRef="#ctx0" brushRef="#br0" timeOffset="-170449.07">13164 8318 224 0,'0'0'290'16,"14"-5"-25"-16,-14 5-6 0,14-5-6 0,-14 5-25 15,13-1 16-15,-13 1-39 0,11 1 35 0,-11-1-75 16,0 0 29-16,14-1-36 0,-14 1 37 0,0 0-32 16,0 0 76-16,12 3-37 0,-12-3 62 0,0 0-46 0,0 8-1 15,0-8-3-15,-8 7-18 0,3-1-13 16,-3-1-18-16,-3 3-17 0,-1-3-19 0,0 2-20 15,-1-2-19-15,-3 2-17 0,4-1-13 0,-5-2-4 16,4 1-18-16,0-1-5 0,1-1-8 0,0 2-3 0,-1-3-7 16,3 1-1-16,1-1-7 0,-2 1-1 0,2 0-5 15,0 0 0-15,1 1-2 0,-1 1-2 0,0 0 2 16,1 1-9-16,0 2-24 0,1 0 3 0,1 4-2 16,-1-1-3-16,2 1-2 0,-1 1 1 0,2 0 5 15,2-1-1-15,0 1 33 0,1-1-49 0,1 0 40 16,0 0-46-16,0 0 44 0,1-1-46 0,1 0 47 15,-1-1-30-15,0-3 37 0,-1 1-48 0,0-1 50 16,1 0-40-16,-1-7 48 0,3 10-39 0,-3-10 51 16,1 7-42-16,-1-7 53 0,0 0-48 0,0 0 57 15,0 0-41-15,14-5 42 0,-14 5-40 0,8-7 52 16,-3 2-46-16,3-1 46 0,-2 1-43 0,-1 0 41 16,2 1-37-16,-1-3 0 0,4 2 4 0,-1 1 1 0,0 1 5 15,3 1-3-15,-2-1-5 0,0 2-24 0,-10 1 23 16,22 1 1-16,-12 2-4 0,3-1 34 15,-3 3-46-15,1 0 38 0,1 0-44 0,-3 4 37 16,2-1-34-16,-2 1 31 0,-1 0-43 0,0 2 42 0,-2 0-42 16,-1-1 42-16,-2 1-41 0,-1 0 6 0,0 3 13 15,-4-1-1-15,1-1-3 0,-3 2 5 0,-1 2 0 16,-4 1 8-16,-1-1-4 0,-3-1-2 0,-2 1 2 16,1-2-3-16,-3 1 4 0,-1-3 10 0,2 0 10 15,-3 1-1-15,1-4-1 0,-2 2 10 0,5-5-19 16,-3-1-2-16,0 1 3 0,3-2-58 0,-3-2 47 15,3 1-77-15,1-2 31 0,0-1-85 0,1 0 4 16,0 0-51-16,3-1-57 0,-2 0-22 0,3-1-126 16,0 0-60-16,9 2-103 0,-14-4-87 0,14 4-310 15,-7-7-511-15</inkml:trace>
  <inkml:trace contextRef="#ctx0" brushRef="#br0" timeOffset="-169849.03">12791 10345 426 0,'0'-10'541'0,"-3"1"-74"0,3 0 31 16,-1 3-26-16,1 6-85 0,-1-10-71 0,1 10-65 16,-3-5-48-16,3 5-35 0,0 0 11 0,-8 1 4 0,6 6-53 15,-1 3 33-15,-3 2-54 0,1 1 30 0,0 3-63 16,-3 1 4-16,0 2-23 0,1 0-6 0,0 0-4 16,-2-1-5-16,1 2-9 0,0-2-4 0,1 2-35 15,1-6 32-15,1 1-38 0,-3-3 37 16,6-1-2-16,-2-3-36 0,0 2 57 0,0-3-41 0,3 0 49 15,1-7-49-15,-3 10 46 0,3-10-51 0,7 6 51 16,-7-6-39-16,16 2 39 0,-4-2-47 0,1-2 49 16,3 1-54-16,3-2 55 0,0-1-17 0,6 3-4 15,-1-5-6-15,0 3-9 0,-1-2-2 0,3 2-4 16,-2 1 2-16,-2-3-7 0,-3 3-8 0,-1-1-3 16,2 0-6-16,-3 2-5 0,-2 0-4 0,-2 1-16 15,2-1-23-15,-3 0 12 0,-12 1-96 0,20 0-7 16,-20 0-85-16,16-2-22 0,-16 2-94 0,14-1-43 15,-14 1-61-15,9-1-75 0,-9 1-371 0,0 0-465 16</inkml:trace>
  <inkml:trace contextRef="#ctx0" brushRef="#br0" timeOffset="-169649.98">12948 10334 600 0,'-10'-11'639'0,"1"4"-60"0,1 0-25 16,-1 0-82-16,5 2-76 0,-2 1-124 0,6 4-11 15,-9-5-49-15,9 5-25 0,-5 5-40 0,1 1 42 16,4 6-46-16,0 3 42 0,1 2-53 0,3 6-14 16,-3 2-18-16,3 2-19 0,0 5-60 0,0 2 42 15,-2-2-6-15,2 3-14 0,0-1-13 0,-1 2-45 16,0-2-86-16,-1 1-37 0,-1-1-123 0,-1-6-36 16,0 3-92-16,0-4-83 0,-3 2-117 0,3-3-417 15,-5 1-606-15</inkml:trace>
  <inkml:trace contextRef="#ctx0" brushRef="#br0" timeOffset="-167033.03">13557 5037 46 0,'0'0'517'0,"0"0"-91"0,-1-8-81 0,1 8-9 16,0 0-95-16,0 0 6 0,-4-6-78 0,4 6-9 15,0 0-59-15,0 0 14 0,0 0-46 0,0 0 41 16,0 0-12-16,-5 6 29 0,5-6-27 0,-1 10 21 15,0-4-16-15,-2 1 20 0,3 4-15 0,-1-1 8 16,-2 0-18-16,2 2-7 0,0 0 0 0,-1 2-12 16,2 3-2-16,-2-1-1 0,-1 3-4 0,3-1-9 15,-1 2-8-15,-1 4-6 0,1 0 1 0,1 2 8 16,-3 1-5-16,3 0-2 0,-2 2-5 0,1 5-6 16,1-7 4-16,0 3 3 0,0 0 11 0,0-1-1 15,0 5-4-15,0-5-3 0,-1 4-32 0,1 1 35 16,0-4-37-16,0 3 58 0,0 1-45 0,1 0 7 15,-1 0 11-15,0-2-25 0,0 2 2 0,0 0-1 16,1-5 1-16,-1 4-2 0,2 1 6 0,-2-1 0 16,0 2 39-16,0-1-28 0,1 0 0 0,-1-1-2 15,2 1 6-15,-2 0-23 0,0-2 19 0,0 1-30 16,0 1 24-16,0 0-28 0,3-2 0 0,-3 4 0 16,1-4 4-16,-1 2-2 0,0-1-51 0,0 2 61 0,0-1-51 15,0 0 54-15,0-1-56 0,0 2 58 0,0 0-4 16,0-1-1-16,-1 0-6 0,1-1-1 0,-2 2-4 15,1-2 2-15,1-1-2 0,0-3 0 0,-2 2 3 16,1-4 2-16,1 2-3 0,-2-2 16 0,1 2 14 16,1-1-4-16,0 0-3 0,0-2 2 0,-1 2-11 15,1-2-49-15,-2 0 55 0,2 2-49 0,-1-3 49 16,1 3-48-16,0-3 10 0,0 2 42 0,0-1-47 16,0 0 47-16,0 2-53 0,-1-1 52 0,1-1-46 15,-1 3 43-15,-1-3-4 0,1 2 2 0,1 1-13 16,-1-1-1-16,-2 2-2 0,3-3 0 0,-1 2-8 15,-2-1 7-15,2 1-2 0,0 0-5 0,-1 0-1 16,1-2-35-16,0 1 46 0,0-3-38 0,-2 1 52 0,3-1-41 16,-2 1 54-16,0 1-40 0,1-3 47 15,1 0-45-15,-1-1 4 0,0 2 0 0,1-2 3 16,-2 1 39-16,2 1-45 0,0-1 32 0,0-1-41 0,0 2 30 16,0-3-32-16,0 3 39 0,0-2-43 0,0 1 40 15,0 0-44-15,0 0 43 0,2 1-44 16,-2-4 42-16,0 2-42 0,1 0 41 0,-1-3-40 0,1 1 43 15,-1 1-43-15,1-1 41 0,1 4-41 0,-1-4 41 16,0 0-38-16,-1 0 43 0,3-2-41 0,-3 2 40 16,1 0-41-16,0-3 40 0,-1 3-35 0,0-2 44 15,0 0-32-15,1-1 1 0,1 0 3 0,-1-1 2 16,-1 3 3-16,0-2-2 0,1 0-2 0,1 1-2 16,-1-2-1-16,0 1-1 0,-1 0 2 0,1 2 31 15,1-2-43-15,-1-2 36 0,-1 2-39 0,1 0 35 16,1 1-36-16,-1-2 31 0,0 2-29 0,-1-1 42 15,0-1-36-15,0 3 33 0,1-2-32 0,1 2 46 0,-2-2-33 16,0 0 33-16,0 1-38 0,1-2 20 16,-1 1-21-16,0 0 33 0,0-1-33 0,0 0 37 15,0 0-34-15,0-2 26 0,0 2-37 0,0 0 34 16,0 0-35-16,-1 0 34 0,1 0-37 0,0-1 0 0,-2 0 0 16,1-1 0-16,1 1 1 0,0-2 2 0,0 0 0 15,0-1 3-15,0 2-3 0,0 1 1 0,0-3-1 16,-1 0 2-16,1 1 4 0,0 2 7 0,-1-4-36 15,1 2 39-15,0 1-39 0,0-1 40 0,-2 1-1 16,2-1-4-16,0 1-3 0,0-1-2 0,0 3 4 16,0 0 5-16,0 2 5 0,0-2-8 0,2 0 3 15,-1 0-9-15,0-2 2 0,-1 2-5 0,0-3 4 16,1 3 9-16,1 3 37 0,-2-4-5 0,1 1-10 16,-1-2-9-16,0 2-5 0,1-1-1 0,1 1-9 15,-2-2 19-15,0 2 1 0,1 0-7 0,-1 0-7 16,2-2-1-16,-2-1-3 0,0 2-4 0,0-2 2 15,0 2-10-15,0-1-5 0,0-1 0 0,0 1 0 0,0-1 0 16,0-2 0-16,0 3 0 0,0 2 0 0,0-5-2 16,0 2 4-16,0-1-19 0,0-1 31 15,0 2-40-15,-2-1 46 0,2 1-44 0,0-2 45 0,0 1-44 16,-1 0 41-16,1-1-44 0,0 0 50 0,0 2-44 16,0-1 41-16,0-1-42 0,0 2 38 0,0-3-38 15,-2 1 42-15,2 3-42 0,0-4 46 0,-1 1-46 16,1 3 40-16,0-1-42 0,0-2 42 0,0 0-42 15,-1 0 46-15,1 0-5 0,0 0-12 0,0 2-6 16,0-1 0-16,-2-1 0 0,2 3 0 0,-1-2 0 16,1-2 0-16,0 1 0 0,0 1 0 0,0-1 0 15,0 0 0-15,0 0 0 0,1 0 0 0,-1 0 0 16,0-2 0-16,0 2 0 0,2 0 0 0,-2-2 0 16,0 1 0-16,1-1 0 0,-1 2 0 0,0-3 0 15,0 2 0-15,1 1 0 0,1-3 0 0,-2 0 0 16,1 2 0-16,1-1 0 0,-2 0 0 0,0 0 0 15,1-1 0-15,1 2 0 0,-1-2 0 0,-1 2 0 0,0-1 0 16,3-1 0-16,-3 0 0 0,1 2 0 16,0-4 0-16,-1 5 0 0,0-2 0 0,0 1 0 15,2-3-12-15,-2 2 24 0,0 0-32 0,1 0 39 0,-1-1-46 16,0 1 43-16,0 0-38 0,1-1 44 0,-1 1-45 16,0 1 45-16,0 2-38 0,-1-4 37 0,2 3-46 15,-1 0 43-15,0-4-46 0,0 5 49 0,0-3-42 16,0-1 35-16,0 0-43 0,0 0 45 0,0 0-44 15,0-2 51-15,0 2-50 0,0-2 43 0,0 0-42 16,0-7 44-16,0 16-44 0,0-16 44 0,1 13-45 16,-1-5 39-16,0 0-39 0,0-1 41 0,0 1-40 15,0-8 43-15,0 12-43 0,0-12 44 0,0 12-8 16,0-5-2-16,0-7-1 0,0 12-1 0,0-12 5 16,0 12-9-16,0-12-1 0,0 12 0 0,0-12 0 15,0 12 1-15,0-12-6 0,0 10 6 0,0-10 0 16,-1 9-2-16,1-9-4 0,0 12-3 0,0-12 1 0,0 8 5 15,0-8-4-15,0 7 1 0,0-7-3 0,1 5 1 16,-1-5-3-16,0 0 8 0,0 10-6 0,0-10-2 16,0 0 1-16,2 9-2 0,-2-9 2 0,0 0 3 15,0 7-1-15,0-7 4 0,0 0-6 0,0 8 2 16,0-8 1-16,0 0-2 0,1 8 8 0,-1-8-3 16,0 0-4-16,0 7 0 0,0-7-2 0,0 0-4 15,0 6 0-15,0-6-9 0,0 0 0 0,0 0 1 16,1 8-2-16,-1-8-2 0,0 0-4 0,0 0-7 15,3 7 3-15,-3-7 18 0,0 0-44 0,0 0 24 16,0 0-50-16,0 0 23 0,0 0-53 0,0 0 17 16,0 0-67-16,0 0 29 0,0 0-75 0,0 0 33 15,0 0-82-15,0 0 16 0,0 0-68 0,0 0-24 16,0 0-38-16,0 0-20 0,0 0-27 0,0 0-28 16,-3-8-10-16,3 8-112 0,-1-7-306 0,1 7-431 15</inkml:trace>
  <inkml:trace contextRef="#ctx0" brushRef="#br0" timeOffset="-160701.16">22891 868 137 0,'0'0'232'16,"0"0"-39"-16,0 0-16 0,0 0-18 0,0 0-1 16,0 0-10-16,0 0-38 0,0 0 8 0,0 0 3 15,0 0-8-15,0 0-8 0,0 0 3 0,0 0-10 16,0 0-9-16,0 0 6 0,0 0-9 0,0 0 2 16,0 0 36-16,0 0-66 0,0 0 46 0,0 0-47 15,-7 5 43-15,7-5-56 0,0 0 45 0,0 0-42 16,0 0 39-16,0 0-40 0,0 0 29 0,0 0-11 15,0 0-5-15,0 0 5 0,-12-2-1 0,12 2-8 16,0 0-11-16,0 0-4 0,-11-1-3 0,11 1 3 16,0 0-5-16,-9-3-7 0,9 3-2 0,-11-1-8 15,11 1 0-15,-12-1 3 0,12 1-8 0,-15 0 1 16,15 0-3-16,-21 0 4 0,9 0-5 0,0 0-5 16,1 0 0-16,-2 0 2 0,0 0 0 0,-1 0 2 15,3 0 1-15,-2 1 5 0,0-1 2 0,0 1 1 16,13-1 0-16,-23 0-6 0,10 1 1 0,1-1-2 0,0 2 2 15,1-2-2-15,11 0 4 0,-22 1-4 16,9 1-2-16,3-2 3 0,-2 1-5 0,0-1 2 16,0 1 0-16,1-1 2 0,-1 2-3 0,-1-2 0 15,1 0 1-15,-1 1 3 0,0-1 0 0,0 2 1 0,-1-2 0 16,0 1 3-16,1-1-2 0,-1 1 6 16,0-1 6-16,-1 0-2 0,1 1-4 0,-1-1 0 15,-1 0-5-15,2 1-1 0,0-1-4 0,-1 0 2 16,1 1-1-16,-3-2 2 0,4 1-1 0,-2 1-3 0,2-1-3 15,-1 0 1-15,0 0-2 0,0 0 3 0,1 0-6 16,-1 0 1-16,0 2 5 0,-1-2-11 0,-2 0 2 16,4-2 4-16,-4 4-1 0,1-2-2 15,1-2 1-15,-3 2 2 0,4 0 1 0,-4 2-1 0,3-2-3 16,-2 0 4-16,2 0-2 0,-2 0-2 0,2 0 2 16,-2 0-2-16,3 0 3 0,-2 0 0 0,0 0-3 15,0 1-3-15,0-1 3 0,1 0 2 0,-2 0 0 16,2 1-1-16,0-1 2 0,-2 0-1 15,-1 0 2-15,3 2-1 0,-2-2 1 0,2 0-3 0,-2 0 2 16,2 1 0-16,-3-1 1 0,4 0-1 0,-4 0 2 16,4 0-2-16,-4 2 0 0,5-2 1 0,-5 0 0 15,4 0 3-15,-2 0-4 0,2 0-1 0,-2 0 1 16,2 0 2-16,-1 0-2 0,2 0-2 16,-2 0 1-16,2 0-1 0,-1 0-2 0,3 0 2 0,11 0 2 15,-25 0-1-15,25 0 0 0,-20 0 1 0,20 0 2 16,-21 0-2-16,21 0 5 0,-17 0 6 0,17 0 2 15,-17 0 3-15,17 0 2 0,-17 0 3 0,17 0 2 16,-14-2-6-16,14 2 0 0,-12 0-2 16,12 0-8-16,-12 0-2 0,12 0-1 0,-12-1-1 15,12 1-3-15,0 0-1 0,-16 0 4 0,16 0-5 0,0 0 1 16,-14 0 0-16,14 0 4 0,0 0-1 0,-12-2-2 16,12 2 0-16,0 0 1 0,0 0 3 0,-11-1 7 15,11 1 0-15,0 0 1 0,0 0 2 0,0 0-5 16,0 0 7-16,-10-1-7 0,10 1 2 15,0 0-2-15,0 0-1 0,0 0-1 0,0 0-2 0,0 0 1 16,0 0-3-16,-4-5-4 0,4 5 1 0,7-5 5 16,-7 5-9-16,12-7-4 0,-3 2 5 0,1 0-3 15,2-2 2-15,-1 0-2 0,3 1 7 0,0 0-11 16,-1-1 7-16,1-1-6 0,1 1 14 16,-2 1-14-16,4 0 6 0,-3-2-3 0,2 1 6 15,-3 0-9-15,-1 0 10 0,-1 3-6 0,-2 1 8 0,0-2-10 16,1 2 12-16,-3-1-7 0,-7 4 7 0,11-6-5 15,-11 6 4-15,12-4-5 0,-12 4 6 0,7-5-7 16,-7 5 9-16,7-4-10 0,-7 4 3 16,6-2-8-16,-6 2 15 0,0 0-15 0,8-4 10 15,-8 4-11-15,0 0 8 0,0 0-8 0,0 0 6 0,6-3-7 16,-6 3 6-16,0 0-10 0,0 0 11 0,0 0-12 16,0 0 10-16,0 0-2 0,-12 4 5 0,5 0-5 15,-1-1 4-15,1 1-3 0,-3 1 10 16,-1 0-12-16,2-1 6 0,-5 4-4 0,0-1 12 15,0 1-15-15,1 0 10 0,-6 1-1 0,4 0 0 16,-4 1-2-16,3 0 3 0,-3-1 1 0,0 1-6 0,4 0 3 16,-3-1-2-16,1-1 31 0,3 1-35 0,-1-2 0 15,1 1 4-15,0-1-2 0,0 0 2 0,2 0-3 16,-1-1 6-16,3-2-4 0,-1 1-2 16,2 0-1-16,-3 0 8 0,4-3-5 0,1 3 1 15,-3 0-2-15,3-3 2 0,1 2 0 0,6-4-3 0,-12 5 6 16,12-5-10-16,-10 6 6 0,10-6-1 0,-9 4 9 15,9-4-9-15,-6 3 3 0,6-3-3 0,0 0 0 16,-8 4 0-16,8-4-2 0,0 0 5 16,0 0-7-16,-9 3 4 0,9-3-2 0,0 0 3 15,0 0-5-15,0 0-4 0,0 0 5 0,-4 7-1 16,4-7 1-16,0 0 4 0,4 7 6 0,-4-7-6 0,9 6-1 16,-3-1 3-16,2-1 5 0,1 1-3 0,1 2-1 15,3-2 4-15,0 2-5 0,2 1 2 16,-1-1 2-16,4 0-7 0,1 1 4 0,-1 1-4 15,1-1 6-15,-2 1-4 0,2-1 2 0,-1 1-4 16,-4-1 5-16,1-2-4 0,-2 0 6 0,-1 1-7 0,-1-2 4 16,-2 0-7-16,0-1 10 0,0 1-9 0,-3-1 15 15,-6-4-14-15,13 6 6 0,-13-6-5 0,10 6 8 16,-10-6-5-16,7 5 8 0,-7-5-8 16,6 3 6-16,-6-3-10 0,5 3 22 0,-5-3-15 15,0 0 12-15,7 5-13 0,-7-5 11 0,0 0-13 16,0 0 11-16,9 4-9 0,-9-4 7 0,0 0-13 0,0 0 11 15,0 0-12-15,0 0-14 0,7 5-100 0,-7-5-101 16,0 0-85-16,0 0-86 0,4 3-9 16,-4-3-19-16,3 7-36 0,-3-7-427 0,4 7-437 15</inkml:trace>
  <inkml:trace contextRef="#ctx0" brushRef="#br0" timeOffset="-138770.25">14194 10306 218 0,'0'0'408'0,"0"0"-55"0,0 0-14 0,-9 3-34 16,9-3-55-16,0 0 43 0,0 0-73 0,0 0 30 15,0 0-16-15,0 0-12 0,-9 2-22 0,9-2-18 0,0 0-10 16,0 0-50-16,0 0 44 0,0 0-51 0,0 0 46 15,0 0-54-15,0 0 45 0,0 0-53 16,0 0 45-16,-12 0-52 0,12 0 33 0,0 0-52 16,0 0 37-16,0 0-56 0,0 0 39 0,0 0-55 0,0 0-4 15,0 0-1-15,0 0-12 0,0 0 2 0,0 0-2 16,0 0-1-16,0 0 7 0,-6-2-2 0,6 2-7 16,0 0 2-16,0 0-5 0,0 0-3 0,0 0-2 15,4-8 11-15,-4 8-15 0,2-4-4 0,-2 4-1 16,7-8-2-16,-2 4 3 0,0 0 3 0,0 0-6 15,4-2-2-15,-3 2 3 0,2-2-2 0,0 1 2 16,2 0 1-16,-2 0 6 0,2 0-5 0,-1 0-4 16,2 1 0-16,-2 0 4 0,4 0-5 0,-3 2 1 15,3-1 0-15,0 1 3 0,-2 1-7 0,1 0 2 16,-1 0 0-16,-11 1-1 0,22 0 6 0,-22 0-3 16,19 1-10-16,-19-1 2 0,17 2 19 0,-17-2-20 15,14 5 0-15,-14-5 1 0,14 5 7 0,-8-1-4 16,-6-4 3-16,7 8 0 0,-3-3 1 0,-3 2 6 0,-1-7-7 15,0 14 4-15,-3-4-2 0,-1 0 2 0,0-2-2 16,-2 3 0-16,0 1 7 0,-2-2-3 16,-1 0-5-16,0 2 0 0,-1-3 2 0,1 1-1 0,0 0 6 15,0-1-3-15,-2 0 4 0,2 0-7 0,-2-1-1 16,1 0 2-16,1 0 0 0,0-4 5 0,0 3-5 16,2-2 1-16,-1 0 0 0,2 0-1 0,-2 0-1 15,8-5 4-15,-12 8-1 0,12-8 8 0,-7 4-7 16,7-4-2-16,-9 5 6 0,9-5-6 0,-6 2 7 15,6-2-8-15,0 0 0 0,-8 3 0 0,8-3-2 16,0 0 1-16,0 0 3 0,0 0 3 0,0 0 0 16,0 0-9-16,8-5 3 0,-8 5 2 0,12-4 1 15,-12 4 6-15,13-5-5 0,-4 2 4 0,4-1 0 0,-4 1 1 16,1 0 0-16,3 0 3 0,-2-1 2 16,2 4-4-16,-3-3-3 0,3 1 1 0,-2 0 0 15,1 1 1-15,1 1-2 0,-13 0-5 0,19 0 10 16,-19 0-7-16,19 1 0 0,-10 1 0 0,-9-2 0 0,18 5 8 15,-10-5-8-15,-2 4-1 0,2 0 2 0,-2 1-1 16,-1-1 1-16,0 3 3 0,-2-2 12 16,-1 2-14-16,1-1-51 0,-2 0 69 0,1 2-58 0,-2-1 63 15,-3 1-54-15,2 0 54 0,-3 0-46 0,0 2 47 16,-1-3-63-16,-4 3 65 0,1 0-60 0,-2-1 7 16,0 0 10-16,-3-1 53 0,1 0-63 0,0 1 62 15,0-4-60-15,-3 2 73 0,2 0-68 0,-1-4 73 16,-1 1-63-16,1 0 61 0,0-1-63 0,1 0 57 15,0-2-67-15,-1 1 67 0,0-2-69 0,1 2 59 16,2-2-62-16,-2 0 62 0,1-2-64 0,1 1 61 16,-1 0-70-16,2 0 65 0,0-2-67 0,1 1 51 15,0 0-85-15,9 2 30 0,-15-4-62 0,15 4-15 0,-12-4-49 16,12 4-58-16,-12-5-47 0,12 5-80 16,-12-4-69-16,12 4-71 0,-8-7-174 0,8 7-281 15,-6-5-526-15</inkml:trace>
  <inkml:trace contextRef="#ctx0" brushRef="#br0" timeOffset="-137820.85">14674 8635 183 0,'0'0'466'16,"0"0"-86"-16,0 0-49 0,0 0-47 0,-11 0-68 15,3 1 9-15,-3 4-70 0,-2 1 20 0,-4-1-76 16,0 4 31-16,-2-1-64 0,0 1 37 0,-1-2-67 15,-1 1 38-15,3-1-51 0,-1 0 56 0,6-2-46 0,-3 2 48 16,3-2-54-16,-1-3 43 0,5 2-53 16,-1 1 42-16,0-2-52 0,2 0 48 0,8-3-53 15,-14 3 35-15,14-3-48 0,-13 4 43 0,13-4-47 0,-9 5 43 16,9-5-52-16,-10 3 46 0,10-3-49 0,-8 7 50 16,3-2-49-16,1 0 48 0,-1 2-47 0,1 0 48 15,2 3-45-15,-3-4 50 0,2 5-49 0,-2-4 42 16,4 3-47-16,-2-1 55 0,1-1-48 0,0-1 45 15,1 1-52-15,1 0 48 0,-1-3-49 0,-1 3 53 16,2-8-54-16,-1 10 51 0,1-10-46 0,-1 10 49 16,1-10-40-16,-1 7 47 0,1-7-37 0,0 0 51 15,1 9-48-15,-1-9 50 0,0 0-47 0,0 0 44 16,8 3-46-16,-8-3 51 0,9-4-48 0,-3 0 52 16,4 3-46-16,-1-4 53 0,0 2-48 0,2 0 50 15,1-1-48-15,3 1 49 0,-3 0-47 0,1 2 45 16,2 0-51-16,-1 1 42 0,0 1-50 0,4 1 41 15,-1 1-49-15,-2 1 44 0,2 1-51 0,-1 0 45 0,-2 2-49 16,-2 0 46-16,2 0-48 0,-4 1 52 16,1 1-50-16,-2 0 57 0,-1 1-35 0,-3 0 25 15,-1-1 19-15,1 3 7 0,-5-3 11 0,0 4 0 16,-1-3 6-16,-3 1 8 0,-4 3-2 0,1-2 9 0,-2-2-1 16,-4 2 7-16,1-3-43 0,-1 3 59 0,-3-5-58 15,1 1 52-15,-2-2-37 0,-3 0 15 0,4-1-69 16,-3 0 57-16,0-3-70 0,2 0 52 0,0-1-59 15,-1-2 20-15,0-2-84 0,-1-1-3 0,1-1-83 16,-3-2-35-16,3-2-77 0,-1 0-92 0,0-4-72 16,4-2-114-16,-4-3-583 0,2-3-743 0</inkml:trace>
  <inkml:trace contextRef="#ctx0" brushRef="#br0" timeOffset="-137270.08">14254 7262 20 0,'0'0'533'0,"-4"-9"-136"16,4 9 16-16,-4-12-90 0,4 12-24 0,-1-12-24 15,1 12-38-15,-3-11-33 0,3 3-16 0,0 1-19 16,0 7-15-16,0-13-22 0,0 7-23 0,2-3-19 16,-1 4-17-16,1-2-14 0,1-1-9 0,3 2 0 15,1 1-5-15,-1-1-5 0,2 2-8 0,2-1-3 16,-1 4-7-16,1 1-3 0,-10 0-1 0,22 1-10 15,-12 2-1-15,4 3-3 0,-2 2 3 0,0 1-6 16,-4 2 2-16,1 1-2 0,-4 0 2 0,-1 5-2 16,0 0 1-16,-7-1 0 0,-1 5 1 0,-2 0 1 15,-3 1-4-15,-5 2 2 0,-1-1-42 0,-3-2 51 16,1 0-44-16,-2-3 46 0,2 0-40 0,-2-3 46 16,3-4-41-16,0 0 49 0,1-3-45 0,2 1 76 0,0-4-21 15,2-1 72-15,1 3-29 0,1-4 60 0,-1-2-51 16,10-1 33-16,-13 4-59 0,13-4 26 15,0 0-57-15,-9-1 36 0,9 1-54 0,5-5 48 0,-5 5-45 16,13-9 42-16,-3 5-38 0,5-1 28 0,-2 0-44 16,6 0 40-16,3-1-48 0,0 0 44 0,1 0-52 15,2 0 42-15,1 2-45 0,-1-2 41 0,1 0-78 16,-2 2 4-16,-1-1-62 0,0 1-62 0,1-1-77 16,-7 2-74-16,2-1-84 0,-1 2-59 0,-1-2-120 15,-2-2-291-15,-1 3-431 0</inkml:trace>
  <inkml:trace contextRef="#ctx0" brushRef="#br0" timeOffset="-136769.78">14336 5417 263 0,'-2'-10'213'0,"-2"3"-27"16,2-1-20-16,1 2-7 0,-1-2 8 0,0 0-4 15,-1 2-9-15,2-2-18 0,-2 1 42 0,2 1-35 16,0-3 35-16,-3 4-47 0,3-4 24 0,1 9-45 16,-3-10 29-16,3 10-45 0,-2-8 8 0,2 8-51 15,-3-7 20-15,3 7-45 0,0 0 21 0,0 0-31 16,0 0 37-16,0 0-19 0,-4 9 21 0,4 1-5 0,-1 3-6 15,-3 6-8-15,0 3-4 0,-1 8-7 16,-2 1-4-16,-4 8 2 0,2 1-4 0,-1 4-4 0,2-4 0 16,1 2-4-16,-1 2-77 0,-1-2-37 0,3 0-113 15,1-1-55-15,1 1-110 0,0-5-394 0,1-2-293 16</inkml:trace>
  <inkml:trace contextRef="#ctx0" brushRef="#br0" timeOffset="-134803.93">14889 5029 83 0,'2'-7'250'15,"-2"7"-15"-15,0-12-75 0,0 12 18 0,0-12-54 16,0 12 27-16,3-10-52 0,-3 10 28 0,1-12-37 15,-1 12 34-15,1-8-46 0,-1 8 24 0,2-7-47 16,-2 7 21-16,2-7-47 0,-2 7 30 0,0 0-52 16,0 0 32-16,0 0-38 0,0 0 40 0,0 0-21 15,0 0 53-15,4 7-16 0,-3 0-2 0,1 0 6 16,0 4 4-16,-2 1 3 0,2 2 0 0,-1 1 4 16,0 2-37-16,-1 0 38 0,3 2-32 0,-2 3 40 15,-1 0-37-15,1 4 41 0,2-2-20 0,-3 3 17 16,0 0-31-16,0 2 19 0,-3 0-3 0,2 5-9 0,1-1-4 15,-1 1-7-15,-1 0-5 0,1 2 0 0,1-1 4 16,-1-2-12-16,0 1-19 0,1 0 18 16,-2 0-17-16,2 2 10 0,-2-4-18 0,-1 3 56 15,2 0 5-15,-2 1-3 0,1 1-13 0,-1 0-9 0,0 1-9 16,0 5 1-16,-1-6 1 0,3 6-19 0,-2 0 12 16,1 0-16-16,-1-6 11 0,-1 7-17 0,3-8 13 15,-3 2-8-15,3-1 14 0,-2-1-10 0,-2 1 6 16,3-1 2-16,-1 1 4 0,1-1-1 0,-1 0-34 15,0 0 61-15,1 0-52 0,-1 0 41 0,3 2-49 16,-2-3 45-16,-1 1-6 0,2 1-5 0,-1-1-5 16,1 0-6-16,1-1 0 0,-3 3 18 0,0-2 12 15,2 0-8-15,-2 0-9 0,3-1-7 0,-2 2-4 16,0-2-36-16,0 2 47 0,-1-1-48 0,2 1 50 16,-2-5-49-16,1 3 6 0,-1 2 17 0,-1-3 0 15,2 0 5-15,-1 1 33 0,1-2-49 0,-1 0 48 16,2 1-44-16,-2-1 42 0,2 2-50 0,1-3 41 15,-1 1-42-15,-2 0 50 0,2 2-49 0,0-2 41 0,-1-1-43 16,2 1 45-16,-1 1-28 0,0-1 40 16,-2-1-51-16,3-3 3 0,-1 4 17 0,0 0 1 15,-2-5-1-15,3-1-46 0,0 6 45 0,-1 1-34 0,0-1 61 16,-1 1-8-16,1-2-5 0,1 2 1 0,0 1-12 16,-1-2-1-16,-2 2-3 0,3-2-3 15,-1 1 3-15,-2 0-1 0,2-1-4 0,-2 0 0 0,2 1-2 16,-1-2-1-16,-1 2-2 0,2-3 6 0,-2 0 9 15,1-2-53-15,1-2 54 0,1 2-46 0,-3-3 50 16,3 2-37-16,-1-1 68 0,-2 0-60 0,3 1 57 16,-1-2-64-16,1 1 56 0,-1-2-60 0,-1 1 56 15,1 0-5-15,0 1 2 0,-1 0 2 0,1-1-7 16,1-1 0-16,0 2-11 0,-1-2-4 0,1 0 1 16,0 2-3-16,0-4-1 0,0 4 8 0,0-2-12 15,0 0 5-15,0 3-4 0,0-4 1 0,0 0-2 16,0 1 0-16,1-1-53 0,-1-3 64 0,0 0-59 15,0 2 69-15,0-2-63 0,0-1 68 0,1 0-59 0,1 1 69 16,-2-2-64-16,1 1 9 0,0 1 13 16,-1-2 55-16,0-1-60 0,0 3 55 0,2-1-55 15,-2 0 49-15,0 1-63 0,0-1 55 0,0 0-60 0,0 0 58 16,0 0-54-16,-2 0 46 0,2 1-3 0,0-2-7 16,0 1-4-16,0 1-3 0,-1-1-2 0,0-1-2 15,1 2 0-15,0-1-1 0,0-2-4 0,-2 1-1 16,1 2 2-16,1-4-3 0,0 3 2 0,0-2-1 15,0 2-51-15,-1-3 60 0,1 0-49 0,-1 1 61 16,1-1-56-16,0 0 62 0,-2 1-59 0,2-4 59 16,0 3-54-16,0-4 59 0,0 4-54 0,0-2 57 15,0-1-59-15,0 0 56 0,0 1-53 0,0-1 8 16,0 1 3-16,0-1 2 0,0-1 3 0,0 2 0 16,0 0-1-16,0-2 49 0,0 2-56 0,0-1 46 15,0 1-49-15,2 0 48 0,-2-1-52 0,0 0 51 16,0 3-48-16,1-1 41 0,-1-1-47 0,0-2 50 15,0 2-50-15,0-1 54 0,1 3-50 0,-1-3 47 0,0 1-33 16,0-1 31-16,0 1-9 0,1-1-3 0,1 3-4 16,-2-5-1-16,1 3-2 0,0 1-46 15,-1-2 50-15,0-1-1 0,0 2-3 0,2-2 1 0,-2 1-6 16,1-2 2-16,0 3-2 0,-1-2-47 0,0-1 53 16,0 1-39-16,1 0 45 0,1 0-47 0,-2-2 54 15,1 2-54-15,-1 0 52 0,0-1-50 0,1 1 52 16,-1-1-47-16,2 0 45 0,-2-1-48 0,1 1 49 15,-1 1-48-15,0-2 50 0,2 0-33 0,-2 0 29 16,0 0-48-16,1 0 49 0,1-1-48 0,-2 2 50 16,1-2-46-16,-1 1 44 0,0-1-46 0,0 1 5 15,1 0 2-15,1 0 6 0,-2-1 6 0,0 2-4 16,1-3 1-16,-1 2 50 0,0-1-55 0,0 2 46 16,0-2-52-16,0 0 49 0,0 0-48 0,0-1 49 15,0 1-53-15,0-2 47 0,0 3-50 0,-1-5 50 16,1 2-49-16,0 1 47 0,0-3-49 0,0 3 51 0,0-2-51 15,0-7 50-15,-2 12-50 0,2-12 49 0,0 10-28 16,0-10 25-16,-1 11-51 0,1-11 55 16,0 9-48-16,0-9 45 0,0 9-46 0,0-9 48 15,0 8-50-15,0-8 48 0,0 12-41 0,0-12 43 0,0 9-48 16,0-9 50-16,0 13-52 0,0-13 51 0,0 9-33 16,0-9 32-16,0 10-52 0,0-10 53 0,0 10-12 15,0-10-50-15,0 10 46 0,0-10-5 0,0 7-12 16,0-7-10-16,0 8-6 0,0-8-13 0,0 0-15 15,-1 9-22-15,1-9-76 0,0 0 38 0,0 8-67 16,0-8 16-16,0 0-21 0,-2 9-19 0,2-9-17 16,-1 7 16-16,1-7-76 0,0 9-37 0,0-9-18 15,-2 11-19-15,2-11-9 0,-1 9-80 0,1-9-45 16,-3 10-225-16,3-10-218 0</inkml:trace>
  <inkml:trace contextRef="#ctx0" brushRef="#br0" timeOffset="-134388.15">13844 12258 608 0,'-3'-8'564'0,"-1"2"-141"0,4 6-37 15,-3-11-58-15,3 11-53 0,-1-7-42 0,1 7-13 16,0 0 15-16,0 0-25 0,0 0 5 0,0 0-25 16,9 7-20-16,-5 1-20 0,1 1-13 0,3 1-22 15,-2 2-18-15,2 0-8 0,-2 0-24 0,2 0-10 16,0-2-5-16,-1 1-8 0,1-1 4 0,-2-2-4 15,3 0 0-15,-2-2 0 0,-1-1 3 0,2 0 0 0,-8-5-5 16,18 4 7-16,-8-6-2 0,1-3-11 16,2-2-49-16,2 0 49 0,2-5-51 0,2-5 54 15,3 0-58-15,-2-2 4 0,6-4 45 0,1-2-61 0,0-1 6 16,-2 0-67-16,3-3-19 0,-2-2-67 0,2 2-83 16,0-3-90-16,2 3-71 0,-4-5-129 0,4 4-468 15,-2-3-631-15</inkml:trace>
  <inkml:trace contextRef="#ctx0" brushRef="#br0" timeOffset="-133087.99">22810 2317 393 0,'0'0'643'0,"-1"-12"-101"0,1 12-65 0,-3-8-64 16,3 8-82-16,-2-6-57 0,2 6-49 0,0 0-45 15,-4-4-31-15,4 4-25 0,0 0-9 0,-5 8-9 0,5-8-5 16,-4 12-6-16,1-5-11 0,3 1-11 16,-1 1 1-16,1-1-3 0,1-1 15 0,-1 2 3 15,3-1 1-15,1-2 7 0,1 2 10 0,1-3 4 16,4-1 18-16,1-1-44 0,3-3 19 0,6-3-49 0,4-3 19 16,14-7-51-16,-1-1 28 0,5-1-39 0,1-2 16 15,2-1-54-15,0 0-11 0,1-1-52 16,-3 0-57-16,11-3-45 0,-11 3-80 0,1 1-33 0,-3 0-55 15,-2 1-89-15,1 2-37 0,-3-2-104 0,-3 0-252 16,1 2-383-16</inkml:trace>
  <inkml:trace contextRef="#ctx0" brushRef="#br0" timeOffset="-102759.05">15514 8797 367 0,'0'-8'415'0,"0"1"-30"0,0 7-49 0,0-14-28 15,1 5-26-15,-1 1-17 0,1 1-42 16,-1 1-15-16,0-2-16 0,2 2-14 0,-2 6-14 16,1-13-17-16,-1 13-12 0,1-9-15 0,-1 9-10 0,0-10-16 15,0 10-7-15,1-7-6 0,-1 7-11 0,0 0-7 16,0 0-2-16,0 0 12 0,0 0-1 0,-3 7 1 15,-1 1-1-15,-3 2-5 0,2 4-1 0,-5 2-57 16,1 0 45-16,-1 3-54 0,-3-1 47 0,3 0-29 16,-2 2 15-16,1-2-44 0,-1 2 7 0,2-3-3 15,-1 1 2-15,0-2 1 0,1 0 3 0,1-1-1 16,1-2-2-16,2-2 6 0,0-1-8 0,1-2-1 16,0 1-1-16,1-3 3 0,1 0-3 0,2 1 0 15,1-7 6-15,-2 8 4 0,2-8 5 0,7 7 0 16,-7-7 2-16,13 3 0 0,-13-3 5 0,24 0-5 15,-9-1 44-15,2-1-55 0,1-2 45 0,2 1-51 16,-2 0 46-16,4 1-32 0,-2 0 22 0,2-1-46 16,-2 0 48-16,2-1-49 0,-4 2 54 0,3-1-52 0,-2 1 40 15,-4 0-48-15,3 1 47 0,-5-1-50 16,1 1 35-16,-3 0-66 0,0 0 27 0,-11 1-76 16,17-2 13-16,-17 2-95 0,15-1-6 0,-15 1-109 0,0 0-23 15,15 0-32-15,-15 0-90 0,0 0-460 0,0 0-476 16</inkml:trace>
  <inkml:trace contextRef="#ctx0" brushRef="#br0" timeOffset="-102542.79">15617 8844 137 0,'-5'-7'512'16,"3"1"-87"-16,-2 1-29 0,4 5-22 0,-5-8-14 15,5 8-68-15,-7-7-50 0,7 7-40 0,0 0-34 16,-5-3-9-16,5 3 8 0,-5 6 5 0,5-6-10 15,-4 14-3-15,4-4-7 0,-2 4-65 0,-1 1 35 16,0 4-66-16,2-2 32 0,-3 6-61 0,2 0-4 16,-1 1-6-16,1 2 34 0,-3-1-83 0,2-1 13 15,-1 3-82-15,2-3-8 0,-2 1-116 0,1 0-30 16,-1 0-75-16,0-2-90 0,2 0-537 0,-4 1-544 16</inkml:trace>
  <inkml:trace contextRef="#ctx0" brushRef="#br0" timeOffset="-101792.27">15148 10527 428 0,'0'0'535'0,"0"-12"-137"15,3 4-38-15,-1 1 30 0,2-3-88 0,-1 3-4 16,4-3-88-16,-3 1 17 0,5-1-74 0,-1 0 32 16,2-1-75-16,0 1 31 0,2 1-72 0,0 0 31 15,0 2-64-15,3-1 41 0,-2 2-57 0,1 0 44 16,0 2-56-16,-1 2 46 0,0 2-55 0,0 0 42 15,-1 0-54-15,-3 0 47 0,2 2-52 0,-1 2 48 16,-3 1-55-16,0 1 59 0,-2 1-58 0,-2 1 54 16,-1 1-52-16,-2-1 55 0,0 1-52 0,-5 5 5 15,1-6 6-15,-1 7 6 0,-3-6 6 0,-1 3 5 16,2 0 9-16,-2-2 5 0,0-1 10 0,-1 0 3 16,1 2 9-16,1-6 6 0,-1 1 10 0,3 0 26 15,-1-2-49-15,7-4 43 0,-9 7-59 0,9-7 24 16,-9 3-40-16,9-3 26 0,0 0-7 0,0 0 0 0,0 0-13 15,-1-6-1-15,1 6-4 0,9-7 3 0,-4 1-6 16,3 3-1-16,0-2 8 0,2 1-10 16,0 0 1-16,0 1 0 0,2-1 0 0,-1 2 2 0,2 0-3 15,0 2 0-15,-2 0 1 0,3 0-2 0,-2 2-1 16,-1-1-1-16,1 3 0 0,-2-1 6 0,0 3-7 16,-1-1 3-16,0 1 1 0,-2 1 8 0,-7-7 5 15,7 14-25-15,-4-6 43 0,-2 6-33 0,-2-6 47 16,-2 4-40-16,-3 2 38 0,-2-2-4 0,-2 3-1 15,-3-2-14-15,0 1-4 0,-1-2-5 0,-5 2-2 16,1-4-47-16,0 2 41 0,-3-3-4 0,-1-1-22 16,0-1-17-16,-1-1-20 0,0-2-27 0,0-1-47 15,0-2-48-15,1-1-54 0,-1-1-74 0,-1-2-40 16,-3 0-48-16,4-3-132 0,-1-2-389 0,-3-2-482 16</inkml:trace>
  <inkml:trace contextRef="#ctx0" brushRef="#br0" timeOffset="-100959.05">15539 7340 218 0,'-9'-6'577'0,"0"0"-63"0,4 0-56 15,-4 0-12-15,4 1-46 0,-1-1-44 0,1 0-35 16,0 1-29-16,1-3-38 0,0 1-33 0,1 1-33 15,3-2-41-15,0 1-29 0,0-2-24 0,3 0-17 16,2 1-21-16,0 0-2 0,2 1-13 0,1 0-10 16,1 0-6-16,2 3-4 0,1-2-3 0,1 3 2 15,0 3 2-15,0 0-10 0,0 2-4 0,1 3-1 16,-2 0-2-16,1 4-2 0,-3 1-3 0,-2 4 6 0,1 0-1 16,-5 2-2-16,-4 2-42 0,-3 5 45 0,-1 2-42 15,-8 1 46-15,-4 6-48 0,-3-1 0 16,-4-1 50-16,-1 1-48 0,-2-2 51 0,-2-3-46 15,3-1 51-15,-2-3-41 0,3-3 50 0,2-4-43 0,3-1 60 16,3-5-27-16,0 1 67 0,-1-4-31 0,4-1 22 16,1-1 18-16,1-1 0 0,1-2-6 0,10-1-13 15,-15-2-5-15,15 2-11 0,-9-6-12 0,9 6-2 16,0-9-62-16,2 3 57 0,5-1-56 0,-1 0 59 16,8-2-63-16,0 1 59 0,7 1-11 0,0-2-4 15,2 4-6-15,3-3-7 0,6 1-2 0,1 3-14 16,1-1-28-16,1 0-29 0,1 2-40 0,0 1-41 15,0 0-66-15,-6 2-22 0,1-1-104 0,1 1-17 16,-2 0-78-16,1 0-66 0,-3 0-72 0,-1 1-354 16,-3-1-493-16</inkml:trace>
  <inkml:trace contextRef="#ctx0" brushRef="#br0" timeOffset="-100425.86">15903 5341 79 0,'-2'-12'546'16,"-1"0"-87"-16,1 3-27 0,-1 1-17 0,2 0-22 15,-2 2-53-15,2 0-48 0,1 6-37 0,-4-9-43 16,4 9-32-16,0 0 1 0,0 0 10 0,-5 8-30 15,4 4 32-15,0 5-41 0,-1 2-18 0,1 6-20 16,0 4-23-16,-1 3-20 0,1 3-7 0,1 1-19 16,1-2-16-16,1 1-54 0,-1 0-57 0,0-2-85 15,1-1-96-15,0 0-108 0,1-5-125 0,1-1-159 16,-2-1-277-16,3-2-505 0</inkml:trace>
  <inkml:trace contextRef="#ctx0" brushRef="#br0" timeOffset="-98572.88">16472 4901 124 0,'0'0'306'0,"-5"-5"-38"15,5 5-29-15,-4-5-16 0,4 5-21 0,-2-5-22 16,2 5-3-16,0 0 0 0,-7-5-1 0,7 5-49 16,0 0 37-16,-4-6-44 0,4 6 12 0,0 0-43 15,0 0 20-15,-6-4-14 0,6 4-12 0,0 0-11 16,0 0-17-16,0 0-8 0,0 0-10 0,0 0-6 15,0 0-1-15,-9 3 4 0,9-3 4 0,-1 7 4 16,1-7 11-16,-3 11-5 0,3-4 4 0,0 0-17 16,0 3 21-16,-1-1-12 0,0 2 15 0,1 2-9 15,0-1 17-15,0 1-17 0,0 4 14 0,0-3-12 16,1 4 10-16,0 0-16 0,-1 2 1 0,0-2-2 16,0 3 1-16,3 3-45 0,-3-1 55 0,1 0-1 15,-1 3-2-15,0 1 1 0,4-1-2 0,-4 0 3 16,1 2 4-16,-1 0 3 0,1-1 2 0,-1 2-7 0,0 0 6 15,0 0-2-15,2 0-7 0,-2-1-6 0,0 2-3 16,-2 3-1-16,2-3-10 0,0 0-32 16,0 2 56-16,0 2-21 0,0-4 39 0,0 4-54 0,0-1-3 15,0 2 4-15,2-1 2 0,-1 0 6 0,-1 2-1 16,1-2-4-16,0 2 3 0,1 0 6 0,0 1 30 16,0-2-35-16,-1 2 19 0,0-1-26 0,2 2 23 15,-2-1-35-15,2 0 28 0,-1 0-31 0,-2 1 2 16,3-2-2-16,-2 2 7 0,5 2-1 0,-3-4-2 15,-2 0-49-15,2 1 69 0,-1-1-57 0,0 1 75 16,-1 1-11-16,0-3-6 0,2 2 3 0,-1 0-8 16,0-1-3-16,-1 0 0 0,0 1 3 0,-1-1-9 15,1 0 3-15,2-1-3 0,-3 1-3 0,0 2 4 16,-3-2 2-16,2 0-8 0,0 0 0 0,0-1 2 16,-1 3-54-16,0-2 59 0,-1 1-51 0,1 0 54 15,-1-1-49-15,-1 5 52 0,0-4-7 0,0-1-3 16,-1 2-5-16,2-2 3 0,-1 0-5 0,0 5 2 0,1-4-1 15,-2-1 3-15,1 3 4 0,-2-2 0 0,2-2 3 16,0-1-3-16,-1 3 1 0,3-2-44 16,-2 0 50-16,0 1-46 0,-2-1 52 0,3 1-48 0,-1-1 50 15,-1 2-50-15,3-2 47 0,-2 0-32 0,0 2 28 16,1-2-47-16,-3 2 46 0,3-2-1 0,1 1-7 16,-1 1 0-16,-1-2-6 0,2 2 1 0,-1-1-3 15,-1-1-40-15,2 0 48 0,-1 1-45 0,0-4 50 16,0 4-41-16,2-2 40 0,-2 0-43 0,2-3 7 15,-3 4 2-15,4-2 3 0,-3 1 42 0,2-1-48 16,1-1 44-16,-2 2-42 0,0 0 42 0,1-3-50 16,0 1 49-16,1 1-45 0,-2 1 41 0,1-5-45 15,1 3 46-15,-1-3-4 0,1 0-46 0,-1 1 39 16,-1-1-35-16,2-1 45 0,0 1-43 0,0 0 43 16,-2-2-44-16,2 2 45 0,-1 5-43 0,1-8 40 15,0 3-41-15,0-4 4 0,0 3 6 0,1-1 0 16,-1 0 7-16,0 1 35 0,0-1-45 0,0-2 45 0,0 1-50 15,0 1 44-15,0-1-46 0,0-2 42 0,2 1-42 16,-2-4 49-16,0 4-51 0,0 0 48 16,0-2-49-16,0 3 46 0,0-6-44 0,0 2 46 0,0-2-45 15,0 2 44-15,0-1-45 0,0 0 46 0,0-1-32 16,0 0 26-16,0 1-40 0,0-1 45 0,0-1-37 16,0 0 43-16,0 0-41 0,-2 1 38 0,2-1-40 15,-1 1 45-15,1-1-42 0,0-2 2 0,-2 4 4 16,2-1 5-16,-1-1 1 0,1 1 4 0,0-1-7 15,-1 1 3-15,1-1 11 0,-1 1 24 0,1 1-44 16,-2-2 41-16,2 1-47 0,0-1 41 0,-1 0-43 16,0 1 40-16,1-1-42 0,-2 3 42 0,2-2-32 15,-1-1 31-15,1 0-41 0,0 0 41 0,1 0-38 0,1 0 39 16,-2-1-26-16,0 2 29 0,0-2-43 16,0 2 43-16,1-3-41 0,-1 2 39 0,1 0-38 15,-1-2 43-15,0 1-38 0,0 0 39 0,0-2-40 16,0 1 39-16,2 0-40 0,-4-3 44 0,4 3-40 0,-2-1 41 15,1-1-39-15,-1 0 8 0,1 1 0 0,-1-4 7 16,0 4-4-16,0-3 4 0,1 3 3 0,1-2 0 16,-2-1 0-16,0 4-2 0,1-1-1 0,-1 1 1 15,2-1-1-15,-2 2 0 0,0-4-2 0,0 0-1 16,0 2 5-16,0-2-8 0,0 3 2 0,0-1 38 16,0 1-39-16,0-2 30 0,0 2-40 0,0-2 34 15,0-1-38-15,-2 3 35 0,2-2-31 0,-1-1 34 16,1 3-40-16,0-3 31 0,0-2-32 0,-2 3 34 15,2-1-37-15,0 1 32 0,-1-2-31 0,1 0 30 16,0 0-33-16,0-1 36 0,0 0-38 0,0 2 34 16,0-3-33-16,0-1 38 0,0 1-40 0,0-4 37 15,0 3-37-15,0-1 36 0,0-1-35 0,0 2 38 16,0-3-35-16,-1 0 31 0,1-7-36 0,0 13 35 0,1-5-34 16,-2-1 36-16,2-1-38 0,-2 1 38 15,2 1-36-15,-1-2 37 0,-1 2-38 0,1-8 37 0,0 12-33 16,0-12 5-16,0 14 30 0,-1-7-39 0,2-1 37 15,-1-6-35-15,0 13 36 0,-1-7-32 0,1-6 32 16,0 11-39-16,0-11 36 0,0 11-33 16,0-11 33-16,0 10-36 0,0-10 35 0,0 7-33 0,0-7 34 15,0 0-33-15,1 7 34 0,-1-7-35 0,0 0 6 16,-1 10 29-16,1-10-35 0,0 0 36 0,0 0-37 16,0 9 36-16,0-9-40 0,0 0 36 0,0 0-37 15,0 9 31-15,0-9-40 0,0 0 12 0,0 0-52 16,0 0 30-16,0 5-61 0,0-5 23 0,0 0-82 15,0 0 12-15,0 0-110 0,0 0-25 0,0 0-83 16,0 0-55-16,0 0-83 0,-8-1 10 0,8 1-155 16,-8-7-530-16,4 2-794 0</inkml:trace>
  <inkml:trace contextRef="#ctx0" brushRef="#br0" timeOffset="-97608.77">15324 12301 46 0,'0'0'839'0,"-6"-8"-208"15,6 8-64-15,-5-4-39 0,5 4-38 0,0 0-83 16,-6-5 2-16,6 5-105 0,0 0 11 0,-7 4-94 16,7-4 43-16,-5 9-79 0,4-1 42 0,0 0-71 15,-1 1 30-15,0 4-74 0,0-1 29 0,1 1-23 16,1-2-28-16,0 3-8 0,0-2-15 0,0-2-7 15,1 0-8-15,3-1-2 0,-1 1-5 0,3-3-1 0,-1-1-5 16,3-2-8-16,5-4-6 0,0-2-5 16,3-3-7-16,6-5-2 0,4-6-41 0,4-3 42 15,5-2-57-15,-4-3 31 0,3 0-44 0,-1-3 40 0,0 2-44 16,-1-2 49-16,1 2-68 0,1-2 16 0,-2 1-100 16,0 1 1-16,-2 0-57 0,0 0-58 0,-1 3-34 15,-1 0-140-15,0 1-26 0,-1 0-133 16,1 3-554-16,-1 1-782 0</inkml:trace>
  <inkml:trace contextRef="#ctx0" brushRef="#br0" timeOffset="-93477.09">23790 2355 298 0,'-4'-7'244'0,"4"7"1"0,0 0-65 0,-3-6 34 16,3 6-66-16,0 0 20 0,-3-8-42 15,3 8 35-15,0 0-42 0,-4-8 7 0,4 8-1 16,0 0-11-16,0-6-1 0,0 6-2 0,0 0-16 0,0 0-6 16,-4-6-4-16,4 6-8 0,0 0-9 0,0 0-2 15,0 0-17-15,0 0 0 0,0 0-6 0,0 0 5 16,-5 6 9-16,5-6-1 0,-1 10 1 15,1-10-21-15,-1 11 8 0,1-11-18 0,-2 10 10 0,2-10-16 16,0 9 11-16,0-9-20 0,3 9 22 0,-3-9 6 16,4 8 4-16,-4-8-1 0,10 4 1 0,-10-4-4 15,18 0-16-15,-5-4 2 0,3 0 2 0,1-1-7 16,5-3-6-16,1-1-3 0,3-1-3 0,1-1-4 16,1 0-2-16,-1 0 3 0,-1 0-6 0,1 2-25 15,-4-3-29-15,-1 6-35 0,-1-5-46 0,1 5-65 16,-2-1-51-16,-2 0 10 0,1 2-95 0,0-2-52 15,-3 4-303-15,0-1-199 0</inkml:trace>
  <inkml:trace contextRef="#ctx0" brushRef="#br0" timeOffset="-92394.08">17208 5524 397 0,'-3'-8'381'15,"2"-1"-76"-15,-1 1 13 0,0 3-93 16,0-4 31-16,-1 3-60 0,3 6-2 0,-2-12-1 16,2 12-18-16,0-9-23 0,0 9-21 0,-3-8-22 0,3 8-11 15,0 0-10-15,-2-7 21 0,2 7-6 0,0 0 35 16,-2 11-2-16,2-3 9 0,0 4-13 0,0-1-5 15,0 5-24-15,0 1-3 0,2 2-12 0,-2 1-17 16,0-1-15-16,0 2-9 0,0-1-7 0,0 2-11 16,0 0 0-16,0-2-6 0,0 2-4 0,0-1-7 15,0-2-1-15,0 3-7 0,0-2-43 0,0 1 8 16,0-2-74-16,0 1 9 0,0 0-115 0,0-1-15 16,0 1-80-16,0 0-63 0,0-1-63 0,-3 1-487 15,3 0-486-15</inkml:trace>
  <inkml:trace contextRef="#ctx0" brushRef="#br0" timeOffset="-91876.89">16979 7132 442 0,'0'0'469'16,"0"0"-85"-16,-5-4 8 0,5 4-82 0,-2-5 27 16,2 5-83-16,-3-6 6 0,3 6-85 0,-1-7 22 15,1 7-74-15,1-7 26 0,-1 7-56 0,5-9 36 16,-5 9-63-16,7-8 37 0,0 4-61 0,-7 4 41 15,13-5-51-15,-13 5 38 0,18-3-44 0,-18 3 35 16,20 3-53-16,-7-3 49 0,-1 4-46 0,0 1 37 16,1 2-48-16,-2 0 40 0,0 3-53 0,-1 1 48 15,-1 0-48-15,-1 3 45 0,-3 1-51 0,-1-1 50 16,-2 3-54-16,-2 1 46 0,-2 0-50 0,-2 3 47 16,-1 0-47-16,-5 1 44 0,-1 1-49 0,0 1 5 15,-5-3 5-15,0 1 2 0,2-1 7 0,0-4 3 0,0-4 9 16,0 3-1-16,2-4 3 0,2-3 13 0,1 0 14 15,0-3 1-15,3 1-5 0,-1 0-5 0,7-7-9 16,-6 5-1-16,6-5-1 0,0 0 3 0,0 0-2 16,0 0 9-16,13 0-7 0,-3-2 2 0,3 0-2 15,1-2 1-15,2-2-2 0,2 4 0 0,1-2 48 16,4 1-61-16,2-3 42 0,-4 3-50 0,4 1 41 16,-4-1-49-16,2 2 27 0,-3 0-96 0,1 1 1 15,0 0-116-15,-3 1-6 0,-1 1-86 0,0 2-53 16,-3 2-52-16,-1-1-537 0,-3 2-514 0</inkml:trace>
  <inkml:trace contextRef="#ctx0" brushRef="#br0" timeOffset="-91293.89">16918 8825 207 0,'6'-5'538'15,"-6"5"-78"-15,7-6-31 0,-7 6-14 0,4-5-41 16,-4 5-48-16,0 0-38 0,0 0-29 0,0 0-24 15,0 0-18-15,0 0-22 0,-2 10-3 0,-3-1-42 0,-2 1-22 16,-2 4-17-16,0-3-12 0,-3 3-7 16,-2 2-41-16,4 0 24 0,-3 0-46 0,2-1 26 15,-2-1-44-15,3 1 30 0,1-1-42 0,-1-2 41 0,3 0-51 16,1 0 32-16,-1-4-36 0,5 3 34 0,-1-3-39 16,2 0 43-16,1-8-43 0,1 11 36 0,4-5-34 15,-5-6 39-15,13 7-39 0,-2-7 37 0,1 2-33 16,2-4 34-16,0 2-37 0,5-2 36 0,1-1-35 15,1 1 34-15,0-1-34 0,2-1 37 0,-3 1-39 16,3 1 37-16,-2-1-38 0,-1 1 36 0,-1 1-48 16,-1-3 17-16,-3 4-31 0,0-1-20 0,-3 1-33 15,0-1-43-15,-12 1-47 0,19 0-59 0,-19 0-55 16,13 1 16-16,-13-1-109 0,7 5-85 0,-7-5-387 16,0 0-420-16</inkml:trace>
  <inkml:trace contextRef="#ctx0" brushRef="#br0" timeOffset="-91044.03">17066 8903 150 0,'-5'-9'642'0,"3"3"-101"0,-1-1-37 0,3 7-32 0,-4-9-73 16,4 9-35-16,-4-9-51 0,4 9-30 0,-6-6-32 16,6 6-28-16,0 0-9 0,0 0-10 0,-4 8-17 15,2-1-63-15,0 5 45 0,1 0-73 16,-2 5 44-16,2 1-77 0,-1 0-4 0,0 7-15 0,0 3-10 15,-2-3-11-15,1 4-4 0,0 0 55 0,-2 1-78 16,3-2 28-16,0 0-83 0,-1-3 32 0,2 1-68 16,-1-1-4-16,1-2-57 0,1-3-53 0,0 0-52 15,0 1-60-15,0-5-50 0,0 1-38 0,0-3-92 16,0 1-470-16,0-3-561 0</inkml:trace>
  <inkml:trace contextRef="#ctx0" brushRef="#br0" timeOffset="-90310.34">16720 10326 616 0,'0'0'579'16,"0"0"-120"-16,-4-9-50 0,4 9-45 0,-1-8-56 15,1 8-41-15,2-12-41 0,0 4-17 0,1 0-30 16,3 0-32-16,-1 0-26 0,1-1-24 0,4 2-21 0,-2-1-14 16,1 2-10-16,1 0-14 0,-1 1-9 0,3 3-3 15,-2-1-3-15,0 3-7 0,-10 0-2 16,19 0-5-16,-10 3-2 0,0 1-4 0,-2 2 0 15,0-1-4-15,-2 4 2 0,-2 1 4 0,-2 2-4 0,-1 1-1 16,-1 0 3-16,-2 2 0 0,-3 0-3 0,-2 1 1 16,1 1 2-16,-2 0 0 0,-3 0 1 0,3-1 3 15,-2-2 4-15,1-2 8 0,1 1 14 0,-1-5 16 16,4 2-6-16,-1-5 33 0,0 2-37 0,3-2 15 16,4-5-43-16,-9 7 33 0,9-7-40 0,0 0 22 15,0 0-4-15,0 0-2 0,0-10-4 0,4 6 4 16,3-2-12-16,0 0-1 0,3-1-1 0,1-1 2 15,0 3-4-15,3-2 1 0,-1 1 8 0,2 0-9 16,-2 1 0-16,4 1 0 0,-3 1 1 0,0 2 4 16,-1-1 1-16,1 2 2 0,-3 2 3 0,1-1 9 15,-1 1-25-15,-1 2 55 0,-2 1-29 0,2 2 65 16,-5 2-54-16,-1 0 67 0,-1-1-65 0,-2 4 7 0,-2-1 2 16,-2 1-8-16,-2 3-20 0,-4-1 14 0,0 2-21 15,-2 0 14-15,-5 0-5 0,2-1-4 16,-7 0-2-16,0 2-16 0,1-3-15 0,-1-3-4 15,0 0-10-15,0-4-16 0,-2 3 33 0,1-5-68 0,2 1 18 16,-1-2-60-16,1-1-34 0,2-2-57 0,0-1-56 16,-1-3-43-16,1-2-94 0,-1-1-41 0,1-2-131 15,2-4-311-15,0-2-451 0</inkml:trace>
  <inkml:trace contextRef="#ctx0" brushRef="#br0" timeOffset="-88444.07">17774 5199 115 0,'-5'-7'255'0,"5"7"-68"15,-4-7-3-15,4 7-40 0,-2-4 14 0,2 4-24 16,0 0 14-16,-3-7-37 0,3 7 36 0,0 0-44 16,-2-6 33-16,2 6-42 0,0 0 38 0,0 0-51 15,0 0 46-15,-2-5-47 0,2 5 1 0,0 0-1 16,0 0-2-16,0 0 4 0,0 0-1 0,0 0 4 15,0 0-8-15,0 0-4 0,0 0 4 0,0 0 11 16,-8 4 0-16,8-4 2 0,-1 9 4 0,1-3 4 16,-1 2-1-16,0 1 3 0,-2 5-13 0,2-2 1 15,1 5-2-15,-1 2-6 0,-1 1-1 0,1 4-4 0,1 2 2 16,0 0-8-16,0 2-7 0,0 1-5 16,-1 4-5-16,1 2-1 0,1-1-5 0,-1 2-1 15,0 0-3-15,1 1-2 0,1 1-39 0,-1-3 51 0,4 3-43 16,-4-2 47-16,3 6-38 0,0-6 6 0,0 6 42 15,0 4-51-15,0-3 39 0,-1 0-47 0,2 0 42 16,-1 1-50-16,0-1 47 0,1 3-51 16,-1-2 44-16,0-1-48 0,0 1 49 0,-2 0-53 0,3-1 4 15,-1-1 2-15,-1 1 3 0,-1-5-30 0,2 4 45 16,-1 1-39-16,-1-6 50 0,2 6-7 0,-4-6 5 16,4 8 12-16,0-4-5 0,-2-2 2 0,-1 3-11 15,2-4-2-15,0 6-2 0,-1-8 1 0,1 2 1 16,-2-1-5-16,0 1 3 0,3-1-42 0,-1 0 40 15,-2-2-42-15,4 2 50 0,-2 0-44 0,-1-1 47 16,1-1-48-16,-1 2 56 0,2-4-55 0,-1 2 45 16,-2-2-44-16,2 1 47 0,-1-1 0 0,0 1-3 15,-1-1-11-15,0-1-3 0,0-3 1 0,3-1-2 0,-3 0-2 16,-1 0 1-16,2 0 2 0,-1 2-4 16,-1-3 2-16,1 1-47 0,-1-1 48 0,1 0-39 15,1 0 55-15,-2-1-52 0,1 3 66 0,-1-4-55 16,0 3 4-16,0-2 4 0,0 2 1 0,1-2 11 0,-1 0 42 15,0 1-34-15,-1 0 58 0,0 0-66 0,-1-3 59 16,1 2-70-16,1-1 53 0,0 1-52 16,0-2 83-16,-1 3-67 0,0-3 51 0,1 0-67 0,-2 1 58 15,2 1-54-15,-1-3 81 0,0 3-68 0,-2-1 56 16,2 0-63-16,0 0 50 0,-2 1-58 0,3-2 58 16,-1 1-62-16,-3 1 2 0,3 0 2 0,-2 2 4 15,1-4 1-15,-1 2-1 0,2 1 0 0,-2 0-15 16,-1-1 41-16,2 1-1 0,-3 4-12 0,2 1 2 15,-2-2 69-15,3-4-77 0,-2 4 54 0,0 2-56 16,1-3 51-16,-3-2-61 0,5-1 49 0,-2 4-57 16,-1-1 59-16,4-3-58 0,-4 1 51 0,3 2-55 15,-1-3 55-15,0 1-57 0,2 0 52 0,-2 1-49 16,0-1 56-16,1-2-49 0,0 4 3 0,1-5 2 16,-1 4 8-16,-1-3 4 0,2 0-1 0,0 3-3 15,-1-3 2-15,0 0 2 0,1 1-3 0,0-2-1 16,0 2 1-16,0 1 4 0,0-3 44 0,0 0-60 0,0 0 47 15,0 0-42-15,0 1 39 0,0 0-50 0,0-2 44 16,0 0-51-16,1-3 51 0,-1 2-52 16,0-2 53-16,0 2-48 0,0-1 44 0,0 0-49 0,0 0 50 15,0 0-52-15,0-2 52 0,1 1-46 0,-1-1 41 16,0 1-43-16,-1 1 19 0,0-1-15 0,1 1 2 16,0-1 9-16,-3 0 0 0,2 1-3 0,1 0 1 15,0 0 4-15,0-2 0 0,-1 2 2 0,1-1 0 16,-2 1 2-16,1-1-3 0,1 0-1 0,0 1 3 15,0-1-1-15,0-1 5 0,0 2-4 0,0-1 45 16,0-2-55-16,0 2 44 0,0-3-48 0,0 3 47 16,0-3-53-16,1 0 50 0,-1 2-50 0,2-2 48 15,-2-1-49-15,0 1 48 0,0-2-50 0,0 2 48 0,0-2-45 16,0 0 46-16,0-1-49 0,0 0 50 16,0 1-48-16,-2-1 44 0,1 1-28 0,1-2 29 15,0 2-50-15,0 0 49 0,0 0-47 0,-1-3 48 0,0 2-46 16,1 3 50-16,-2-2-54 0,1-2 6 0,1 1 6 15,0 3 4-15,0 0 2 0,-1-2-1 0,1 2 1 16,-2-1 2-16,1 1 0 0,1 0 7 0,0-1-3 16,0 1 1-16,0 0-1 0,0 1 0 0,0-2 1 15,-1 1-1-15,1 1 3 0,-1-4 2 0,1 3-2 16,0-4-1-16,-2 3 1 0,2-2 47 0,-1 1-52 16,1-3 41-16,0 4-52 0,0-2 47 0,0 1-49 15,0-2 48-15,0 2-52 0,0-1 49 0,0 0-51 16,0-1 52-16,0 1-53 0,0 1 49 0,0-3-50 15,0 0 53-15,0 3-51 0,0-2 51 0,0-1-53 16,0-1 50-16,1 1-51 0,-1 0 51 0,0-2-49 16,0 0 49-16,0-1-50 0,2-2 50 0,-2 3-33 15,0-3 27-15,0 1-49 0,-2-1 47 0,2 0-45 0,0-7 48 16,0 11-51-16,0-11 39 0,-1 10-60 16,1-10 41-16,0 8-62 0,0-8 59 0,0 8-65 15,0-8 55-15,0 0-74 0,0 9 53 0,0-9-62 0,0 0 37 16,0 12-66-16,0-12 39 0,0 0-49 0,-1 8 25 15,1-8-16-15,0 0-17 0,-3 9-18 0,3-9-21 16,0 0-25-16,0 0-52 0,0 5-38 0,0-5-30 16,0 0-26-16,0 0-102 0,0 0-389 0,0 0-403 15</inkml:trace>
  <inkml:trace contextRef="#ctx0" brushRef="#br0" timeOffset="-73863.01">18545 5536 230 0,'0'0'231'0,"6"-6"-17"0,-6 6-13 0,9-7-20 16,-3 3 40-16,1 1-42 0,-1 0 42 0,2-3-41 16,1 1 43-16,-2 2-46 0,2-2 0 0,0 1 0 0,1-1 6 15,0 2 20-15,-1-2-26 0,1 3 25 16,-4-3-17-16,-6 5 16 0,14-3 3 0,-14 3-6 15,10-4-6-15,-10 4-11 0,0 0-10 0,9-4-8 16,-9 4-28-16,0 0-26 0,0 0-26 0,0 0-13 0,-11-1-14 16,11 1-11-16,-19 2-15 0,8 1-5 0,-4-1-1 15,2 0-4-15,-1-1-2 0,-2 1-4 16,-1 2-5-16,2-2-4 0,-2-1-1 0,4 1 0 16,1 0 2-16,0-1-7 0,-1 1-5 0,13-2 2 0,-18 0-6 15,18 0 2-15,-17 2-4 0,17-2-4 0,-13 1-1 16,13-1-2-16,-11 6 5 0,11-6 1 0,-12 6 2 15,7 1 2-15,-1 0 0 0,2 0 5 0,1 1-1 16,-2 1 2-16,2 1-3 0,1-3 1 0,-1 4 5 16,0-1 0-16,2 1 0 0,0-2 0 0,0 0-3 15,-1 0 7-15,2-2-9 0,-1 2 4 0,0-4 0 16,1 3-3-16,0-8 2 0,0 10 0 0,0-10-1 16,-2 11 1-16,2-11 1 0,0 7 2 0,0-7 2 15,0 0 2-15,3 8 2 0,-3-8-2 0,0 0-1 16,0 0-5-16,12-3 4 0,-12 3 0 0,12-6-4 15,-7 1 1-15,3 2 1 0,1-4-2 0,1 2-5 16,-1 2 5-16,2 0-4 0,0-1 0 0,-1 1-4 16,3 1 5-16,1 2 3 0,-1 1-4 0,2 0 3 15,1 5-2-15,0-2 0 0,-2 1 3 0,4 3-2 0,0-1 1 16,-3 2 0-16,2 2 0 0,-2 1 4 16,-1 1-3-16,-2 0 0 0,-2-1 3 0,0-2-4 15,-2 3 5-15,-2 0-2 0,-2 0 2 0,-1-1-35 16,-1 2 57-16,-4-4-25 0,-1 2 58 0,-1 3-22 0,-1-4 14 15,-4 1 18-15,0 1 6 0,-2-4 9 0,-3 2 5 16,0-2 4-16,-3-2-3 0,3 0 1 16,-4-2-2-16,1 1 4 0,1-1-5 0,-1-2-1 0,1-2-12 15,1 1-5-15,2-2-11 0,-2 0-9 0,1 0-15 16,4 0 1-16,-1-2-11 0,-1 1-4 0,12 1-20 16,-17 0-20-16,17 0-35 0,-13 0-28 0,13 0-74 15,-12-2-43-15,12 2-113 0,0 0-1 0,-9 3-58 16,9-3-66-16,1 8-92 0,-1-8-143 0,4 13-455 15,0-3-742-15</inkml:trace>
  <inkml:trace contextRef="#ctx0" brushRef="#br0" timeOffset="-73229.94">18408 7478 675 0,'0'0'578'0,"-6"-6"-37"0,6 6-73 0,-7-7 0 16,7 7-95-16,-4-10 6 0,4 10-105 0,-2-9 3 16,2 9-87-16,2-13 18 0,2 8-82 0,1-3 34 15,3 0-68-15,2 2 30 0,2-2-59 0,2 0 34 16,-3 4-63-16,3-1 37 0,2 1-55 0,-4 1-1 15,4 1-12-15,-3 1-3 0,2 2 0 0,-2 1-3 0,-1 1-1 16,1 2 0-16,0 2 7 0,-3-1-7 16,-1 5 2-16,-2-2 2 0,-1 3 0 0,-5 0-35 15,-1 1 45-15,-4 5-36 0,1-2 44 0,-5 4-3 0,-2 1-3 16,-4 1-2-16,-2 1 3 0,-3-1 3 0,-4 2-7 16,4-3 0-16,-3-3 6 0,1 2 1 0,1-8 14 15,0 5-3-15,1-5 18 0,3-2 24 16,1-1 17-16,2 0 21 0,2-3-16 0,1 0-7 0,2 0-3 15,0-3-15-15,8-3-12 0,-11 7-12 0,11-7-4 16,0 0-11-16,0 0-4 0,0 0-2 0,0 0-2 16,12-5-2-16,-1 2-3 0,0 1 1 0,3-1-8 15,2-1 4-15,1 1-2 0,4-1-58 0,-3 0 63 16,3 3-2-16,1-2-11 0,-1 2-66 0,-1 0 45 16,3 0-17-16,-4 1-17 0,2 0-24 0,-2 1-36 15,-1 0-33-15,0 0-46 0,-3 1-1 0,2 0-94 16,-1 1-4-16,-2 1-98 0,-1 0-41 0,-2 2-24 15,1-2-115-15,1 4-350 0,-3-1-490 0</inkml:trace>
  <inkml:trace contextRef="#ctx0" brushRef="#br0" timeOffset="-72646.92">18230 9215 87 0,'0'-6'462'15,"0"6"-92"-15,0-15-41 0,0 9-36 0,0-2-3 16,0 2-3-16,0 6 1 0,0-14-24 0,0 14-14 16,1-10-16-16,-1 10-18 0,2-10-18 0,-2 10-24 0,1-7-22 15,-1 7-21-15,0 0-14 0,1-9-13 16,-1 9-16-16,0 0-17 0,0 0 2 0,0 0 16 15,0 0 5-15,0 0-2 0,4 7 9 0,-4-7 2 0,-2 13 0 16,-1-3-9-16,2 1-1 0,-5 0-12 0,-1 4-13 16,1 0-10-16,-3 1-7 0,0 1-5 0,-1-3-12 15,2 1-6-15,0-1-3 0,-2-2-2 0,4-1 0 16,-1 0-8-16,2-3-4 0,-1 1 18 0,2-3-23 16,0-1 2-16,2 2-4 0,2-7 9 0,-2 9-3 15,2-9 2-15,4 5 3 0,-4-5-1 0,14 5-1 16,-1-7 4-16,1 2-7 0,1-3 1 0,6 2 0 15,-2-3 13-15,5 2-19 0,0-2-1 0,3 0 13 16,-1-2-13-16,-2 3-4 0,2 0 1 0,-2-2 2 16,2 1-6-16,-2-1-4 0,-5 3-23 0,0-1-25 15,0 0-13-15,-2-1-40 0,-2 2-30 0,-2-1-47 16,1 1-9-16,0 0-92 0,-5-1-6 0,-9 3-86 16,17-1-23-16,-17 1-19 0,11-2-108 0,-11 2-367 0,0 0-457 15</inkml:trace>
  <inkml:trace contextRef="#ctx0" brushRef="#br0" timeOffset="-72413.04">18496 9177 357 0,'-8'-6'603'0,"3"-3"-69"0,-1 4-17 16,-2-2-9-16,5 2-34 0,3 5-31 0,-8-9-41 0,8 9-105 16,-8-5 0-16,8 5-109 0,-6-6 14 0,6 6-55 15,0 0 73-15,-9 7-52 0,6-1 45 0,1 4-19 16,-1 2-21-16,2 2-18 0,0 3-21 0,-1 1-28 15,1 1-18-15,0 0-19 0,-2 3-20 0,3 1-3 16,0 2-8-16,0-3-16 0,-1-1-36 0,1 1-22 16,0-1-44-16,0 2-55 0,0-2-68 0,0-1-62 15,0 1-25-15,-2-3-122 0,2 2-41 0,-1-2-78 16,1 2-140-16,-2-3-441 0,-2 0-729 0</inkml:trace>
  <inkml:trace contextRef="#ctx0" brushRef="#br0" timeOffset="-71812.06">18261 10372 78 0,'0'0'847'0,"-1"-11"-276"15,1 11-59-15,-3-8-116 0,3 8-6 0,0-10-95 16,0 10-4-16,3-12-98 0,-1 7 16 0,3-3-80 15,0 4 30-15,3-4-75 0,2 1 34 0,1 1-65 16,0 1 35-16,3-1-66 0,-1 3 38 0,0 2-60 0,-1 0 43 16,0-1-55-16,1 4 47 0,-3-1-50 0,3 1 44 15,-6 1-47-15,1 2 60 0,-1 3-36 16,-5-3 66-16,2 5-48 0,-4-2 54 0,2 3-48 16,-8-1 51-16,1 3-49 0,-3 0 10 0,-3 0 14 0,-2 2 11 15,0-2-1-15,-1-2 11 0,3 1 0 0,-1-2-42 16,1-1 60-16,-1-1-53 0,3-1 67 0,4 0-48 15,-4-2 54-15,4 0-19 0,0-1-21 0,5-4-18 16,-9 5-9-16,9-5-11 0,0 0-8 0,0 0-5 16,9 4-3-16,-9-4-11 0,14 0 0 0,-14 0-7 15,19-1 1-15,-19 1-4 0,26 0 2 0,-15 1-1 16,2 2-2-16,2 0 5 0,-3 0-2 0,2 1-53 16,-1 1 63-16,-1 2-50 0,0 0 57 0,-2 0-48 15,0 2 66-15,-3 0-45 0,-1 0 62 0,-3 1-47 16,-2 0 57-16,-1 0-46 0,0 1 51 0,-4 2-49 15,0-1 47-15,-5 1-60 0,-1 0 41 0,-3 2-50 16,-2-4 45-16,0 1-57 0,-4-1 19 0,1 1-46 0,-4-2-49 16,0-3-129-16,-2-2-35 0,2 2-92 0,-2-5-115 15,2 0-85-15,-1-4-137 0,0-3-539 0,0-1-829 16</inkml:trace>
  <inkml:trace contextRef="#ctx0" brushRef="#br0" timeOffset="-69930.13">19233 5356 159 0,'3'-10'284'0,"-3"10"-22"0,1-7-51 0,-1 7 16 16,0-7-49-16,0 7 4 0,0-7-45 0,0 7 33 16,1-8-47-16,-1 8 3 0,0-7 1 0,0 7 5 15,0 0-7-15,0-8-12 0,0 8-5 16,0 0-13-16,0 0-17 0,-1-7-11 0,1 7-14 0,0 0-13 15,0 0-8-15,0 0 8 0,0 0 19 0,-2 7 31 16,0-1-15-16,2 1 30 0,0 4-15 16,0-1 17-16,-1 3-20 0,0 4 14 0,1 2-13 15,0 0 11-15,0 6-7 0,0 1 7 0,1 1-7 0,0 1-1 16,1 0-4-16,-1 5-4 0,0 1 2 0,0 0-5 16,2 1 14-16,0 0-9 0,-1 1-13 0,-1-2-47 15,2 3 52-15,0 1-45 0,-1 5 47 0,1 1-36 16,-1 0 44-16,3 0-50 0,-3 2 15 0,0-1 25 15,-1 2-40-15,2 1 35 0,-2-3-36 0,2-1 28 16,-2 5-20-16,-1-5 25 0,3 1-34 0,-1 1 4 16,-2 0 9-16,2 0 2 0,0-2-12 0,-2 3-2 15,1-1 19-15,1 1-21 0,0-1 8 0,-2-1-17 16,1 2 12-16,1-1-8 0,0 0 9 0,-2-3-13 16,3 1 15-16,-2 0-1 0,-1-6-4 0,3 0-2 0,-2 0 0 15,0 1 16-15,-1-1-47 0,2 0 40 16,-1 1-4-16,-1 0 3 0,0 7-8 0,0-8-4 0,0 2 3 15,0-1 7-15,-1 4-4 0,-1-4-8 0,2 6 8 16,-1-1 0-16,0-7-2 0,-2 1-7 0,2 6 5 16,-1-5-6-16,1 5-3 0,-1-6 0 0,-1 1-37 15,3-1 38-15,-4 5-33 0,3 3 36 0,-1-3-37 16,0 0 36-16,2-4-4 0,-2 0-2 0,2 0-4 16,-3 5-2-16,3-4 1 0,0-2-5 0,-1 1 2 15,0 0-2-15,-1 0 0 0,2 0-2 0,0 1 1 16,0-2-31-16,-1 1 35 0,0 0-32 0,1 1 40 15,0-1-34-15,-2 0 33 0,1-1-34 0,1 1 30 16,0-1 5-16,-1 0-3 0,1 0-2 0,-1 1-3 16,1-3-4-16,0 3 0 0,-4-2 4 0,4 1-2 15,0-3-12-15,-4 3 12 0,4-3-4 0,-1 3 2 16,1-2-32-16,0-2 38 0,-1 3-28 0,1-3 29 16,-2 1-34-16,1 1 37 0,0-4-32 0,-2 3 35 0,3-1-38 15,-1 0 35-15,-2-1-34 0,3-1 34 16,-1 2-34-16,0 0 36 0,-2-2-2 0,3 0-31 0,-1-3 26 15,-1 0 0-15,1-1-1 0,1 0-3 0,-1 0 2 16,0 0-36-16,1 0 37 0,-2-1-32 0,2 0 36 16,-1-1-32-16,0-1 32 0,1 3-31 0,-3-3 32 15,2-1-31-15,1 2 35 0,0-1-35 0,0-6 26 16,-1 2-8-16,1 0-7 0,0 0-4 0,-1-2 33 16,1 1-38-16,0-1 33 0,0 0-30 0,0-1 34 15,1 0-33-15,-1-1 37 0,0 0-33 0,1 2 33 16,-1-3-30-16,0-1 34 0,0 1-31 0,1-4 19 15,2 3-18-15,-3-1 15 0,1 0-4 0,0-2 30 16,-1 3-34-16,2-2 28 0,-2 1-29 0,1-2 26 0,0 4-31 16,-1-2 24-16,0-3-29 0,0 3 16 15,3-1-16-15,-2 1 22 0,-1-2-25 0,1 1 19 16,1-1-17-16,0 0 13 0,-2 2-19 0,1-2 28 16,1-1-29-16,-1 2 26 0,2-3-24 0,-2 2 23 0,0 1-21 15,-1-2 17-15,2 1-22 0,0-2 26 16,-2 2-26-16,4-2 25 0,-2 0-25 0,0 1 25 15,-1-2-26-15,0 2 28 0,-1-3-27 0,3 2 26 0,-3-1-25 16,2-1 2-16,-2 1 2 0,0 1 2 0,2-1 2 16,-1 1 1-16,0 0 0 0,-1 1 3 0,0-1-2 15,0-2-1-15,0 0 2 0,1 2-2 0,1-3 5 16,-2 1-4-16,1 1-2 0,-1-1 1 0,1-1 2 16,-1 0-2-16,0 2-34 0,0-3 44 0,0 4-4 15,2-3-1-15,-2 1-2 0,0 0 2 0,0 0-4 16,2 0 11-16,-2-1-8 0,0 0-5 0,0 1 1 15,0-1 1-15,0 0-2 0,0-7 6 0,0 12-3 16,0-12-3-16,0 13-1 0,0-13 3 0,0 12 0 16,0-12 0-16,0 11-4 0,0-2 7 0,0-9-1 15,0 12-2-15,0-12 2 0,0 13-1 0,0-13 2 16,0 12-1-16,0-12-5 0,0 12 1 0,0-4 0 0,0-8 1 16,0 12 4-16,0-12-4 0,0 11-3 0,0-11 3 15,0 12 22-15,0-12-26 0,3 11 23 16,-3-11-26-16,0 11 15 0,0-11-16 0,2 10 27 0,-2-10-26 15,0 9 20-15,0-9-18 0,3 10 1 0,-3-10 20 16,0 9-26-16,0-9 26 0,1 10-27 0,-1-10 24 16,1 8-24-16,-1-8 26 0,0 5-26 0,0-5 23 15,0 8-21-15,0-8 7 0,0 0-12 0,3 7 2 16,-3-7 17-16,0 0-33 0,0 0 29 0,0 0-30 16,1 6 30-16,-1-6-28 0,0 0 25 0,0 0-39 15,0 0 27-15,0 0-39 0,0 0 32 0,1 7-32 16,-1-7 32-16,0 0-31 0,2 6 40 0,-2-6-45 15,2 7 37-15,-2-7-37 0,0 5 28 0,0-5-43 16,2 9 29-16,-2-9-63 0,1 7 18 0,-1-7-77 16,1 8 14-16,-1-8-107 0,0 0-8 0,4 6-76 15,-4-6-77-15,0 0-101 0,0 0-54 0,0 0-166 16,0 0-417-16,0 0-773 0</inkml:trace>
  <inkml:trace contextRef="#ctx0" brushRef="#br0" timeOffset="-69046.95">18197 12216 756 0,'0'0'683'0,"0"-8"-129"0,0 8-84 0,0 0-71 16,-2-10-45-16,2 10-73 0,0 0-1 0,-2 8-77 15,2 0 3-15,2 1-23 0,-1 1-31 0,0 4-18 16,4-1-19-16,-2 2-17 0,1-1-17 0,1 1-7 16,-1-1 2-16,2-2 1 0,0 0 11 0,3-3 9 15,0-1 15-15,3-3 24 0,-1-3 21 0,3-3 6 16,4-3-46-16,4-3 40 0,2-6-52 0,3-3 33 16,4-4-49-16,-1-3-5 0,2-2-5 0,3-2-11 0,-1-2 26 15,5-5-52-15,2-3 25 0,-1 4-50 16,3-4 20-16,-2 2-62 0,2 1 7 0,-2 2-41 15,-5 5-47-15,-2 0-72 0,2-1-84 0,-2 5-92 0,1-2-21 16,-2 4-116-16,4-1-38 0,-2 1-98 0,3 3-636 16,-4-2-872-16</inkml:trace>
  <inkml:trace contextRef="#ctx0" brushRef="#br0" timeOffset="-66514.05">25070 2193 287 0,'0'0'370'0,"0"0"-104"0,-10 1 25 16,10-1-82-16,0 0 9 0,-9 2-52 0,9-2-2 15,0 0-26-15,0 0-10 0,-7 5-22 0,7-5-22 16,0 0 20-16,-5 4 10 0,5-4 0 0,-2 8 12 16,0-2-11-16,-1 2 6 0,2 1-28 0,-3 2 7 0,2-1-21 15,-1 3-1-15,0-3-13 0,2 1 1 16,-3 0-19-16,3 0 0 0,-2 0-19 0,2-1 5 15,1-2-16-15,-1 1 19 0,1-2-12 0,0-1 10 16,1 0-11-16,-1-6 14 0,9 10-16 0,3-8 11 0,-1-2-17 16,8-2 10-16,4-3-17 0,8-5 12 0,10-3-27 15,0 0 6-15,2-1-20 0,3-3-17 16,0 0-25-16,0 2-43 0,3-2-10 0,-2 0-36 0,0 2-46 16,-2 1-8-16,2-1-34 0,-3 1-20 0,2 1-28 15,-3 0-83-15,1 0-253 0,-3 1-133 0</inkml:trace>
  <inkml:trace contextRef="#ctx0" brushRef="#br0" timeOffset="-58514.84">25856 8993 82 0,'2'-18'632'0,"-2"4"-183"15,1 2-102-15,-1-1-53 0,0 4-22 0,0 0-14 16,-1 1-29-16,1 8-74 0,-2-11-6 0,2 11-39 16,0 0 40-16,-2 7-22 0,-1 5-6 0,2 5 4 15,-3 8-49-15,0 5 46 0,1 6-23 0,0 9-16 16,-1 0-17-16,3 4-14 0,0-3-7 0,-1 2-8 15,2-4-9-15,0-5-6 0,0-1 2 0,2-3-9 16,-2 0-12-16,1 1-30 0,-1-11-30 0,1 3-43 16,-1-3-99-16,0-6 4 0,3 1-59 0,-3-2-26 15,1-5-27-15,0-1-20 0,-1 0-81 0,2-5-237 16,-2 0-155-16</inkml:trace>
  <inkml:trace contextRef="#ctx0" brushRef="#br0" timeOffset="-58281.93">25832 9472 23 0,'-1'-27'400'0,"0"-4"-80"0,-1-3-34 16,0 0-6-16,2-2-32 0,0 4 19 0,1-2-67 16,2 1 37-16,-1 1-35 0,5 3-36 0,0-1-19 15,1 4-22-15,3 0-10 0,0 2-11 0,1 5 8 16,1 1-36-16,1 1 10 0,0 5-35 0,4-1-2 16,-1 4-16-16,-1 2 11 0,0 2-29 0,0 5-4 0,-2-1 2 15,2 2-6-15,-1 2 1 0,0 2-7 0,0 3 2 16,-3-2 0-16,0 3-1 0,-5 2-2 15,2 1-43-15,-5-3 54 0,-3 5-40 0,-2-1 47 16,-3 1-4-16,-6 3-4 0,-3 0 1 0,-6 4-3 16,0-1-2-16,-5-1-3 0,-3 1 0 0,3-2 7 0,-2-2-30 15,4-2-24-15,-1 1-27 0,3-5-34 16,2-1-36-16,4-2-32 0,2-1-39 0,2-2-45 16,3 0-40-16,7-4-118 0,0 0-188 0,0 0-114 15</inkml:trace>
  <inkml:trace contextRef="#ctx0" brushRef="#br0" timeOffset="-57899">26523 8901 407 0,'3'-8'424'16,"-6"3"-11"-16,3 5-99 0,-10-11-16 0,10 11-29 16,-18-2-24-16,6 3-36 0,-3 2-29 0,0 4-23 15,-3-1-18-15,-1 5-25 0,1 0-20 16,0 3-15-16,-1 2-17 0,2 1-8 0,2-2-53 0,4 1 42 15,0 0-44-15,3 0 41 0,2-1-61 0,4-1 34 16,2-3-12-16,1 1-11 0,4-3-61 0,3 0 40 16,1-1-72-16,2 0 16 0,3-4-42 0,2-2 12 15,0 0-9-15,-3-2 3 0,6-2 10 0,-1 0 21 16,0-1 18-16,0-2 12 0,-3-2 19 0,1 2 23 16,-2-3 25-16,-1 0 20 0,-1 1 22 0,-3-3 18 15,-1 3 12-15,-2-3 20 0,1 4 16 0,-2-3-5 16,-3 2-9-16,2 1-11 0,-2-2-13 0,-2 8-19 15,2-8-12-15,-2 8-12 0,0 0-3 0,0 0-2 16,0 0-12-16,0 0 2 0,0 0-5 0,-13 5 0 16,13-5-4-16,-4 12-2 0,3-5-42 0,0-1 52 15,-1 2-43-15,4-2 46 0,-1 3-47 0,2-3 25 16,-1 0-65-16,3 1 26 0,3-1-67 0,2-2-19 16,0-1-64-16,3 1-59 0,3-3-80 0,3-2-370 15,0-3-207-15</inkml:trace>
  <inkml:trace contextRef="#ctx0" brushRef="#br0" timeOffset="-57448.36">27115 8821 91 0,'0'-12'584'0,"-1"2"-173"0,-2 2 5 16,-3-1-93-16,-1 4 10 0,-3 0-79 0,0 1-23 16,-3 4-58-16,-1 0 7 0,1 4-46 0,-6 2 3 15,0 1-36-15,0 5 2 0,-3 2-32 0,1 3 2 16,1 0-32-16,1 0-4 0,6 0-9 0,2-2-3 0,3 0-13 15,2 1-18-15,3-5-22 0,1 2-18 16,2-2-12-16,1-2-9 0,3 0-5 0,1-1-5 16,1-1-9-16,1-2-1 0,3 0-28 0,-1-4 58 15,1 0-6-15,-10-1 9 0,22-1 11 0,-12-1 14 16,0-2 0-16,2-1 18 0,-2-1 31 0,-2 1 21 0,1-2 27 16,-2 0 23-16,-1 0 15 0,1-1-20 0,-2 2 23 15,0-1-15-15,-1 2 15 0,1 0-37 16,-5 5 1-16,8-10-33 0,-8 10 2 0,6-6-27 15,-6 6 15-15,0 0-24 0,0 0 20 0,9 5-14 16,-5 2 6-16,-1-1-19 0,-1 5-1 0,2-2 2 0,-2 4 3 16,2 3 3-16,-1-2-2 0,-2 1 4 0,2 2 9 15,-1 2 18-15,-2 0 9 0,0-2 13 0,-2 3 9 16,-1 3 1-16,-1-1 13 0,-1 0 2 16,-1-2-1-16,-2 1-3 0,-1-1 2 0,0-1-9 15,-2 0-11-15,-1-1-10 0,-2-1-8 0,0-1-6 0,-1-2-7 16,-1-3-1-16,1 1-9 0,1-3-5 0,0-1-4 15,1-1-46-15,-1-5-71 0,0 1-53 0,4-1-71 16,-3-4-37-16,2-1-113 0,0-1-38 16,0-3-81-16,3-4-396 0,1 1-457 0</inkml:trace>
  <inkml:trace contextRef="#ctx0" brushRef="#br0" timeOffset="-57165.39">27286 8982 323 0,'24'-14'443'0,"0"0"22"0,-1 0-81 0,-3 2 18 16,-3-1-51-16,-1-1-18 0,-2 2-46 0,0-3-11 16,-3 4-29-16,-1 0-11 0,-4-1-24 0,1 3-20 15,-4-3-1-15,1 4-41 0,-4-1-23 0,2 4-33 16,-2 5-11-16,-4-11-27 0,4 11-1 0,-9-4-21 16,9 4 10-16,-17 4-21 0,8 3-4 0,-4-1 1 15,1 6-7-15,-1 0 3 0,0 2-6 0,3 2-1 16,0 0 4-16,2-1 2 0,2-1-42 0,2 1 50 15,1 0-41-15,3 0 49 0,5-2-45 0,-1 1 46 16,4-1-45-16,2-1 46 0,0-2-48 0,7 2 40 16,1-4-51-16,2 1 3 0,2-4-101 0,0-1-12 15,3-1-74-15,-3-1-70 0,0-2-75 0,2-1-72 16,0-2-37-16,2 1-516 0,-1-2-574 0</inkml:trace>
  <inkml:trace contextRef="#ctx0" brushRef="#br0" timeOffset="-56381.8">28659 8470 45 0,'7'-19'648'0,"0"1"-126"16,-5 2-37-16,-2 0-56 0,0 1-35 0,-5-1-72 15,0 4-38-15,-1 0-63 0,-2 1-32 0,-3 1-46 16,0 5-19-16,0 0-34 0,-2 4-5 0,0 2-23 0,-3 4 11 15,2 3-10-15,-4 5 7 0,0 4-17 0,1 4 3 16,2 4-17-16,-2 7 2 0,2 2-11 16,2 4-1-16,2 1-9 0,2 4 2 0,0-2-8 0,2 2 3 15,2 2-8-15,-1-5 5 0,3 2-4 0,-2-7-6 16,0 1 5-16,3-2-3 0,-2-4-2 0,0 2 2 16,1-6-2-16,-1-1 5 0,-2-1-7 0,2-2 5 15,2-5-30-15,-1 2-42 0,-1-4-62 0,2 0-25 16,-2-4-75-16,1 0 5 0,-2-4-70 0,0 0 2 15,-1-2-34-15,6-5 31 0,-12 4 6 0,12-4 48 16,-11 0 31-16,11 0 60 0,-12-7 42 0,3 0 49 16,4-1 47-16,-4-3 75 0,0 0 3 0,2-2 96 15,0-2-16-15,0 1 24 0,0-1 10 0,3-2 22 16,2 0-32-16,-1-2 4 0,3 2-32 0,3 0 6 16,-1-1-35-16,2 1 0 0,5 0-37 0,0-1 4 15,1 3-37-15,3-2 5 0,4 3-7 0,-2-1-12 16,8 0-28-16,0 1-32 0,1 1-33 0,0 1-41 0,2 3-39 15,-3 0-91-15,1 2-5 0,3-1-32 0,-1 3-12 16,-1-1-5-16,1 3 41 0,1-4 59 16,0 1 37-16,-2 3 30 0,2-2 32 0,-3 0 51 15,-1 0 42-15,0 2 47 0,-4-2 51 0,-2 0 60 0,-2 1 57 16,1 1 0-16,-5 0 51 0,-1-2-29 0,-2 3 5 16,1-1-55-16,-9 3-6 0,8-5-42 0,-8 5 2 15,0 0-20-15,0 0 1 0,0 0-21 0,-14 5 5 16,5 0-20-16,-2 2-3 0,0 1-22 0,-1 2-1 15,0 3-20-15,-2-1-1 0,3 1-19 0,0 0 4 16,3-1-9-16,-1 0 4 0,3 2-11 0,1-4 6 16,0 2-9-16,2-3 7 0,3 2-8 0,0-4 5 15,0 2-15-15,3-4-16 0,4 1-38 0,-2 0-13 16,3-3-35-16,2-2 1 0,-10-1-29 0,25 0 23 16,-13-1-20-16,1-2 42 0,-1 1-8 0,2-5 48 15,-1 4-18-15,-1-2 38 0,1-4 11 0,-4 3 25 16,4-2 22-16,-3 2 25 0,-2-1 22 0,1 0 25 15,-2 1 10-15,-2 1 15 0,1 1-19 0,0 0-13 0,-6 4-30 16,8-6-12-16,-8 6-20 0,7-4-2 16,-7 4-12-16,0 0 1 0,7 5-11 0,-7-5 7 15,2 7-11-15,-2-7 8 0,4 10-9 0,-4-10 2 16,5 12-48-16,-4-6-27 0,3 0-60 0,-1 0-15 0,-1 0-63 16,2-1-1-16,1 2-95 0,-1-2-24 0,-4-5-57 15,12 5-75-15,-12-5-272 0,11 4-232 0</inkml:trace>
  <inkml:trace contextRef="#ctx0" brushRef="#br0" timeOffset="-55998.69">29208 8763 557 0,'0'-7'537'0,"-1"-2"-69"16,-2 3-29-16,2 1-46 0,-3-1-60 0,4 6-49 16,-5-8-58-16,5 8-38 0,-9-3-35 0,9 3-15 15,0 0-17-15,-14 3-19 0,9 1-11 0,1 4-16 16,0-1-10-16,1 1-20 0,1 2-5 0,1 1-8 15,1 0 5-15,1 1-17 0,4-3 5 0,-2 3-12 16,3-2-4-16,2 1-31 0,1-3-14 0,2 2-58 16,0-3-3-16,1-2-22 0,0-1-15 0,-1-1-12 15,3-1-2-15,-1-2-5 0,1 0-1 0,0-2 13 16,2-1 24-16,-4-3 29 0,4 0 17 0,-5 1 10 16,2-3 12-16,-2 0 27 0,0 0 22 0,-2-2 24 0,1 0 23 15,-2-1 21-15,-2-1 21 0,-1 0 13 16,0-1 10-16,-1 1 4 0,-1 3 15 0,-2-3 10 15,1 5 0-15,0-3-13 0,-1 4-27 0,0-1-21 0,-1 7-20 16,0-9-10-16,0 9-10 0,0 0-6 0,0 0-7 16,0 0-1-16,-9 7-3 0,7 0-12 0,-2 1 9 15,0 3-2-15,4-2 4 0,0 2 1 0,0 1-2 16,0 0 0-16,1 0-5 0,3 0-9 0,0-2 8 16,1 2-10-16,0 0 9 0,0-2-41 0,2-1-25 15,0-1-68-15,2-1-32 0,0-2-57 0,-1 0-88 16,2-1-103-16,0-3-97 0,-10-1-360 0,20 0-403 15</inkml:trace>
  <inkml:trace contextRef="#ctx0" brushRef="#br0" timeOffset="-55765.88">29762 8441 408 0,'-2'-14'620'0,"0"6"-105"0,-1-1-30 16,3 1-104-16,-2 3-75 0,0 0-80 15,2 5-27-15,0 0-30 0,0 0 8 0,-9 1-20 16,7 8 5-16,0 2-21 0,0 5-7 0,2 2-29 16,0 3-12-16,0 5-16 0,2 0-22 0,0 1-5 0,2 5-7 15,-2-2-15-15,2 1-2 0,-1-5-7 16,0 1 4-16,1-1-8 0,1-4-1 0,-2 1-18 0,-1-2-51 16,2-3-66-16,-1-1-41 0,-1-2-81 0,0-2-8 15,0-4-113-15,-1 1-63 0,2-3-513 0,-3-7-520 16</inkml:trace>
  <inkml:trace contextRef="#ctx0" brushRef="#br0" timeOffset="-55448.87">30050 8436 577 0,'0'-16'560'0,"2"3"-63"0,-2 2-9 0,0 1-28 0,0 2-62 16,0-1-73-16,0 9-57 0,0-12-47 15,0 12-53-15,0-10-31 0,0 10-32 0,0 0-14 16,0 0-24-16,0 0-11 0,-4 6-11 0,2 5-5 16,2 0-10-16,-1 2-1 0,0 4-6 0,-1 2-4 0,1 1-4 15,1 6 6-15,0-1 3 0,0-1 1 0,-1 2-3 16,0-2 0-16,1-1 15 0,0-2 4 16,0-2 1-16,1 1-5 0,0-2 1 0,-1-1-12 0,3 0 8 15,-2-4-11-15,2-1 9 0,-1 0-17 0,1 0 13 16,-1-2-12-16,4-1 12 0,1-1-19 0,-1-3 10 15,2 1-44-15,1 0-43 0,3-4-58 0,-2 0-65 16,0-1-49-16,-10-1-56 0,26-1-78 0,-14-1-56 16,1 0-137-16,1-4-326 0,-1 0-454 0</inkml:trace>
  <inkml:trace contextRef="#ctx0" brushRef="#br0" timeOffset="-55265.76">30029 8618 502 0,'-15'-5'592'0,"3"0"-48"0,0 0-6 0,3 1-45 16,0 1-36-16,0-1-61 0,9 4-22 0,-11-6-83 16,11 6-43-16,-10-7-76 0,10 7-19 0,0-7-49 15,0 7-4-15,10-9-41 0,-1 6-34 0,2 0-57 16,6-1-63-16,0 3-54 0,4-3-52 0,0 2-45 16,2 1-50-16,-3-1-69 0,4 2-16 0,1 0-83 15,-1 0-21-15,0-1-257 0,1 1-249 0</inkml:trace>
  <inkml:trace contextRef="#ctx0" brushRef="#br0" timeOffset="-54966">30437 8511 253 0,'8'-4'473'0,"-3"-1"-67"0,-5 5-35 16,9-7-26-16,-9 7-39 0,2-8-38 0,-2 8-36 0,-3-6-31 15,3 6-22-15,-6-6-25 0,6 6-12 0,-11-3-15 16,11 3-26-16,-14 1-18 0,14-1-17 0,-14 2-15 16,6 1-5-16,0 0-9 0,1 1-6 0,1 1-6 15,1 0-6-15,-2 1 4 0,4 0-6 0,1 1-1 16,2 0-10-16,0 1 6 0,2 3-1 0,1-1-4 15,2 0 0-15,-1 2-3 0,3 1-1 0,-1-1-3 16,0 1 3-16,3 0-2 0,-4-1-1 0,2 2-2 16,-1-2 0-16,-2-3 1 0,1 3-2 0,-2-2 2 15,-1 0 1-15,1-2-1 0,-2 1 3 0,-1-3-3 16,-1 3 10-16,-2-2 10 0,1 0 9 0,-2 1-3 16,-2-3 4-16,-1 2-6 0,-1-3-4 0,1 1-1 15,-3-2-5-15,1-1 1 0,-2 1-5 0,1-2-2 16,0 2 1-16,10-3-23 0,-20-2-68 0,20 2-42 15,-20-2-51-15,10-2-64 0,1 1-81 0,0-3-34 0,3-1-106 16,0 1-319-16,0-2-301 0</inkml:trace>
  <inkml:trace contextRef="#ctx0" brushRef="#br0" timeOffset="-54765.79">30932 8576 338 0,'0'0'690'0,"0"0"-160"16,14-1-56-16,-14 1-74 0,14-1-62 0,-14 1-79 15,14-2-33-15,-14 2-62 0,23 0-18 0,-8 0-42 16,0 0-6-16,0 0-47 0,3 0-52 0,0 2-83 16,-2-1-49-16,3 0-58 0,-4 2-112 0,1-1-30 15,-3 1-75-15,0-1-343 0,-3 2-262 0</inkml:trace>
  <inkml:trace contextRef="#ctx0" brushRef="#br0" timeOffset="-54597.77">30984 8708 544 0,'-10'4'568'0,"4"-2"-82"0,6-2-8 16,-12 6-51-16,12-6-28 0,-9 2-72 0,9-2-58 16,0 0-52-16,0 0-45 0,10 2-32 0,-10-2-52 0,23-2 4 15,-10 2-42-15,6-1 10 0,-1-1-100 16,4 0-62-16,-2-1-94 0,5 0-51 0,0 0-50 15,2 2-114-15,-1-3-45 0,1-1-356 0,-1 2-343 16</inkml:trace>
  <inkml:trace contextRef="#ctx0" brushRef="#br0" timeOffset="-53982.91">32028 8482 582 0,'9'-12'538'15,"-1"1"-95"-15,-2-4-11 0,-2 2-62 0,-1 0-43 16,-1-3-43-16,-2 4-12 0,-1-3-56 0,-2-2-11 16,0 4-56-16,-3-2-1 0,-2 0-43 0,-3-1 0 15,-2 3-41-15,-2 1 7 0,0 0-36 0,-4 2 16 16,-2 3-42-16,1 2 32 0,-1-1-32 0,2 5 21 16,-1 0-26-16,1 1 19 0,-2 1-24 0,3 1 22 15,2 3-6-15,0 1 1 0,2 0-5 0,0 3 2 16,3 0-5-16,1 1 6 0,3 0-1 0,1 3-2 15,2-2-1-15,0 2-4 0,4 0 0 0,4-1-2 16,0 4-23-16,-1-1 28 0,5 0-27 0,1 2 22 16,1 1-17-16,3 0 24 0,0-1-27 0,2 4 11 15,3-2-33-15,-2 1 27 0,1-2-26 0,-4-1 23 16,2-1-20-16,-2 1 23 0,-1-2-21 0,-1 1 26 16,-2-2-22-16,-2-2 26 0,0 1-29 0,0 0 35 15,-5-2-22-15,2 1 23 0,-3-3-22 0,-1 2 29 16,-1-2-22-16,-3 1 23 0,2-2-23 0,-5 1 28 0,0-2-9 15,-4 3 17-15,1-4-10 0,-4 0 32 0,0 1-25 16,-4-2 39-16,3-2-14 0,-2-1 37 16,0 1 9-16,2-2 3 0,1-1 5 0,0-1-16 15,1-2 11-15,-1 1-7 0,0-3-5 0,3-1-13 0,-1 0-3 16,3-3-12-16,-1-2-5 0,6 2-12 0,-1-3-9 16,4 0-7-16,1 1-11 0,1-5 4 0,4 1-8 15,5-1-1-15,-1-1-2 0,4 0-3 0,4-3 1 16,0 1-7-16,3 2 2 0,2-2 40 0,-2 1-45 15,6 2 38-15,-1 0-45 0,-1 2 35 0,1-1-42 16,0 2 44-16,-2-1-35 0,-1 3 36 0,-2 2-20 16,-2-3 50-16,1 4-13 0,-3 0 47 0,-2 1 3 15,-3 0 9-15,1 2-3 0,-3 0 7 0,0 0-34 16,-2 1 5-16,1 0-34 0,-8 4 6 0,10-6-32 16,-10 6 7-16,9-5-25 0,-9 5-12 0,8-5-68 15,-8 5-24-15,0 0-78 0,5-4-47 0,-5 4-80 16,0 0-78-16,0 0-65 0,-11 4-81 0,11-4-106 15,-11 6-535-15,4-4-788 0</inkml:trace>
  <inkml:trace contextRef="#ctx0" brushRef="#br0" timeOffset="-47116.93">30837 9653 443 0,'-14'0'322'0,"14"0"-4"0,-18 0-64 16,18 0-1-16,-15 0-14 0,15 0-15 0,-11 0-12 16,11 0-35-16,0 0-17 0,-16 0-9 0,16 0-11 15,0 0-18-15,0 0-18 0,0 0 2 0,0 0-8 16,9 3 2-16,5 0-10 0,5 1-11 0,8 0-14 16,8 0-6-16,3 0-8 0,9-1-8 0,3 1-3 15,3-1-8-15,2 1-7 0,-1-1-5 0,2-1-5 16,2-2-15-16,-3 3 12 0,3-3-17 0,-2 2 13 15,-1-2-19-15,0 0 17 0,-3 0-18 0,1 0 21 0,-4 0-17 16,-8-2 14-16,0 2-14 0,-3 0 19 16,-6 0-20-16,0-3 15 0,-4 3-19 0,1 0 10 15,-8-1-5-15,1 1 16 0,-3-1-17 0,-3 1 3 0,-2-3-27 16,-3 3 0-16,-11 0-27 0,22 0-5 0,-22 0-49 16,14 0 0-16,-14 0-25 0,0 0-49 0,0 0 9 15,0 0-25-15,-12 0-31 0,-3 1-27 0,-3 1-76 16,-7 0-275-16,-5 1-125 0</inkml:trace>
  <inkml:trace contextRef="#ctx0" brushRef="#br0" timeOffset="-46816.51">30805 9838 282 0,'-25'4'321'0,"5"-2"-4"15,1 1-46-15,4-3 30 0,1 2-67 0,0-1 34 16,14-1-74-16,-15 1-24 0,15-1-15 0,-9 3 25 0,9-3-44 15,0 0 7-15,22 3-51 0,-2-1 7 16,9 0-42-16,10-2 15 0,14 3-34 0,4-2 9 16,5 2-29-16,12 1 21 0,0-2-31 0,2 2 22 0,-1-1-4 15,1 1-12-15,-14-3 1 0,-2 2-4 0,-2-2-3 16,-1 2-1-16,-2-2-7 0,-5 0 7 0,-8 1-2 16,-1-1-5-16,-2-1 2 0,-7 1-4 0,-2 0 7 15,-2-1-6-15,0 0 0 0,-6 2 2 0,-2-2-5 16,-3 0 5-16,0 0-2 0,-6 1-4 0,2-1 3 15,-13 0-6-15,22 1 5 0,-22-1-2 0,18 0-3 16,-18 0 0-16,11 0-13 0,-11 0-13 0,13 2-26 0,-13-2-35 16,0 0-49-16,0 0-67 0,0 0-22 0,-3 8-112 15,3-8-77-15,-14 5-194 0,7-2-128 16</inkml:trace>
  <inkml:trace contextRef="#ctx0" brushRef="#br0" timeOffset="39487.6">6982 437 47 0,'0'-10'510'0,"0"3"-100"0,0 7-51 16,-2-12-53-16,2 12-26 0,-1-9-22 0,1 9-28 15,0-6-43-15,0 6-46 0,0 0-32 0,-1-9-27 16,1 9-25-16,0 0-9 0,0 0-6 0,-7 11-3 16,5-2-6-16,-4 4 24 0,-1 3-35 0,3-1 21 15,-4 5-28-15,2 0 22 0,-3 2-4 0,3-1-5 16,-2 1-5-16,2-2-8 0,-2 2 3 0,3-1-15 15,0-3 11-15,0-1-8 0,1-2-3 0,-1 0 7 0,1-2-7 16,0-3-1-16,2 1-23 0,-1-2 28 16,2-2-5-16,-1 0 4 0,1 0-3 0,1-7 3 15,-2 11 3-15,2-11 1 0,2 10 10 0,-2-10 3 16,7 7 3-16,-7-7-20 0,15 4 23 0,-5-3-24 0,0 1 15 16,3-1-19-16,0-1 22 0,2 2-29 0,1-2 22 15,-1 0-21-15,0 0 22 0,3 0-24 16,-2 0 22-16,0 0-25 0,0 0 21 0,0 1-18 0,-2-2 23 15,1 2-26-15,-2-1 16 0,1 1-14 0,-2-1 21 16,-1 3-24-16,-1-3 22 0,1 2-21 0,-11-2 23 16,15 3-27-16,-15-3 25 0,14 4-21 0,-14-4 18 15,13 4-17-15,-13-4 19 0,10 4-17 0,-10-4-1 16,9 1-69-16,-9-1-13 0,10 4-63 0,-10-4 26 16,10 2-66-16,-10-2-19 0,11 2-57 0,-11-2-47 15,15-3-65-15,-6 1-198 0,0-2-93 0</inkml:trace>
  <inkml:trace contextRef="#ctx0" brushRef="#br0" timeOffset="39855.11">7622 450 231 0,'-2'-8'332'0,"2"8"-40"16,-1-11-20-16,1 11-31 0,0-9-31 0,0 9-30 0,-2-7-25 16,2 7-31-16,0 0-23 0,-3-9-23 0,3 9-15 15,0 0-16-15,0 0-13 0,-4 9 10 0,4-3 36 16,-2 4-48-16,-1 1 47 0,-2 3-50 0,4 1 49 15,-3 2-53-15,0 0 52 0,2-1-3 0,-1 0-8 16,-1 1-16-16,2 0 0 0,-1 0-6 0,-1 0-8 16,2-3-6-16,-1 2-5 0,1 0-8 0,-1-2-8 15,0-1 4-15,2-2 2 0,-1-1-5 0,-1 1-2 16,3-3-26-16,-1 1-55 0,-1-3-67 0,2-6-86 16,-1 11-40-16,1-11-68 0,0 6-362 0,0-6-201 15</inkml:trace>
  <inkml:trace contextRef="#ctx0" brushRef="#br0" timeOffset="40337.19">7567 485 205 0,'-3'-15'513'0,"1"1"-93"0,-1 3-65 16,3-1-8-16,-2 0-80 0,2 1-37 0,-2-1-46 0,4-1-40 16,-1 1-32-16,1 1-29 0,4-2-10 15,0 2-16-15,4-1-18 0,-1 0-3 0,3 3-8 0,2 1-4 16,0 0-2-16,1 2-7 0,-1 3-3 0,3 0-7 15,-3 2 2-15,0 1-2 0,0 2 1 16,-1 2-8-16,-2 1 9 0,3 2-1 0,-5 1-6 0,-1 1 4 16,-4 3 6-16,-2 0 27 0,-2 0-40 0,-1 3 10 15,-4 1 27-15,-3 1-35 0,-1 1 33 0,-4-1-34 16,2-2 30-16,-3 0-29 0,0 1 25 0,-1-2-21 16,-1-2 29-16,2 0-1 0,1-3 38 0,-1-1-4 15,3 0 38-15,-1-2-2 0,2 0 9 0,1-3-10 16,0 3-10-16,3-3-5 0,-2 0-5 0,8-3-14 15,-11 5-11-15,11-5-23 0,-9 3 1 0,9-3-16 16,-8 6-4-16,8-6-6 0,-6 3-1 0,6-3-2 16,0 0-9-16,1 7 9 0,-1-7-1 0,9 6-6 15,-3-1 8-15,1 0-3 0,0-2-1 0,1 4-2 16,2-2 1-16,0 0 4 0,1 3-1 0,1 0-2 16,0-1 1-16,-1 0-1 0,0 1-8 0,0-1 7 15,1 0 0-15,-5-1-2 0,2 0 1 0,0-1 3 16,-1 1-1-16,0-3-4 0,-2 3 6 0,-1-3-3 0,-5-3 2 15,10 7-3-15,-10-7 3 0,9 5-4 16,-9-5-3-16,9 3 7 0,-9-3 2 0,6 5-2 16,-6-5-1-16,7 4-2 0,-7-4 3 0,0 0-64 0,9 3-46 15,-9-3-94-15,0 0-7 0,10 4-75 0,-10-4-32 16,0 0-95-16,11 0-74 0,-11 0-280 0,12 0-279 16</inkml:trace>
  <inkml:trace contextRef="#ctx0" brushRef="#br0" timeOffset="41221.28">8147 448 72 0,'0'0'270'0,"-4"-11"-86"0,4 11 28 15,-2-10-70-15,2 10 26 0,-3-9-16 0,3 9-12 16,-1-8 5-16,1 8-1 0,-3-11-5 15,3 11-2-15,0-6 5 0,0 6-4 0,-2-7-5 0,2 7-7 16,0 0 2-16,-3-5 4 0,3 5-24 0,0 0-14 16,0 0-20-16,-4-4-18 0,4 4-16 15,0 0-2-15,-6 7-4 0,2-1-13 0,2 2 5 0,-1 2-18 16,-1-1 11-16,3 4 22 0,-2-1-33 0,3 1 23 16,-2 1-25-16,-1 2 30 0,3-2-34 0,0 2 24 15,1 0-33-15,2 1 36 0,-2 0-10 0,2-4-30 16,-1 3 31-16,2-1-29 0,0-1 25 0,2 3-22 15,-1-5 17-15,2 2-14 0,-2-2 18 0,3 0-16 16,-1-1 21-16,1-2-21 0,-2-2 17 0,2 1-18 16,2-2 28-16,-1-2-30 0,0 0 26 0,3-1-28 15,-1-1 27-15,-11-2-9 0,23 0 2 0,-11-4-1 16,2 2-4-16,0-3 0 0,1 0 0 0,-1-2 6 16,3 1-13-16,-2-2 8 0,-1-1 15 0,-1 0-11 0,2-3 32 15,1 0-10-15,-2-1 28 0,0-1-4 16,-1-3 11-16,1 2-3 0,-4-2 7 0,0-2-10 15,0 1-3-15,-1-3-1 0,-1 1-2 0,-2-1-7 16,1 0 0-16,-4 1 3 0,1-2-9 0,0 3 0 0,-4-1 12 16,5-1 9-16,-3 3-2 0,-2 4-6 0,1-1 9 15,-1 1-10-15,-1 0-6 0,1 3-2 16,0-1-6-16,-2 1-2 0,1 1-9 0,1 1 2 0,0 3-12 16,0 6-8-16,-1-14-4 0,1 14-5 0,-2-12-1 15,2 12-9-15,-1-8 4 0,1 8-9 0,0 0 0 16,0-7 2-16,0 7 4 0,0 0-3 0,0 0 1 15,-5 7 10-15,5-7-9 0,0 15 1 0,0-7 0 16,0 1 4-16,0 4 2 0,0-1-3 0,0 3 8 16,1 2-8-16,1 0 3 0,-2 1-18 0,2 1 22 15,-2 1-19-15,0-1 21 0,0 2-16 0,0-1 2 16,0 2 0-16,0-2 1 0,0 6 1 0,0-6 0 16,0-2 5-16,0 3-2 0,0-2 0 0,0 1 0 15,0-2 1-15,0-1-1 0,1 0-4 0,1-2 3 16,-2-1 3-16,0-2-1 0,1 1 1 0,-1-3-2 15,0 1-4-15,1-2 2 0,1-1 2 0,-2-1 2 16,1 0-1-16,-1 0 1 0,0-7-5 0,1 11 7 16,-1-11-5-16,0 9 5 0,0-9-5 0,0 10 1 0,0-10-1 15,4 5 1-15,-4-5-21 0,1 6-80 16,-1-6-71-16,0 8-78 0,0-8-40 0,4 7-76 16,-4-7-8-16,1 6-69 0,-1-6-71 0,0 0-331 0,2 9-389 15</inkml:trace>
  <inkml:trace contextRef="#ctx0" brushRef="#br0" timeOffset="42120.14">8083 245 37 0,'0'0'179'0,"0"0"28"0,0 0-81 0,8-2 33 16,-8 2-53-16,0 0 55 0,0 0-50 0,0 0 44 0,5-5-44 15,-5 5 30-15,0 0-38 0,0 0 25 0,0 0-9 16,0 0-19-16,0 0 5 0,0 0-24 15,0 0-12-15,0 0-14 0,0 0-10 0,6-3-9 16,-6 3-13-16,0 0 4 0,0 0-6 0,0 0-6 0,0 0-4 16,0 0-5-16,0 0-1 0,0 0 1 0,0 0 1 15,0 0-3-15,0 0 0 0,0 0-1 16,0 0 0-16,0 0-9 0,0 0 13 0,-1 6 5 0,1-6-6 16,0 0 3-16,-1 8 3 0,1-8 2 0,0 7-8 15,0-7 4-15,0 10-5 0,0-10 9 0,-2 12 9 16,2-6 6-16,-1 2 5 0,1-1-5 0,0 0-5 15,0 1-12-15,0 1 29 0,-1 0 1 0,1 1-2 16,-2 0-7-16,1-1-5 0,1 2-1 0,0-2-8 16,0-2 2-16,0 3-3 0,-1 0 31 0,0-1-51 15,1 1 46-15,0-2-48 0,-3-1 39 0,3 1-46 16,0 1 48-16,0-1-44 0,0-2 34 0,0 4-38 16,0-3 38-16,3 1-39 0,-3-8 33 0,0 12-103 15,1-5 0-15,0-1-97 0,-1 2-78 0,0-8-49 16,0 10-75-16,0-10-208 0,0 10-105 0</inkml:trace>
  <inkml:trace contextRef="#ctx0" brushRef="#br0" timeOffset="58168.2">6657 1177 98 0,'0'0'299'0,"0"0"-58"0,0 0-27 0,0 0-27 16,4 5-20-16,-4-5-30 0,0 0-15 0,0 0-16 15,0 0-23-15,0 0 5 0,0 0 6 0,6 5 12 16,-6-5-3-16,0 0-8 0,0 0-10 0,8 2-3 15,-8-2 39-15,0 0-52 0,10 2 44 0,-10-2-59 16,0 0 52-16,18 1-25 0,-18-1 38 0,14 0-22 16,-14 0 13-16,19 2-30 0,-19-2 4 0,23 0 7 15,-10 0-15-15,1-2-14 0,0 2-7 0,0 0-10 16,3 0-5-16,-2 0-4 0,2 0 2 0,2-1 10 16,0 1 6-16,0 0 5 0,3-2-2 0,-1 2-7 15,0 0-2-15,2-2-5 0,5-1 0 0,-2 2 0 16,2 0-7-16,-1-1-3 0,0-1-10 0,1 3 0 15,0-3-6-15,-1 2-3 0,1-2 0 0,-1 2-4 16,1-1-3-16,-2 2 2 0,3 0-1 0,-2-1-2 0,1 2-1 16,0-1-1-16,1 0 0 0,-1 2 0 0,2-1-1 15,-1-1 2-15,2 2-2 0,-1-1 0 0,1 0 8 16,1 0-7-16,0 1 10 0,-1-2 1 16,1 0 7-16,1 0-7 0,-2 0-1 0,-1 1 0 0,3-1 3 15,-1 0 1-15,-1 2-2 0,-2-2 3 0,3 0 0 16,-1 0 1-16,-2 0 9 0,3 0 6 0,-1 0-4 15,-2 0 2-15,3 0-5 0,-1 0 7 0,-1 0-1 16,1-2 6-16,0 2-9 0,1-1-4 0,-3 1 1 16,3-2 2-16,0 1-2 0,4-1-1 0,-2-1 2 15,1 0-7-15,2 1-7 0,-4 1 0 0,-1-2-11 16,-1 0 8-16,-2 1 0 0,2-1 3 0,-2 0-9 16,2 2-1-16,-2-2 1 0,-3 1 0 0,2-1-2 15,0 1 5-15,-2-1 4 0,-1 2-14 0,-3-2 7 16,-3 1 2-16,3 0 0 0,-4 1 1 0,-3-1-1 15,2 1 6-15,-6 0-24 0,1 0 35 0,-1-1-18 16,-11 2 37-16,18 0-29 0,-18 0 35 0,14-2-30 16,-14 2 30-16,13 0-39 0,-13 0 40 0,10 0-46 15,-10 0 37-15,0 0-41 0,14-2 42 0,-14 2-50 16,0 0 39-16,0 0-42 0,13-1 41 0,-13 1-43 16,0 0 35-16,0 0-41 0,0 0 39 0,10-2-42 15,-10 2 46-15,0 0-47 0,0 0 48 0,0 0-45 0,0 0 40 16,0 0-44-16,0 0 43 0,9-1-41 0,-9 1 38 15,0 0-34-15,0 0 34 0,0 0-41 0,0 0 40 16,0 0-41-16,0 0 37 0,0 0-35 16,0 0 46-16,0 0-41 0,0 0 36 0,0 0-41 0,-10 3 35 15,10-3-31-15,0 0 35 0,-13 0-34 0,13 0 41 16,-11 1-44-16,11-1 37 0,-17 2-35 16,17-2 37-16,-18 2-40 0,8 0 52 0,-4-1-52 0,1 1 39 15,-5 0-38-15,-1 0 36 0,0 1-36 0,-5 0 38 16,-2-1-41-16,-2 1 13 0,-5 2-47 0,-3-1 33 15,-4-1-19-15,1 1 30 0,-7-1-18 0,-3-1 24 16,-2 2-17-16,0-2 9 0,-4 2-19 0,0-1 25 16,0 1-1-16,-5-3-1 0,1 3 3 0,-1-2 26 15,0 1-32-15,-1 1 5 0,-1-1-14 0,2-2 22 16,0 1-18-16,3 1 22 0,-1-2-16 0,2 2 17 16,1-1-14-16,2 0 16 0,0-1-13 0,2 0 12 15,1 0-16-15,0 0 22 0,8 1-8 0,1-2 1 16,0 2-3-16,2-1 3 0,-1 1-20 0,3 0 21 0,1-2-16 15,5 2 17-15,1 1-17 0,-1-3 17 0,0 2-17 16,2 0 19-16,1-1-16 0,0 2 34 16,-3-2-39-16,4-1 21 0,3 3-18 0,3-1 18 15,1 0-22-15,-1-1 25 0,3 2-21 0,1-3 18 0,3 1-15 16,0 0 14-16,4-1-18 0,-3 2 24 0,13-2-20 16,-18 1 15-16,18-1-17 0,-14 1 20 0,14-1-18 15,-13 3 13-15,13-3-26 0,-11 0 0 0,11 0-25 16,0 0-14-16,-12 0-24 0,12 0-33 0,0 0-24 15,0 0-51-15,0 0-44 0,-15 0-81 0,15 0 17 16,0 0-77-16,0 0-65 0,0 0-473 0,0 0-485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0T05:38:26.589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3248 10471 365 0,'0'0'344'0,"-8"3"-102"0,8-3 3 0,-5 4-86 0,5-4 19 16,0 0-62-16,-9 3 44 0,9-3-66 0,0 0 39 15,0 0-61-15,-6 5 43 0,6-5-60 16,0 0 57-16,0 0-58 0,0 0-12 0,-7 4-1 15,7-4-10-15,0 0-2 0,0 0-8 0,0 0-4 0,0 0 5 16,0 0-9-16,0 0 1 0,7 5 5 0,-7-5 2 16,16-1 7-16,-3 1-11 0,2-1 9 0,5 1-15 15,3 0-5-15,5 0 5 0,2 0-4 0,9 0 5 16,-1 0-8-16,5-3 0 0,0 3 1 0,8 0-2 16,0-2 0-16,0 0 2 0,-1 0 3 0,1-2-4 15,-3 0-4-15,1 1 2 0,-2 1 1 0,-3-1-3 16,-6 2 0-16,3-2 5 0,-3 3-4 0,1-2-2 15,-9 1 0-15,1 1 1 0,0-1-1 0,-3 1-1 16,-3 0 8-16,-2 0-5 0,-1 1-3 0,0-1-2 16,-3 1 4-16,-5 1 1 0,0-2-3 0,0 0 3 15,-2 0 8-15,-1 3-8 0,-11-3 3 0,18 0-4 16,-18 0 1-16,17 0 9 0,-17 0-13 0,11 0 1 16,-11 0-3-16,0 0-8 0,17 0-20 0,-17 0 2 0,0 0-74 15,11 1-60-15,-11-1-55 0,0 0-132 16,8 3-267-16,-8-3-132 0</inkml:trace>
  <inkml:trace contextRef="#ctx0" brushRef="#br0" timeOffset="72123.92">15937 7053 342 0,'0'0'336'0,"0"0"-82"0,0 0-42 0,0 0-44 16,0 0-31-16,0 0-19 0,0 0 2 0,0 0-8 0,0 0 1 16,0 0 7-16,0 0 4 0,0 0 4 0,0 0-44 15,0 0 49-15,0 0-8 0,0 0-9 0,0 0-10 16,0 0-8-16,0 0-23 0,0 0-3 0,0 0-7 16,0 0-9-16,0 0-12 0,0 0-6 0,0 0-3 15,0 0-11-15,0 0-6 0,0 0-4 0,0 0-1 16,0 0 2-16,0 0 10 0,3 8 4 0,-3-8 4 15,11 4 8-15,-11-4-2 0,14 3-2 0,-14-3-2 16,15 3 2-16,-2 0-9 0,-3 0-3 0,4-2 3 16,-1 2-9-16,2 0-2 0,2-1 1 0,1 1 2 15,-3-1-6-15,4 1 1 0,2-1-2 0,-3 2 1 16,2-1-3-16,-1 0 2 0,6-1 5 0,-1 2 4 16,0-1 5-16,0 2-5 0,1-2-6 0,0 2 1 15,2-4-2-15,0 4-3 0,-2 0-4 0,2 0 4 0,1-3-6 16,-1 4 0-16,-1-3 1 0,1 3 0 15,-1-2-4-15,1-1 2 0,0 0-1 0,0 0-1 16,0 1 0-16,-2 0-44 0,2-2 57 0,-1-1-51 0,1 3 58 16,-2-3-55-16,1 1 51 0,-2 1-1 0,0 1-2 15,-1-3-4-15,0 1-4 0,0-1 6 0,-2 2-7 16,4-2-3-16,-2 2 2 0,-1-1 1 16,1 3-3-16,-1-4-2 0,3 2 0 0,-4-2 2 0,2 4-2 15,2-4 3-15,-2 2-1 0,3 1-1 0,-1-3 4 16,-3 2-4-16,4-1-1 0,-1 1-2 0,-1-1 4 15,2 1-2-15,-2-2-1 0,1 2-46 0,-1 0 57 16,0-2-49-16,0 0 54 0,-3 2-47 0,3-2 51 16,-1 2-53-16,1-3 68 0,-1 2-68 0,0 1 55 15,2 0-50-15,0-1 53 0,-2 1-52 0,0-2 52 16,3 3-55-16,-2 0 54 0,0 0-50 0,0 0 52 16,2-3-52-16,-3 3 48 0,1 0-48 0,2-1 52 15,-2 1-52-15,2 0 52 0,-2-1-49 0,0 2 50 16,2-3-54-16,-2 4 53 0,3-3-54 0,-4-1 55 15,4 2-47-15,-3-2 46 0,3 2-51 0,-3-1 57 16,2-2-60-16,-1 1 54 0,-3-2-52 0,1 2 54 16,0-2-56-16,1 2 54 0,-2-2-51 0,1 0 50 0,0 0-51 15,0-2 53-15,-2 1-51 0,2 1 51 0,-1-1-55 16,3 0 55-16,-5 0-53 0,5 0 52 16,0-1-53-16,-2 1 53 0,0-2-51 0,0 2 58 0,3-1-60 15,-3 1 54-15,1-2-56 0,-2 2 56 0,1 0-54 16,2-1 52-16,-2 1-51 0,2-2 52 0,-4 0-54 15,2 1 55-15,1 0-52 0,-3-1 51 0,2 2-54 16,-1-1 54-16,-1 0-52 0,1 0 53 0,0-1-55 16,-1 1 56-16,0 0-53 0,1 0 61 0,-2-1-58 15,1 0 58-15,-1 3-53 0,2-2 56 0,-3 0-57 16,3-2 55-16,-2 3-53 0,-1-1 47 0,2-1-53 16,-1 3 54-16,-1-3-51 0,2 1 50 0,-1 0-55 15,1 0 55-15,-1-1-55 0,1 0 55 0,-1 1-55 16,1 0 53-16,0 0-50 0,0-1 54 0,-1 1-55 15,2-1 50-15,1 0-50 0,0-1 49 0,-3 2-51 16,3-2 50-16,0 2-35 0,-3-1 34 0,2-1-54 16,3 0 55-16,-2 1-48 0,0 0 50 0,0 0-48 0,1 0 48 15,0-2-51-15,-2 2 59 0,1 0-60 0,1 0 53 16,0-1-49-16,1 0 56 0,-2 1-60 16,1 1 54-16,-1-2-54 0,3 2 53 0,-2-2-53 0,-5 1 51 15,7 0-50-15,-2-1 49 0,-1 1-51 0,0 1 52 16,-1 0-44-16,1-3 42 0,-3 2-48 0,3 0 47 15,-1-1-51-15,2 3 51 0,0-5-46 0,-2 4 48 16,1-1-51-16,1 1 58 0,1-2-54 0,-2 1 55 16,2 1-52-16,0-1 51 0,-1 0-54 0,1 1 49 15,-5 0-50-15,3 1 52 0,2-1-53 0,-3 0 51 16,2 0-37-16,-1 2 34 0,1-3-47 0,-1 0 48 16,-1 2-53-16,1 0 53 0,0-1-50 0,1 1 50 15,-2 0-49-15,1-2 57 0,0 2-56 0,0 1 56 16,-1-1-54-16,1 0 54 0,-1-1-56 0,-1 2 53 0,1 0-53 15,1-2 50-15,-1 0-51 0,-1 1 50 16,0 1-50-16,-1-2 55 0,2 1-51 0,-3 0 45 16,3 1-50-16,-2-3 56 0,0 3-50 0,1-2 54 0,0 1-54 15,-2 0 53-15,1 0-57 0,-1 0 54 0,1-1-55 16,-1 1 54-16,-1 0-55 0,2-1 55 16,-2 1-58-16,-1 1 56 0,-1-1-55 0,0 0 53 15,0 1-52-15,0 0 56 0,-1-2-53 0,0 2 51 0,2 0-58 16,0 0 55-16,-1 2-51 0,1-2 52 0,1 0-55 15,-2 0 57-15,1 0-57 0,-1 1 54 0,0-1-52 16,0 1 49-16,-3-1-49 0,4 0 51 0,-3 1-54 16,1-1 56-16,-1 2-54 0,0-2 52 0,2 1-52 15,-2-1 58-15,0 1-53 0,2-1-3 0,-3 2 5 16,2-2 6-16,-1 1 3 0,2-1 0 0,-1 1 50 16,-1-1-57-16,0 1 53 0,-2-1-55 0,2 0 52 15,-1 0-51-15,-1 1 52 0,-12-1-53 0,20 0 44 16,-20 0-51-16,19 0 54 0,-19 0-54 0,15 2 54 15,-15-2-54-15,14-2 56 0,-14 2-56 0,14-1 55 16,-14 1-54-16,0 0 53 0,17 0-53 0,-17 0 54 16,10-1-54-16,-10 1 53 0,0 0-53 0,15-1 52 15,-15 1-56-15,0 0 60 0,13-1-52 0,-13 1 47 0,0 0-57 16,13-2 55-16,-13 2-51 0,0 0 56 16,10-2-58-16,-10 2 58 0,0 0-59 0,0 0 55 15,13-2-53-15,-13 2 51 0,0 0-47 0,0 0 51 0,11-2-55 16,-11 2 54-16,0 0-53 0,0 0 56 0,9-1-57 15,-9 1 61-15,0 0-55 0,0 0 50 0,8-2-57 16,-8 2 57-16,0 0-54 0,0 0 54 0,10-4-56 16,-10 4 57-16,0 0-57 0,8-5 54 0,-8 5-54 15,6-8 57-15,-6 8-58 0,8-7 7 0,-4-1 3 16,1 0 3-16,0 1 4 0,-1-3 0 0,0 1 4 16,1-3 0-16,-1-2 9 0,1 2-9 0,-3-5 2 15,3 1 2-15,-1-2 1 0,-3-1-2 0,3-4 0 16,-2-1 50-16,0 0-62 0,1-2 53 0,-1 1-55 15,1-1 50-15,1 1-51 0,-2-1 50 0,1 0-55 16,-1 2 54-16,0-3-55 0,0 3 50 0,1 0-51 16,-1-1 52-16,1 0-47 0,-2 2 47 0,0-1-53 15,1 5 50-15,0-1-48 0,-2 0 52 0,0 1-56 0,0 0 51 16,2 0-49-16,-2 1 51 0,-2 0-52 16,2 0 53-16,0 1-52 0,-1 0 54 0,0 1-55 15,-1-1 54-15,1 0-54 0,1 2 54 0,-1 3-51 0,0-2 51 16,1 1-46-16,-2 1 45 0,2 1-52 0,-1-1 54 15,0 4-52-15,-1-4 53 0,1 2-55 0,1 0 53 16,-1 1-52-16,1-1 50 0,-1 3-51 16,-1-3 53-16,2 3-52 0,-1-3 54 0,0 5-55 0,1-4 52 15,-2 1-51-15,1 3 53 0,1-3-54 0,-1 0 52 16,0 2-46-16,-1-1 48 0,2 0-8 0,-2 0-4 16,1 0-3-16,-2 1 0 0,2-1-6 0,-1 0-2 15,1 2 2-15,0-2-4 0,-2-1-2 0,1 3 1 16,-1-2 0-16,1 1 1 0,-2 1-7 0,0-3 3 15,0 1 0-15,-2 1-1 0,2 0 2 0,-3-1-1 16,1 0 4-16,0 2-3 0,-2-2-1 0,2 1 3 16,-1-1-5-16,-3 1 6 0,1 1-4 0,0-2 1 15,-5 1 0-15,3-1 0 0,-2 0-1 0,-1 2 0 0,-2 0 5 16,1 0-2-16,-3 0-2 0,-1 0 0 16,-3-2 0-16,-1 3-1 0,0 0 0 0,-1 0 1 15,-3 2 3-15,-1-2-4 0,0 1 2 0,0 0 0 16,-3 2-2-16,1 0 4 0,-2 1-1 0,-3 0-2 0,-1 0 1 15,-1 0 1-15,-1 0 0 0,0 1-3 0,1 0 5 16,-2 1 1-16,2-1-3 0,0 0 0 0,0-1 0 16,0 2 0-16,-1-1 2 0,1 0 5 0,1 1-5 15,3-2-5-15,-3 0 0 0,-1 0 3 0,2 0-1 16,2 0 2-16,-3 0-1 0,-1 0 2 0,0-2-4 16,1 1-1-16,-2 0 2 0,2-1-1 0,-1 0 4 15,1 0-3-15,-1 0 1 0,2-1-1 0,-1 2-2 16,1-2 2-16,-2 0 1 0,4 0 3 0,-4-1-1 15,3 1-2-15,0 1-2 0,-2-2 0 0,3-2 1 16,-1 4-2-16,-1-2 1 0,3 0 3 0,-3 0-5 16,0 1 8-16,3-2-5 0,3 3-1 0,-3-2 3 15,1 1 1-15,-1-2-4 0,-1 1 4 0,0 0-6 16,-2 0 8-16,3-1-9 0,-2 1 10 0,-2 0-5 16,2 0-7-16,0 1 3 0,0-1 1 0,-1 1 1 15,1-1 0-15,-1 0-1 0,1 2 4 0,-2-2-3 16,0 1-1-16,7 1 9 0,-2 1-11 0,-1-1 11 0,0 0-9 15,0 1-11-15,0 0 13 0,-1 1 5 0,-1 0-6 16,0 0 2-16,2 0-3 0,-3 0 5 0,3 0-7 16,-1 0 9-16,-5-3-7 0,5 3 6 15,3 0-7-15,-4 0 8 0,2 0-5 0,-1 0-4 0,1-2 1 16,-1 2 3-16,1 0-1 0,-2 0 0 0,3 0-2 16,-1 0 5-16,0 0-3 0,0 2 6 0,3-2-8 15,-2 0 8-15,0 0-6 0,1 0 4 0,0 3-6 16,0-3 6-16,0 0-6 0,0 0 5 0,0 1-5 15,1-1 7-15,-1 1-5 0,1-1-1 0,2 2 0 16,-1-2 7-16,-2 1-8 0,1-1 5 0,2 1-4 16,-1-1 3-16,-1 0-6 0,1 1 8 0,1-1-6 15,-1 0 5-15,1 0-3 0,0 0 7 0,3-1-5 16,-3 1-4-16,0-1 7 0,2 0-7 0,0 1 5 16,0-2-3-16,-2 1 4 0,3 0-7 0,1 1 9 15,0 0-8-15,-3-3 9 0,4 1-14 0,-1 2 14 16,0-2-6-16,0 1 3 0,2-1-6 0,-2 1 6 15,-3-1-7-15,1 0 9 0,-1 1-7 0,1 0 0 0,-1 1-2 16,0-3 7-16,1 3-5 0,2-1 1 0,-4 0-1 16,2-1 8-16,1 0-6 0,1 0 1 0,0 1-4 15,2 0 8-15,0-1-7 0,-2 0 2 0,2 2-4 16,1-3 8-16,-1 3-6 0,0 0 6 0,1-1-6 16,-1 0 7-16,0 1-19 0,1 0 15 0,-1-2-2 15,0 2 7-15,2-1-9 0,-1 0 6 0,-1 1-4 16,3-1 6-16,-2-1-4 0,1 2 4 0,-1 0-9 15,0-3 6-15,2 3-5 0,0 0 7 0,-1-1-7 16,1 0 4-16,0 1-5 0,3-2 7 0,0 2-5 16,-2-1 4-16,4 1-5 0,-2-1 7 0,0 1-7 15,2-1 8-15,-1 1-9 0,1-2 8 0,0 2-7 16,0 0 9-16,2 0-7 0,11 0 3 0,-24 0-7 16,24 0 10-16,-22 2-11 0,22-2 11 0,-23 0-4 15,23 0-1-15,-22 1-5 0,11 0 8 0,11-1-8 16,-21 1 10-16,21-1-9 0,-16 2 10 0,16-2-6 15,-18 1 4-15,18-1-9 0,-16 1 10 0,16-1-9 16,-15 3 5-16,15-3-4 0,-15 0 5 0,15 0-5 0,-17 4 8 16,17-4-8-16,-14 3 5 0,14-3-5 15,-15 2 7-15,15-2-7 0,-16 3 8 0,16-3-10 16,-15 4 9-16,15-4-11 0,-15 4 12 0,8 0-6 0,-3-2 5 16,1 1-7-16,0-1 7 0,0 2-8 0,0 0 7 15,0 0-6-15,-1-1 4 0,1 2-5 0,0-1 6 16,-3 1-6-16,3-1 7 0,-2 1-8 0,0-1 13 15,1 2-10-15,-2-3 7 0,2 2-10 0,0-1 10 16,-1 2-9-16,0-2 8 0,2-1-7 0,1 1 7 16,-2 2-8-16,1-2 9 0,0-1-9 0,0 1 6 15,0 0-3-15,3 0 5 0,-2 0-3 0,2 0 2 16,-3 0-9-16,9-4 8 0,-10 7-9 0,5-2 12 16,-2-3-8-16,2 3 5 0,5-5-12 0,-9 10 14 15,4-5-9-15,1-1 6 0,0 1-6 0,0 0 9 16,1 0-9-16,0 2 7 0,-1-2-6 0,2 0 8 15,2-5-8-15,-4 12 11 0,1-5-7 0,2-2 6 16,1-5-10-16,-4 12 11 0,4-12-11 0,-2 13 10 0,-1-8-11 16,3-5 9-16,-1 13-6 0,-2-7 0 15,2 1 1-15,1 0 2 0,0-7 0 0,-2 12 0 16,2-4 6-16,-2-1-8 0,2 0 0 0,-1 0 0 16,1-7 2-16,0 12 2 0,0-4 2 0,0-2-6 0,0-6 0 15,-1 13 3-15,1-6-1 0,0 1 1 0,0-8 2 16,0 11-43-16,0-3 48 0,-2-1-44 15,2-7 51-15,2 13-45 0,-4-6 46 0,2-7-2 0,2 14 1 16,-2-14-5-16,0 13-3 0,0-7-1 0,0-6-3 16,0 15 2-16,0-15-1 0,0 13-3 0,1-7 0 15,-1 2 1-15,0-1 1 0,0 0-2 0,0-2 1 16,0 4 2-16,0-3-4 0,1 2 0 0,-1-2 0 16,0 2 0-16,2 0 1 0,-2-2-1 0,0 3 5 15,0-1-4-15,0-1-4 0,1 1 5 0,-1-2-2 16,0 2 2-16,1 1-3 0,-1-2 1 0,0 1-1 15,0-2 2-15,0 2-3 0,0 0 3 0,0-2 1 16,0 1 3-16,0 1-6 0,-1-3 1 0,1 4 0 16,0-9 0-16,0 12 0 0,0-6 0 0,-1 1 5 15,1-7-5-15,0 14-1 0,0-14 2 0,0 12-3 16,-2-4 4-16,2-8-2 0,-1 13 1 0,1-7-1 16,0-6 1-16,0 12-2 0,0-4 1 0,0-8 1 0,-1 12 3 15,1-6-4-15,0-6 1 0,0 12 0 0,0-12-2 16,1 13 1-16,-1-13 1 0,0 13 4 15,0-13-6-15,0 13 1 0,0-7 0 0,0-6 0 0,0 12 1 16,0-5-1-16,0-7 7 0,0 13-8 0,0-13 1 16,1 12 0-16,-1-12-1 0,2 13 2 0,-2-13 1 15,0 10-1-15,0-2 0 0,0-8-1 0,0 12 0 16,0-12 0-16,0 12 2 0,0-12 2 0,1 12-5 16,-1-12 1-16,0 11 2 0,0-11-2 0,0 12-1 15,0-12 1-15,1 11 4 0,-1-11-6 0,0 11 2 16,0-11 1-16,0 10 0 0,0-10 0 0,0 11-1 15,0-11 0-15,0 11-1 0,0-11 2 0,0 10 0 16,0-10 0-16,0 9-46 0,0-9 59 0,0 10-50 16,0-10 50-16,0 10-47 0,0-10 52 0,0 10-47 15,0-10 49-15,0 9-46 0,0-9 47 0,-1 9-50 16,1-9 51-16,-1 11-45 0,1-11 47 0,0 12-51 16,0-12 51-16,-3 11-49 0,3-11 48 0,0 12-48 15,0-12 50-15,-1 11-51 0,1-4 56 0,0-7-57 0,-3 12 51 16,3-5-48-16,-1 0 48 0,1 1-50 15,-1-3 50-15,-1 4-35 0,2-2 32 0,-2 1-48 16,0-1 50-16,1 0-48 0,1 1 50 0,-1 1-48 0,0-2 46 16,-1 1-51-16,1-1 51 0,0 0-48 0,-2 2 48 15,3-3-49-15,-2 2 54 0,1 0-56 0,-1-2 51 16,1 3-50-16,0-2 50 0,-2 1-51 0,3-1 8 16,-1 0-59-16,-2 1-61 0,3-1-76 0,-1 2-72 15,0-1-92-15,-2 2-145 0,-1 0-373 0,-1 1-460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5-10T05:47:06.300"/>
    </inkml:context>
    <inkml:brush xml:id="br0">
      <inkml:brushProperty name="width" value="0.05292" units="cm"/>
      <inkml:brushProperty name="height" value="0.05292" units="cm"/>
      <inkml:brushProperty name="color" value="#FFFFFF"/>
    </inkml:brush>
  </inkml:definitions>
  <inkml:trace contextRef="#ctx0" brushRef="#br0">6078 655 329 0,'0'0'358'0,"0"0"-83"0,0 0 16 0,3-8-89 15,-3 8 21-15,0 0-65 0,0 0 29 0,0-9-7 16,0 9-19-16,0 0-65 0,-2-7 52 0,2 7-7 16,0 0 3-16,0 0 3 0,-2-5 3 0,2 5-10 15,0 0-2-15,-5-7-10 0,5 7-12 0,-8-3-6 16,8 3-8-16,-9-6-7 0,9 6-8 0,-10-1-13 15,10 1-8-15,-13-3-9 0,13 3-11 0,-19 0-8 16,19 0-7-16,-19 3-7 0,7-2 1 0,1 2-11 16,-3 2 1-16,0 0 2 0,-3 0-2 0,3 2 2 15,0 1-1-15,-1 1-8 0,-2 1-4 0,3 1 3 16,-1 1 2-16,2 1-2 0,-1-1-1 0,1 2-3 16,3 1-1-16,-2-1 0 0,2 2 5 0,4-1-1 15,-2-2-2-15,2 1-1 0,1 1 4 0,1 0-5 16,0 0 0-16,3-3 3 0,-1 2 3 0,2 3 0 0,2-3-1 15,0 1-3-15,2-1 3 0,1 0-4 16,0 1 3-16,4-2-2 0,-1 1 1 0,1-2 1 16,2 0-2-16,-1-3-1 0,2 2-7 0,2-3 6 0,-1 1-1 15,2-2-2-15,1-2-6 0,-1 2 0 0,0-2 4 16,2-3-5-16,-2 1 2 0,3-1 0 0,-4-2 0 16,1 0 3-16,1 0-3 0,-1 0 1 0,-1-2-7 15,4-2 12-15,-3 0 0 0,2 0-2 0,-3-3 2 16,3 1-2-16,-3-2 3 0,1 0-4 0,-1 1 3 15,0-3-1-15,-2 2 1 0,2-4 0 0,-3 0 0 16,1 0 0-16,-1 2 2 0,-2-2 2 0,0-1 5 16,1 0 7-16,-2 1 2 0,0-3-1 0,-2 0 2 15,0 0 4-15,-2-1 7 0,0 2 13 0,1-4 10 16,-5 2 9-16,1 1 7 0,-2-2 7 0,0 1-1 16,-7-3-3-16,3 2-11 0,-2 0-5 0,-1-1 3 15,-4 1-6-15,1 2 1 0,-2 0-8 0,-1-1-3 16,1 2-6-16,-2-1-3 0,-2 1-9 0,-1 3-6 15,3-2-2-15,-3 3-12 0,0 0-3 0,2 2-6 0,0 1-9 16,0 1-24-16,0 2-11 0,0 0-26 0,-2 2-30 16,4 2-35-16,-3 2-54 0,2 2-51 15,0 4-93-15,-1 2 3 0,0 3-104 0,3 3-121 0,-4 6-443 16,6 0-602-16</inkml:trace>
  <inkml:trace contextRef="#ctx0" brushRef="#br0" timeOffset="749.85">6500 823 316 0,'-4'-6'510'0,"0"0"-78"0,2 0-69 0,2 6-28 15,-6-10-35-15,6 10-54 0,-4-7-51 16,4 7-41-16,-4-4-36 0,4 4-25 0,0 0 8 0,-4 8 9 16,5 2 5-16,0 2 5 0,2 5 4 0,0 0-4 15,1 8-15-15,2-2 0 0,-3 2-11 0,4 6-11 16,-2-2-8-16,0 0-13 0,3 1-9 0,-3-2-15 15,0-4-4-15,-1 1 20 0,1-2-34 0,-1 0 9 16,1-2-53-16,-1 0-12 0,-2-3-61 0,1-3-46 16,-1-1-62-16,1-2-33 0,-1 0-30 0,1-3-113 15,-3-3-56-15,0-6-407 0,3 10-386 0</inkml:trace>
  <inkml:trace contextRef="#ctx0" brushRef="#br0" timeOffset="1016.06">6463 984 69 0,'-5'-22'485'16,"-3"2"-60"-16,3-1-111 0,4 5-10 0,-2-2-41 16,2-1-45-16,1 4-35 0,1-2-34 0,3 2-19 0,0 0-20 15,2 1-10-15,3 2-9 0,0 1-20 16,2-2 2-16,1 4-14 0,2 2-6 0,0 1-12 16,0 2-18-16,3 1 4 0,-4 3-12 0,3 0 5 0,-2 3-10 15,3 2-5-15,-3 2 1 0,0 0-9 0,-2 3 9 16,-1 0-3-16,-2 1 9 0,-3-1 11 0,-2 5 12 15,-1-3 3-15,-3 2 1 0,-3 3 7 16,-2-2-4-16,1 0 0 0,-5 2 2 0,-2-1-3 0,-1-1 0 16,-2-1-13-16,1-2-4 0,2 0-2 0,-2-3-19 15,2-1-24-15,-2-1-26 0,3-2-39 0,-2-3-91 16,2 1 17-16,10-3-96 0,-17-3-85 0,9-1-120 16,1-1-230-16,3 0-198 0</inkml:trace>
  <inkml:trace contextRef="#ctx0" brushRef="#br0" timeOffset="1316.9">6827 494 139 0,'0'-13'669'0,"0"13"-124"0,-1-10 9 15,1 10-43-15,-2-8-67 0,2 8-61 0,-1-7-74 16,1 7-62-16,0 0-67 0,0 0-37 0,0 0-29 0,0 0-8 15,0 0-9-15,3 14-3 0,-2-4-7 0,4 5-3 16,-2 2 1-16,2 6-3 0,-1 2 11 16,2-1-24-16,-1 8-11 0,0-4-1 0,0 2 0 0,0-1-6 15,3 0-1-15,-4-5-2 0,1 0-3 0,-1 1-9 16,1-4 3-16,0 1-10 0,-1-3 0 0,2-2-5 16,-2-1-5-16,1 0 0 0,0-3-3 0,2 0 2 15,0 0-10-15,1-4-12 0,1-1-16 0,0-2-18 16,1 0-30-16,2-5-47 0,0 0-77 0,0-2-91 15,2 0-67-15,0-4-97 0,2-1-139 0,-1 0-520 16,-4-2-722-16</inkml:trace>
  <inkml:trace contextRef="#ctx0" brushRef="#br0" timeOffset="1515.95">6844 826 367 0,'-12'1'739'0,"2"0"-133"0,10-1-59 0,-17 0-86 16,17 0-74-16,-10 0-71 0,10 0-58 16,-5-5-51-16,5 5-46 0,5-12-27 0,0 3-28 15,5-1-35-15,6-2-41 0,-1 0-42 0,5-1-69 0,5 0-89 16,-2-2-73-16,1 3-86 0,2-1-65 0,-1 1-93 16,1 0-357-16,-3 3-385 0</inkml:trace>
  <inkml:trace contextRef="#ctx0" brushRef="#br0" timeOffset="1684.93">7213 698 238 0,'-4'8'557'0,"4"-2"-79"0,-1 2-108 0,0 3 25 16,1 0-52-16,0 0-31 0,1 2-58 0,0-2-28 16,-1 2-31-16,4 2-26 0,-2-1-40 0,2-2-18 15,-1 3-30-15,-1-3-8 0,1 1-53 0,1-2-43 16,0 1-114-16,-2-3-30 0,3 1-95 0,-2-2-99 15,1 0-117-15,-2-2-321 0,-2-6-324 0</inkml:trace>
  <inkml:trace contextRef="#ctx0" brushRef="#br0" timeOffset="1850.24">7158 676 138 0,'-8'-7'743'0,"1"0"-140"15,2 2-54-15,-1 3-95 0,6 2-105 0,-7-10-72 16,7 10-72-16,-8-7-60 0,8 7-107 0,0 0-39 0,-1-7-118 16,1 7-4-16,0 0-129 0,9-3-131 15,-9 3-445-15,10 2-366 0</inkml:trace>
  <inkml:trace contextRef="#ctx0" brushRef="#br0" timeOffset="2448.94">7391 695 730 0,'0'0'595'15,"0"0"-104"-15,0 0-79 0,0 0-94 0,-3 8-24 16,3-8-11-16,0 12-26 0,0-3-29 0,1 1-26 16,1 2-34-16,1 5-32 0,-3-3-21 0,3 2-21 15,-2 1-19-15,2-1-17 0,-2-1-11 0,0 2-11 16,2-2-7-16,-2-1-1 0,0-1-8 0,1-1-2 15,-1-1-6-15,0 0-9 0,1-2-11 0,-1-1-9 16,0-2 4-16,-1-6-1 0,1 12 1 0,-1-12-2 16,3 8 6-16,-3-8-1 0,0 0-5 0,0 0 7 0,13-5-2 15,-10 0 4-15,3-3-2 0,-1-1 5 16,1-3 1-16,-1 0-10 0,2-2 14 0,-1-1-1 16,-1 0 2-16,3 0-2 0,-3 1 0 0,0 1 1 0,0 1 1 15,-1 3 0-15,0-1 2 0,0 2 3 0,-1 0-5 16,1 3 2-16,-4 5 6 0,9-5 3 0,-9 5 1 15,0 0 3-15,13 1-5 0,-4 3 0 0,-4 2-6 16,3 2-1-16,-2 0 5 0,2 1-4 0,-2 0 1 16,3 1-2-16,-2 0-2 0,-2-2-6 0,2 1-9 15,-3-1-6-15,2-1-10 0,0-2-8 0,-1 2-7 16,0-2 3-16,-1-1 2 0,-4-4 0 0,7 5 15 16,-7-5 5-16,0 0 0 0,16-3-7 0,-9-1-2 15,0-1 2-15,-1-5-2 0,3 1 8 0,0-1 4 16,-3-4 0-16,2 2 4 0,0-1 5 0,-2-2 1 15,2 2-2-15,-2 0 12 0,-1 1 9 0,0 1 9 16,2 2 3-16,-3 1 14 0,-2 0-3 0,2 2-16 16,-1 2-4-16,-3 4 2 0,6-9 4 0,-6 9 6 15,0 0 4-15,10 3 0 0,-10-3-3 0,8 10 3 0,-4-3-6 16,0 1-4-16,-1 2-6 0,1 0-3 16,2 2 0-16,0 0-11 0,-1 3 7 0,1-3-18 15,-2-1-19-15,3 4-28 0,0-3-20 0,1-2-62 0,-1 2-35 16,1-4-94-16,5 2 28 0,-3-3-93 0,4 0-86 15,0-4-92-15,-1-1-275 0,1-2-304 0</inkml:trace>
  <inkml:trace contextRef="#ctx0" brushRef="#br0" timeOffset="2816.53">8243 710 201 0,'-4'-7'607'0,"1"2"-23"15,1-2-71-15,-2 2-54 0,4 5-69 0,-13-8-50 16,13 8-40-16,-15-1-45 0,5 2-37 0,-2 4-17 15,1 0-26-15,-1 3-22 0,-2 0-33 0,0 4-18 16,3-1-22-16,-2 4-12 0,1-1-13 0,2 3-6 16,2-2-10-16,2-1-7 0,1-1-6 0,2 0-9 15,-2-2-6-15,4-1-6 0,1 1-16 0,0-3-7 16,1 1-11-16,4-4-10 0,-5-5-19 0,8 9-17 16,-8-9-14-16,12 1-35 0,-12-1-3 0,16-5-42 15,-7 0 17-15,0 0 1 0,4-5 19 0,-3 1 22 16,-5 0 23-16,7 0 19 0,-3-3 12 0,-3 3 24 15,2-1 43-15,-1-1 40 0,-2 3 44 0,-1-1 33 0,0 1 26 16,0 4 6-16,-1-3-13 0,-3 7-16 16,3-9-36-16,-3 9-21 0,5-4-13 0,-5 4-12 15,0 0-8-15,0 0-10 0,2 10-6 0,-1-3-2 0,0 0-2 16,-1 5-7-16,3-3 4 0,-2 3-4 0,4-1-3 16,-2-1-5-16,3 1-11 0,-2-1-8 0,4-2-14 15,-2 1-15-15,2-3-24 0,-2 0-36 16,4-1-44-16,1-2-60 0,-1 0-37 0,-10-3-62 0,21-1-23 15,-9-3-78-15,2-1-37 0,-2-2-350 0,0-1-314 16</inkml:trace>
  <inkml:trace contextRef="#ctx0" brushRef="#br0" timeOffset="3032.97">8460 533 64 0,'-4'-22'663'0,"-3"3"-192"0,1-2 33 0,1 5-8 15,0 0-13-15,0 1-6 0,0 3-11 0,0 1-72 16,2 1-6-16,-1 0-125 0,2 3-5 0,-2 2-113 15,4 5 16-15,-4-5-75 0,4 5 27 0,-5 8-63 16,5 1 35-16,-1 3-58 0,1 1 6 0,1 8-12 16,2 2-8-16,-1 3 1 0,2 3-10 0,1 2 14 15,-1 0-11-15,0 2 13 0,1-2-15 0,0-1 6 16,-1-3-15-16,0-2-19 0,0-3-29 0,-1 2-33 0,0-3-40 16,1-3-56-16,-2-1-62 0,2-1-80 0,-3-3-50 15,2-1-129-15,-2-2-151 0,-1-1-339 16,2-1-591-16</inkml:trace>
  <inkml:trace contextRef="#ctx0" brushRef="#br0" timeOffset="7665.3">9867 689 186 0,'0'0'435'0,"8"-8"-14"0,-8 8-60 0,7-7-27 16,-7 7-23-16,4-9-6 0,-4 9-24 0,4-10-15 15,-4 10-17-15,-4-12-26 0,1 7-28 0,-1-2-8 16,-3 2-32-16,-1-2-16 0,-2 2-33 0,-1 0-19 16,-1 2-18-16,-4 0-17 0,0 3-15 0,-3 2-4 15,0-1-2-15,-4 5-10 0,0 0-8 0,0 2-7 16,0 4 6-16,-2 2-1 0,5 1-1 0,0 2 2 15,3 0-4-15,2-1-1 0,3 2-9 0,2 0 10 16,1 0-2-16,4-1-4 0,1-3 2 0,4 1 0 16,0-4-3-16,4 2-8 0,1-1 7 0,5 0-5 15,-1-4 0-15,0-1 0 0,4-3-9 0,-3-1-1 16,3-2-7-16,1-1-6 0,0-3-5 0,3 0-10 16,-3-4-11-16,1-1-6 0,1-2 0 0,-1-1 5 0,-1-1 16 15,-3 0 3-15,0 0 7 0,-1 0 3 16,-1-1 15-16,-2 1 2 0,0 1 9 0,-2 1 13 15,0 2 9-15,-1-3 11 0,-2 2 4 0,1 1 2 0,-2 2-12 16,3-1-2-16,-4 7-14 0,3-9-8 0,-3 9-7 16,2-8 1-16,-2 8 1 0,0 0-6 0,0 0 12 15,0 9 1-15,0-9-2 0,0 13 0 16,3-4-2-16,-2 1 1 0,3 1-6 0,1 1 6 0,-1 0 2 16,1-1 1-16,1 1-6 0,2 0 10 0,-1-3-7 15,1 2-3-15,1-5 7 0,-1-1-1 0,2 2-3 16,-1-3-3-16,3-2 0 0,-1-2-9 0,1-1-17 15,-1-3-2-15,3-1-18 0,2-3-10 0,-3 0-22 16,2-5-2-16,0 1 0 0,-2-2 7 0,1-3 13 16,-4 2 13-16,4-4 8 0,-4 0-5 0,-1-2-17 15,1 1 49-15,-3-3-34 0,-2-1 50 0,0 0-31 16,-2-3 45-16,-2 3-19 0,0-4 45 0,-3 1-19 16,-1 0 17-16,-1 4 21 0,2 0 30 0,-4 1 4 15,1 1 4-15,-1 5-6 0,2 0-5 0,-1 3-20 16,1 3-22-16,-1-1-13 0,0 6-9 0,-1 2-2 15,6 3-5-15,-11 3-5 0,6 5 4 0,0 5 3 16,1 5 2-16,-2 4 3 0,5 4-6 0,-2 3 1 16,4 6 1-16,2 1 5 0,3 4-18 0,2 2-5 0,0-3-8 15,1-1-9-15,2-2-15 16,-2-6-19-16,3-1-27 0,-1-4-4 0,2 0-25 0,1-3-24 16,1-3-34-16,2-4-21 0,-2-3-13 0,6-4-74 0,0 1-45 15,-4-8-67-15,6 1-415 0,1-5-323 0</inkml:trace>
  <inkml:trace contextRef="#ctx0" brushRef="#br0" timeOffset="8148.7">10599 606 28 0,'0'-11'602'15,"-2"1"-86"-15,-1 2-136 0,-1 1 13 0,-1 2-64 16,-2 0-26-16,7 5-63 0,-17-2-31 0,4 4-51 16,2 3 0-16,-4 1-35 0,0 3-1 0,1 1-14 15,-1 3-19-15,1 2-23 0,1 1-7 0,0 1-14 16,4-2-7-16,2 0-16 0,0 0-7 0,5-1-12 15,-1-3-12-15,2 0-1 0,2 1-10 0,2-4-8 16,2-1-11-16,1-2-8 0,2 0-23 0,-8-5-33 16,19 0-9-16,-8-2-6 0,2-3 10 0,1-1 8 15,-2-3 16-15,1 1 15 0,-1-1 7 0,-1-1 11 16,-1 0 23-16,1-2-35 0,-4 3 82 0,-1-2-29 16,-1 2 94-16,0 0-2 0,-1 0 65 0,0 0 1 15,-3 2 32-15,2 0-16 0,-3 7-14 0,2-9-40 0,-2 9-23 16,4-7-24-16,-4 7-3 0,0 0-22 0,0 0 1 15,0 9-3-15,-1-3-5 0,1 5-11 0,1 3 6 16,-1 3-6-16,3 3-4 0,-2 1-5 16,4 2 2-16,0 0-8 0,0 4 2 0,3-1-3 0,-3 1 4 15,3 0 1-15,1-1 0 0,-3-2 1 0,-1-2-4 16,2 3 2-16,-2-1-1 0,0-2-2 0,-3-1 7 16,1-2-1-16,-2 1 5 0,-1-2 10 0,0-1 16 15,-2-1 3-15,-2 1-3 0,0-2 7 0,-5 0 24 16,3-1-30-16,-3-1 29 0,-1-2-8 0,-2 0 23 15,-1-1-11-15,-1-3 6 0,-1-2-4 0,-2 2-8 16,2-3 12-16,-2-2-24 0,-2 0 2 0,4-2-16 16,-3-2 7-16,1 0-25 0,-2-2-1 0,4 0-20 15,-2-3-6-15,3 0-19 0,-1 0-33 0,3-2-11 16,1 0-47-16,2-1-59 0,1-2-61 0,4 1-52 16,2 1-45-16,2-2-30 0,2-1-92 0,2-1-54 15,5-3-485-15,0 0-584 0</inkml:trace>
  <inkml:trace contextRef="#ctx0" brushRef="#br0" timeOffset="8498.95">11094 554 542 0,'0'0'575'0,"-2"-11"-114"0,2 11-10 0,-6-8-72 15,6 8-55-15,-13-4-65 0,13 4-29 16,-15 3-59-16,5-1-24 0,1 3-37 0,-4 2-9 0,3 0-15 15,-1 4-19-15,0 1-10 0,2 0-11 0,1 4-13 16,-2-1 0-16,5-1-11 0,1 2-8 0,0-2-8 16,3-1-2-16,1-1-7 0,0 0 4 0,4-1 0 15,0 0-1-15,2-3-1 0,2-1-8 0,1-1 8 16,0-2 0-16,1-2-8 0,4-2-1 0,-2-1-5 16,0-2 3-16,4 0-2 0,-2-4 3 0,0 0-1 15,-2-1 5-15,1 1 7 0,-5-2 11 0,3 1 16 16,-3-1 18-16,-3 1 4 0,-1-1 8 0,1 1 26 15,-3-1-9-15,-2-1-26 0,0 3-4 0,-3-3-15 16,-1 3-4-16,0-1-10 0,-1 1-5 0,-1 1-34 16,-3 0-38-16,1 2-87 0,0 1-56 0,8 3-103 15,-16-2-31-15,16 2-121 0,-17 2-476 0,7 0-512 16</inkml:trace>
  <inkml:trace contextRef="#ctx0" brushRef="#br0" timeOffset="9448.84">11398 587 208 0,'-12'-3'474'16,"2"1"-37"-16,1 0-105 0,9 2 23 0,-14-6-88 15,10 2 8-15,4 4-82 0,-10-5-6 0,10 5-66 16,-6-5 9-16,6 5-56 0,0 0 21 0,0-9-41 16,0 9 25-16,0 0-37 0,11-3 18 0,-11 3-36 15,13 1 24-15,-5 3-33 0,0 1 20 0,1 2-21 16,2 0 17-16,-1 3-4 0,-1 0-3 0,-1 0-6 0,-1 1-3 15,1 2-8-15,-3-1 1 0,-1-2 3 16,-2 1-3-16,0-1 1 0,-1-1-4 0,-2 3 1 16,-1-3-4-16,1 2 9 0,-3-3 14 0,0 1 18 0,-1-2 17 15,-1-2 27-15,2 0 12 0,4-5-4 0,-9 5-17 16,9-5-15-16,0 0-10 0,-13-2-13 0,13 2-8 16,-6-8-6-16,6 8-3 0,-3-12-7 0,5 3-8 15,-1-1 2-15,2 0-2 0,0-2-9 0,4-2-11 16,-1 1-25-16,2-1-3 0,3-1-33 0,-2 1 12 15,4 0-27-15,-3 4 17 0,3-1-32 0,-3 1 17 16,4 4-39-16,-3-1 38 0,0 2-29 0,-1 4 65 16,-10 1-39-16,19 0 63 0,-10 3-26 0,0 2 42 15,-1 1 11-15,2 5 4 0,-2-3 6 0,-2 4-7 16,1 0-8-16,0 0 14 0,0 2 0 0,-2 0 7 16,0 1 10-16,-1-1-4 0,2-1-1 0,-2 0-13 15,-2-1 8-15,1-1-4 0,2-1-8 0,-4-2-1 16,2-1-14-16,0 0-30 0,-3-7-30 0,3 12-41 15,-3-12-78-15,0 0-118 0,4 5-31 0,-4-5-69 0,0 0-226 16,5-8-144-16</inkml:trace>
  <inkml:trace contextRef="#ctx0" brushRef="#br0" timeOffset="9564.89">11612 531 102 0,'-7'-14'480'0,"-1"2"-92"0,3 0-61 0,0 3-48 15,0-2 17-15,-2 4-101 0,4-3 13 16,-1 4-95-16,1 0 19 0,-1 0-107 0,2 0-54 0,2 6-62 15,-3-8-92-15,3 8-143 0,0 0-275 0,4-6-113 16</inkml:trace>
  <inkml:trace contextRef="#ctx0" brushRef="#br0" timeOffset="9864.73">11887 326 695 0,'0'0'554'15,"0"-7"-5"-15,0 7-38 0,0 0-53 0,-1-9-22 16,1 9-47-16,0 0-27 0,0 0-90 0,0 0-39 16,0-7-79-16,0 7-9 0,0 0-52 0,0 0 3 15,-4 13-35-15,4-6 10 0,0 3-34 0,-1 5 13 16,0 2-29-16,-1 3-3 0,1 3-2 0,-2 3-2 16,2-1 15-16,0 1-21 0,0 1 16 0,-1 0-22 0,1-1 18 15,1-1-19-15,0 1 16 0,1-2-20 16,1-4 6-16,-1-2 0 0,0 2 1 0,2-3 1 15,-2-5 4-15,4 1 1 0,-1-2-5 0,1-1-3 0,0-2-26 16,3-4-29-16,0-1-49 0,3-1-64 0,-1-3-79 16,3 0-81-16,-2-4-37 0,2 1-104 0,3-4-82 15,-5 0-414-15,3 1-552 0</inkml:trace>
  <inkml:trace contextRef="#ctx0" brushRef="#br0" timeOffset="10016.84">11830 655 276 0,'-16'1'616'16,"6"0"-87"-16,0 1-40 0,10-2-43 0,-15 1-74 16,15-1-63-16,-12 1-60 0,12-1-50 0,0 0-35 15,0 0-36-15,-5-5-34 0,13 1-30 0,3-3-59 16,3 0-65-16,5-3-87 0,3 0-89 0,5-2-28 16,0 1-113-16,-1-1-82 0,2-1-302 0,-3 0-274 15</inkml:trace>
  <inkml:trace contextRef="#ctx0" brushRef="#br0" timeOffset="10431.94">12103 369 491 0,'-10'-7'458'0,"4"1"-53"0,-2-1 43 0,1 1-36 16,2 1-21-16,-2 0-15 0,2 2-30 16,5 3-34-16,-8-7-47 0,8 7-49 0,-8-6-48 0,8 6-35 15,0 0-37-15,0 0-19 0,-11 5-20 0,8 0-1 16,3 6-11-16,0 3 5 0,0 3-18 0,3 1 11 15,-2 5-13-15,4 0-9 0,-1 0-2 16,0 4-2-16,0 1 21 0,1-2-31 0,-1 0 1 0,-2-1-3 16,2-1-1-16,2-1 2 0,-3-1-5 0,-2-2-1 15,4-2-9-15,-3-3-21 0,0-3-17 0,1 0-6 16,-2-1 0-16,3-1 3 0,-3-3 8 0,3-1 6 16,2-3-5-16,-6-3-9 0,9 2-19 0,-9-2-11 15,13-6-2-15,-4 0 5 0,-1 0 11 0,1-4 14 16,0-1 12-16,1 1 8 0,-1-2-3 0,0-1 14 15,-1 2-14-15,1-1 31 0,-1 1-8 0,0 1 28 16,-1 2-11-16,1-1 25 0,-4 4-13 0,1-2 9 16,-5 7 2-16,12-5 22 0,-12 5-6 0,0 0 10 15,14 0 1-15,-14 0-7 0,10 7-7 0,-4 0-1 16,-1 0-8-16,2 2-5 0,-2-1-7 0,0 0-1 16,3 2-8-16,-3-1-16 0,1 0-25 0,-1 0-40 15,2 0-47-15,0-1-73 0,-3-1-34 0,1 0-67 0,0 0-8 16,1-3-87-16,-6-4-100 0,10 7-300 0,-10-7-309 15</inkml:trace>
  <inkml:trace contextRef="#ctx0" brushRef="#br0" timeOffset="10981.93">12540 626 263 0,'0'0'601'0,"0"0"-51"0,-4-7-108 0,4 7-43 0,0 0-74 16,0 0-25-16,0 0-27 0,0 0-30 0,-7 7-38 15,7-7-27-15,-2 9-30 0,2-2-28 0,0 0-23 16,2 1-15-16,-1 0-16 0,0 0-18 0,2 0-8 16,-2 1-14-16,2-1-10 0,-1 0-13 0,1-2-7 15,1-2-8-15,-4-4-14 0,6 11 9 0,-6-11 5 16,6 5-7-16,-6-5-13 0,0 0-7 0,16-2-13 16,-16 2 4-16,11-8 0 0,-2 1 11 0,-1 2 3 15,0-3 4-15,0 0 4 0,0-2 6 0,1 2 5 16,0-3 6-16,-3 1 13 0,1 3 22 0,-1-1 7 15,-2 1 36-15,1 0 15 0,1 2-20 0,-2 0-11 16,-4 5-10-16,7-7-11 0,-7 7-8 0,0 0 1 16,0 0 2-16,10 0 7 0,-10 0-4 0,3 9-4 15,0-4-2-15,-3 3-3 0,3 1-9 0,-1-2-4 0,2 1 4 16,-3 2-1-16,2-2-2 0,2 2-2 0,-2-3-1 16,2 1-2-16,0-2-1 0,-1 0 5 0,0-1 0 15,1-2-2-15,-5-3 0 0,10 4-5 16,-10-4-7-16,15-1-13 0,-6-3 0 0,-1 2 2 0,2-3 1 15,-1-2-3-15,1-1 4 0,3 1 2 0,-4-3-3 16,1 1 6-16,2-1-6 0,-2-1 13 0,-1 1-6 16,0 0 8-16,-2 1 9 0,1 0 17 0,-4 2 7 15,4 1 8-15,-5 1 3 0,1 0-5 0,-4 5-2 16,8-9-13-16,-8 9 2 0,0 0-6 0,0 0 4 16,0 0 4-16,13 5 1 0,-13-5-4 0,5 11-3 15,-4-4 3-15,3 1-7 0,0 1 0 0,0 0-6 16,1-1 6-16,0 1-9 0,4-1 4 0,-2 2-4 15,4-1 1-15,-1-3-19 0,0 0-19 0,-1-1-33 16,4-2-55-16,-2 1-72 0,3-3-80 0,-1-1-65 16,0-1-133-16,4-1-132 0,-3-3-325 0,1 0-496 15</inkml:trace>
  <inkml:trace contextRef="#ctx0" brushRef="#br0" timeOffset="11531.84">14453 327 387 0,'-1'-5'528'0,"1"5"-36"15,-5-11-111-15,5 11-14 0,-8-5-90 0,8 5-21 16,-15 0-51-16,6 3-12 0,-5 4-12 0,0 0-14 0,-3 5 1 15,-1 5-26-15,-2 3-6 0,2 2-24 16,0 1-6-16,-1 6-21 0,5-4-9 0,-2 1-6 0,6 0-11 16,1 0-7-16,5-3-8 0,-2 0-4 0,5-2-3 15,2-2-10-15,4-2 0 0,0 3-4 16,4-3-1-16,3-2-1 0,4-3-12 0,3-1-7 16,-1-5-14-16,5-2-12 0,0-3-2 0,4-2-8 0,-1-2-1 15,2-1 5-15,1-5 4 0,1 1 8 0,-2-3-3 16,-3-1 11-16,-2-1 5 0,-5 1-8 0,0-1 26 15,-4-1 3-15,-1-1 17 0,-5 2 10 0,-2-1 0 16,-3-1 2-16,-2-1 18 0,-2-1 7 0,-3 0-5 16,-4 1 1-16,0-2 0 0,-2 2-23 0,1 1-14 15,-1 1-5-15,-1 2-6 0,0 3-9 0,1-1-6 16,-1 2-32-16,2 1-58 0,-2 4-62 0,1-1-68 16,-1 3-58-16,11 1-88 0,-20 1-43 0,13 2-112 15,-1 0-435-15,2 2-536 0</inkml:trace>
  <inkml:trace contextRef="#ctx0" brushRef="#br0" timeOffset="12014.93">14852 355 511 0,'0'0'598'0,"10"-6"-53"0,-10 6-78 0,6-2-71 15,-6 2-71-15,0 0-52 0,0 0-53 0,0 0-38 0,13 5 44 16,-13 3 6-16,1 1-19 0,1 3-24 0,-2 2-23 15,0 6-46-15,0-3-19 0,0 2-16 16,0 1-18-16,0 1-9 0,0 1-11 0,0-2-10 16,0 0-16-16,-2 0 8 0,2 0-11 0,-1-1-7 0,1-1-12 15,0-1-5-15,0-3-13 0,-1 0-12 0,1-4-12 16,-1 2-3-16,1-4-2 0,0 1 8 0,0-9-2 16,0 10-5-16,0-10-3 0,0 0-5 0,0 0 14 15,0 0 3-15,0 0 7 0,0 0 4 0,-3-8 6 16,3 1 9-16,0-1-6 0,0-4 14 0,0 0 6 15,-1-5 24-15,-1-1 3 0,1-2 5 0,1-3 12 16,-2-3 18-16,0 0-8 0,1-1-3 0,1 0 2 16,0 0 0-16,0 2 0 0,0-1-6 0,4 3 17 15,-3-1-36-15,3 4-5 0,0 2-7 0,0 1-1 16,0 2-7-16,2 0-2 0,0 2 20 0,-2 1-33 16,3 4-3-16,-1 0 3 0,3 1 0 0,-2 2 2 15,3 2 2-15,0 2 17 0,-10 1-31 0,18 0-3 16,-7 1-7-16,-1 4-4 0,-2-1-4 0,1 3-7 0,1-2 19 15,-2 2-20-15,-2 2 6 0,-2-1 9 0,1 2 8 16,-4-1 1-16,-2 1 5 0,-1 1 18 16,-2-1-19-16,-3 2 3 0,0 1-19 0,-2-2-14 15,-1-1-33-15,-1-1-34 0,-1 1-29 0,0 0-81 0,0-2-3 16,0 1-69-16,0-3 20 0,1 0-85 0,-1-2-87 16,3-1-401-16,0 0-389 0</inkml:trace>
  <inkml:trace contextRef="#ctx0" brushRef="#br0" timeOffset="12280.98">15257 258 98 0,'5'-4'751'0,"-5"4"-167"0,9-6-63 0,-9 6-50 15,5-3-83-15,-5 3-64 0,0 0-65 0,6-2-50 16,-6 2 3-16,7 2-41 0,-5 5 11 0,1 1 11 15,1 3-23-15,0 1-35 0,-2 4 7 0,2-1-42 16,1 2 10-16,0 0-42 0,0 1-10 0,-2 1-13 16,-1-1-4-16,2 0-9 0,-1-1-4 0,-2 0-4 15,2-1-7-15,-1 1 20 0,-2-6-15 0,2 4-39 16,-2-3-2-16,1-2-71 0,-1 0-54 0,0-2-68 0,0 0-84 16,-1-3-38-16,1-5-68 0,-4 10-97 0,4-10-87 15,-7 5-293-15,7-5-434 0</inkml:trace>
  <inkml:trace contextRef="#ctx0" brushRef="#br0" timeOffset="12465.43">15157 369 464 0,'-6'-9'537'0,"1"1"-36"0,1 1-22 16,1 2-47-16,-1-2-78 0,3 0-61 0,1 7-41 16,4-15-24-16,1 7-28 0,4-1-24 0,4 0-28 15,2 0-26-15,4-1-25 0,2 0-19 0,3 2-21 16,2 1-34-16,3 0-32 0,0 0-44 0,-2 0-62 15,5 3-96-15,0-1-56 0,-4 0-39 0,2 4-90 16,-1-5-138-16,-2 5-273 0,0 0-335 0</inkml:trace>
  <inkml:trace contextRef="#ctx0" brushRef="#br0" timeOffset="14364.81">6114 1473 79 0,'0'0'298'0,"0"0"-62"16,-14 0-43-16,14 0-18 0,0 0-24 0,-13 0-21 15,13 0-16-15,0 0 0 0,0 0-13 0,-13-1-13 0,13 1-15 16,0 0-1-16,0 0 0 0,0 0 3 16,0 0-9-16,-11 0-1 0,11 0 7 0,0 0-5 15,0 0 10-15,0 0 11 0,0 0 2 0,0 0 2 16,0 0-3-16,10 2-15 0,-10-2 9 0,12 1 1 0,-12-1-2 16,20 2 2-16,-6-2-10 0,-1 1 7 15,1-1 3-15,6 2-5 0,2-2-3 0,1 0 4 16,3 0-3-16,2 0 9 0,1 2-17 0,2-2 12 0,0 0-23 15,0 0 27-15,8 0-27 0,-2 0 22 0,1 0-26 16,-2 1 24-16,3-1-29 0,0 0 19 0,-2 0-29 16,3 2 26-16,-1-1-26 0,-2-1 23 0,4 1-30 15,-1 1 28-15,-2-2-25 0,3 3 26 0,0-3-28 16,0 2 25-16,-2-1-26 0,3 1 19 0,-1 1-22 16,9 0 14-16,-9 0-22 0,0-3 18 0,1 3-22 15,5-1 21-15,-3 0-27 0,2 1 16 0,-3-2-11 16,5 1 16-16,-6 2-14 0,5-3 19 0,-10 3-16 15,5-2 9-15,8-1 4 0,-3 2 3 0,2 1-7 16,-2-4 5-16,2 3 1 0,-2-1 2 0,2 1-25 16,-2-2 32-16,0 3-15 0,3-3-11 0,-3 2 5 15,3-1-15-15,-4 1 11 0,4 0 16 0,1-2-21 16,-1-1 15-16,1 3-17 0,0-1 14 0,-1 0-25 16,1-1 30-16,0 0-35 0,-2 2 26 0,-1-2-22 0,-5 1 1 15,5 0 2-15,-6-2-19 0,7 3 22 16,-2-1 2-16,0 1 6 0,2-1 2 0,-2 1 6 15,2 1 29-15,-2-1-31 0,2-2 33 0,-2 2-31 0,3-1 28 16,-1 1-33-16,0-3 35 0,2 3-44 0,0-2 42 16,-1 2-41-16,0-2 2 0,1 1 3 0,-1 0-1 15,1-1-1-15,0 1 4 0,0 0 0 0,2-2 33 16,0 3-39-16,1-3 33 0,-3 2-37 0,3 0 39 16,-1-1-41-16,1-1 35 0,-1 1-40 0,0-1 42 15,-1 0-40-15,1 1 3 0,-2-2 3 0,0 1 7 16,1 0-4-16,-2 0 0 0,1-1-1 0,1 1 0 15,-2 0 1-15,1-1 31 0,0-1-39 0,-3 0 37 16,2 2-47-16,1 0 37 0,-2-2-40 0,1 1 41 16,-8 1-39-16,8 0 6 0,-7-2-5 0,0 2 14 15,6-1 30-15,-4 0-38 0,-3 1 4 0,9-1 2 16,-7 1 3-16,7 0 1 0,-2-2 1 0,0 2 9 16,2-1 23-16,-7 1-40 0,7 0 37 0,-8-1-44 0,1 1 5 15,4-1 1-15,-2 1 1 0,-2 0 2 16,4 0 2-16,-4 0 1 0,-1 0 0 0,8-2 4 15,-7 2-1-15,-2 0 0 0,1 0 1 0,-1 0-3 0,2-1 12 16,-2 1-13-16,2-1-2 0,-1 1 4 0,-1 0 0 16,1 0 3-16,0-1-1 0,1-1 41 0,-3 2-50 15,2-2 2-15,-1 1 1 0,0 0 3 16,-1 1-5-16,2-1 0 0,-2-1 1 0,9 0 0 0,-8 2 2 16,7-3 0-16,-1 1-1 0,1 0-3 0,-1-2 2 15,0 2-1-15,0-1 0 0,2 2 0 0,0-4 1 16,-2 2-2-16,4 0 10 0,-3-1-9 0,4 2-1 15,-3-2 2-15,1 1-2 0,0-1 2 0,0 0-4 16,0 2 2-16,1-2-2 0,-3 1 1 0,3-2 2 16,1 2 1-16,3-3-1 0,-6 6-2 0,-2-3 2 15,5 0-4-15,-2 1 2 0,1-2-1 0,-1 1 2 16,-1 0-1-16,1 1 1 0,-2-1 0 0,-2 0 1 16,2 0-1-16,-8 0 0 0,-1 2 2 0,1-1-2 0,-2 0-1 15,-1-1 5-15,0 1-7 0,-2 0 0 16,1-1 1-16,-4 1 6 0,-2-1-7 0,-3 1 1 15,-1 1 0-15,-2-1-1 0,0-1 2 0,-1-2-8 16,-5 4-26-16,-2-2-25 0,-3 3-39 0,-1-2-34 0,-2 1-80 16,-2-3-47-16,1 2-89 0,-6-3-140 0,1 2-79 15,-5 3-115-15,-5-12-740 0,-5 7-1028 0</inkml:trace>
  <inkml:trace contextRef="#ctx0" brushRef="#br0" timeOffset="14798">13998 323 180 0,'0'0'314'0,"-1"-12"-5"0,1 12-62 0,-1-6 19 0,1 6-36 16,-3-7-33-16,3 7-32 0,-4-6-21 0,4 6-16 15,-11 0 6-15,11 0-13 0,-18 6 31 0,4 2 25 16,-3 3 2-16,-6 4-8 0,0 2-8 0,-4 8-13 16,2 3-20-16,-1 1-3 0,1 3-22 0,-1 2 4 15,4 3-15-15,3 2 5 0,1 2-15 0,4 0-11 16,2 2-17-16,4-3 3 0,4-5-15 0,3 2-5 16,6-1-6-16,4 3-6 0,9-1-26 0,5-4-44 15,14 4-57-15,6-5-127 0,10-2-112 0,7-6-226 16,5-3-444-16,5-2-614 0</inkml:trace>
  <inkml:trace contextRef="#ctx0" brushRef="#br0" timeOffset="15197.84">15689 372 244 0,'5'-8'380'0,"-5"8"-31"0,9-8-45 16,-4 4-70-16,4 1-17 0,0 1-34 0,0-2-13 15,2 1-24-15,1 3-21 0,2 0-14 0,-1 2-17 16,3 3 4-16,5 4 4 0,2 4 8 0,1 4-1 16,1 7 9-16,-1 1-34 0,-3 6 15 0,1 0-39 15,-8 5 16-15,0-1-7 0,-8 7-33 0,-3-5 19 16,-7 6-32-16,-6 1 21 0,-13 7-31 0,-8-2-14 15,-7-1-159-15,-12 1-46 0,-9-3-240 0,-17 7-447 16,9-12-453-16</inkml:trace>
  <inkml:trace contextRef="#ctx0" brushRef="#br0" timeOffset="31144.95">6882 2617 407 0,'-4'-5'473'0,"4"5"-62"0,-6-10-68 16,6 10-51-16,-5-9-52 0,5 9-50 0,-4-5-49 16,4 5-32-16,0 0-21 0,0 0-17 0,-8 8-18 0,4 4-12 15,3 5 16-15,-3 6-7 0,2 2 12 16,-1 6-14-16,1 3 7 0,0-1-2 0,1 2-13 15,0 1-18-15,1-1 11 0,0 0-20 0,0-1 12 16,0-5-14-16,0 0 7 0,1-1-15 0,-1-1 15 16,0 1-16-16,3-5 13 0,-3 1-24 0,1-4-16 0,0-3-41 15,-1 0-24-15,1-5-21 0,1 1-26 16,-2-2 30-16,2-4-69 0,-2-7 23 0,0 12-41 0,0-12 49 16,0 0 19-16,0 0 22 0,0 0 21 0,0 0 16 15,0-14 15-15,0 4 20 0,0-1-8 16,0-3 52-16,0-4-24 0,-2-2 51 0,2-1-23 0,0-5 46 15,0-3-36-15,0-6 38 0,0-1-5 0,0-1-4 16,2-1 5-16,1-8 1 0,-1 10-8 0,1-6 6 16,1 7 2-16,1 0-13 0,1 2 12 0,-1 3-5 15,4 1-7-15,-1 5-10 0,1 1-10 0,0 4-6 16,1 1-3-16,-1 1 0 0,4 2-6 0,-2 5 2 16,0 1-5-16,1 2-4 0,0 2 1 0,-1 5-9 15,-11 0 8-15,22 0 3 0,-9 5-3 0,-2 2-5 16,0 0 0-16,-1 4 7 0,-1 0-8 0,-3 2 7 15,-1 2-3-15,-1-2 6 0,-3 3-4 0,-2 1-16 16,-3-2 14-16,-2 5-4 0,-2-2 5 0,-2 2-4 16,-3-4 6-16,1 2-9 0,-1-3 12 0,0 2-3 0,-4-5-6 15,3 2-3-15,0-2 12 0,1-4-10 16,2 1 5-16,-2-1-40 0,4-1 5 0,1-2-65 16,-2-3 0-16,10-2-93 0,-10 5-40 0,10-5-65 0,0 0-268 15,0 0-75-15</inkml:trace>
  <inkml:trace contextRef="#ctx0" brushRef="#br0" timeOffset="31545.91">7385 2582 397 0,'6'-6'415'0,"-6"6"-58"16,3-6-61-16,-3 6-42 0,0 0-52 0,-10-2-34 15,10 2-31-15,-14 3-27 0,4 2-29 0,-3 4-14 16,1 1-14-16,-4 2-3 0,2 1-5 0,-1 3-7 15,0-1-7-15,0 3-10 0,2-1 3 0,2 1 9 16,1-1-18-16,2 0-10 0,1-2-10 0,1-1-25 16,4-2 7-16,-1 0-32 0,3-3 28 0,3 1-19 15,-1-2 25-15,2-1-26 0,4-2 23 0,-2-3-38 0,-6-2 31 16,14 2-50-16,-14-2 31 0,19-4-6 16,-8-1-8-16,0 1 1 0,1-4 3 0,0 0 15 15,-3-1 11-15,0 0 5 0,0-1 8 0,0 0 15 16,-1 0 20-16,-2 2 26 0,-2-3 7 0,0 3 27 0,1-1 6 15,-3 1 21-15,1 1-10 0,-2 2-7 16,2-2-14-16,-3 7-17 0,1-8-13 0,-1 8-15 16,0 0 1-16,0 0-2 0,0 0-8 0,-5 6-12 0,4 1 13 15,-2-1-10-15,2 3-4 0,0 0 1 0,1 1 11 16,0 0-14-16,0 2 9 0,1-1-8 0,0-1 5 16,3 1-24-16,0 0-3 0,0-1-63 0,2-1 24 15,1-1-66-15,0-1 5 0,2 0-81 0,1-2-22 16,2-2-75-16,1-2-212 0,-1 0-7 0</inkml:trace>
  <inkml:trace contextRef="#ctx0" brushRef="#br0" timeOffset="31995.6">7784 2656 498 0,'0'-10'474'0,"4"0"-81"16,-7 0-59-16,2 3-53 0,-1 0-36 0,-2 0-38 15,-3 1-43-15,1 0-31 0,-2 4-31 0,8 2-19 16,-18 0-21-16,8 2-13 0,-1 4-1 0,-1 2-12 15,-2-1 9-15,4 4-19 0,0 0 5 0,1 1-24 0,0 3 15 16,1-3-32-16,4 2 6 0,-1-1-24 16,4-1-1-16,-3-2-19 0,5 1-5 0,2-3-10 15,1-1-8-15,-1 1 5 0,4-3-33 0,-2-1-10 16,-5-4-5-16,17 2 27 0,-17-2-2 0,18-2-6 0,-8-2 6 16,-1 0 4-16,0-2 13 0,-2 1 17 0,2-2 6 15,-2 1 28-15,-1-2-7 0,-1 1 43 16,0 0 2-16,-1 0 36 0,0 2 19 0,-3-2-1 0,3 2 5 15,-4 5-16-15,4-7-14 0,-4 7-14 0,1-7-5 16,-1 7-10-16,0 0-2 0,0 0 0 0,0 0-4 16,4 10-4-16,-4-3 4 0,0 0-1 0,0 3-5 15,1 2 5-15,1 2-20 0,-1 0 29 0,0 3-24 16,3-1 24-16,-3 2-3 0,0 0 3 16,1 1-25-16,-1 0 44 0,-1 2-3 0,-1 0 21 0,-2-2 10 15,2 3-4-15,-3 2 4 0,-1-5-12 0,0 2 20 16,-3-3-13-16,2 1 11 0,-3-1-19 0,0-1 8 15,-1-3-16-15,0-2 4 0,-2 0-25 0,3-4 16 16,-2 1-21-16,-1-2 11 0,3-2-20 0,-2-3-5 16,2 1-27-16,9-3-19 0,-19 0-32 0,9-3-32 15,1 1-28-15,1-3-69 0,0-2-6 0,3-1-74 16,1-1-22-16,1-1-342 0,2-1-155 0</inkml:trace>
  <inkml:trace contextRef="#ctx0" brushRef="#br0" timeOffset="32294.98">7814 2882 128 0,'35'-19'366'15,"-3"0"-45"-15,3 0-9 0,-2-2-24 0,-1 1-24 0,-3 2-16 16,-3 2 8-16,-4-1-17 0,-2 3 13 0,-4 0 25 16,-3 3 3-16,-1-1 6 0,-3 2-56 15,-3 1-13-15,-1-3-48 0,-1 5-4 0,-4 0-54 16,0 7-7-16,-5-11-41 0,5 11 7 0,-14-2-35 0,4 4-15 16,-2 1 5-16,-3 4 15 0,0 3-26 0,-2 2 14 15,2 2-20-15,-1 3 17 0,2 4-25 0,-1 1 20 16,5-4-2-16,2-1-3 0,1 0-6 0,3-3-3 15,1 2 3-15,3 0-7 0,1-4 6 0,4 1 3 16,2 1-2-16,0-3 1 0,4-3-2 0,1 1 1 16,3-6 1-16,1 2-6 0,1-2 0 0,1-3-15 15,-3 0-13-15,4-1-9 0,-1-1-18 0,-1-1-1 16,-1 0-34-16,-2-1 0 0,1-1-36 0,0 2-4 16,-4-3-31-16,-1 2-12 0,-1-2-36 0,-1 3-38 15,1-2-35-15,-4-2-109 0,0 4-41 0,-1-2-374 16,-4 5-330-16</inkml:trace>
  <inkml:trace contextRef="#ctx0" brushRef="#br0" timeOffset="32912">9818 2338 331 0,'-1'-11'300'0,"-1"1"-33"16,-1 1-27-16,2 1-15 0,-2-1-76 0,-1 3 10 15,0-3-56-15,2 4 31 0,-2-1-50 0,-1 0 17 16,1 1-52-16,4 5 19 0,-8-7-36 0,8 7 8 16,-10-5-33-16,10 5 29 0,-11 4-35 0,6-1 30 15,-3 2 10-15,3 3 12 0,-3 3-11 0,-2 4 12 16,4 4 1-16,-2 3 3 0,-1 5-1 0,3 3-15 15,-1 4 6-15,1-1 7 0,-1 8 10 0,1 1-12 16,2 0 6-16,0-1-20 0,2-5 10 0,1 3-30 16,-1-5 24-16,0 0-8 0,-1 0-21 0,3-5 8 15,-1-1-16-15,1 0 14 0,-3-2-20 0,3-1 1 16,0-2-59-16,-1-3-59 0,0-1-53 0,-3 0-112 16,4-2-42-16,-4-3-419 0,2 0-249 0</inkml:trace>
  <inkml:trace contextRef="#ctx0" brushRef="#br0" timeOffset="33062.89">9468 2839 361 0,'0'-19'466'0,"3"0"-64"16,1-2-64-16,2-1-44 0,3 2-44 0,1-7-20 16,3 5-41-16,4-2-30 0,-1 5-42 0,5-1-15 15,-1 1-4-15,3 2-25 0,0 3-20 0,4 2-25 16,0 2-39-16,-3 3-41 0,1 1-53 0,1 2-77 15,1 1-72-15,-4 3-91 0,5 1-356 0,-4 1-208 16</inkml:trace>
  <inkml:trace contextRef="#ctx0" brushRef="#br0" timeOffset="33661.75">9939 2707 507 0,'-4'-4'417'0,"1"-2"-60"0,-1 1-62 0,3-3-50 16,0 1-45-16,1-1-32 0,0 2-31 0,1-2-28 15,0 1-19-15,2 1-16 0,1-2-47 0,0 1 28 0,0 0-12 16,2 1-6-16,-1 0-5 0,1 1-12 0,-6 5-4 16,11-7-3-16,-11 7-4 0,11-5 3 0,-11 5-6 15,10-3-2-15,-10 3 0 0,8-3-3 16,-8 3-1-16,0 0 0 0,11-3 3 0,-11 3-11 0,0 0 12 15,8-2-3-15,-8 2 1 0,0 0-3 0,0 0 7 16,0 0-6-16,0 0-1 0,0 0-1 0,9 2 3 16,-9-2 3-16,0 0-6 0,0 0 14 0,0 0-12 15,0 0 0-15,0 0 3 0,0 0 1 0,0 0-1 16,0 0-2-16,0 0-3 0,0 0 4 0,4 6 0 16,-4-6-4-16,0 0-5 0,0 0 5 0,0 0 4 15,0 0-14-15,3 8 11 0,-3-8-1 0,3 9 7 16,-3-9-3-16,3 11 1 0,-3-11 2 0,2 14-3 15,-2-14-3-15,0 14 0 0,0-7 4 0,0 1 3 16,-1 0-1-16,0 0-3 0,-2-1-5 0,2 0 9 16,-2 2 4-16,1-2 19 0,-2-1-3 0,3 2 25 15,-2-4-5-15,3-4 26 0,-5 9 19 0,5-9 14 16,-4 6-8-16,4-6 6 0,0 0-23 0,0 0-4 0,0 0-19 16,0 0-2-16,-5-6-25 0,5 6 8 0,3-12-18 15,-2 2 2-15,3 1-10 0,-3-3 9 16,4 3-18-16,-1-6 15 0,2 3-12 0,-2-2 6 0,1 2-13 15,0-1 10-15,-1 4-11 0,0-3 12 0,0 4-12 16,1-1 12-16,-1 2-15 0,-2-1 4 0,2 2-10 16,-4 6-11-16,4-11-19 0,-4 11-5 0,4-8-32 15,-4 8 7-15,2-5-24 0,-2 5-5 0,0 0-19 16,0 0-14-16,0 0 4 0,0 0-36 0,9 5 31 16,-9-5-6-16,0 6-17 0,0-6-20 0,0 9-28 15,0-9-24-15,0 8-8 0,0-8-47 0,0 9-172 16,0-9 68-16</inkml:trace>
  <inkml:trace contextRef="#ctx0" brushRef="#br0" timeOffset="34927.94">8952 2667 259 0,'0'0'409'0,"0"-8"-53"0,0 8-36 0,-1-8-51 15,1 8-28-15,0-10-30 0,0 10-37 0,-2-10-32 16,2 10-31-16,-1-9-22 0,1 9-14 0,0-6-17 15,0 6-15-15,0 0-9 0,0-8-10 0,0 8-3 16,0 0-2-16,0 0-9 0,8 4 2 0,-8-4-9 16,6 13 9-16,-2-4-1 0,1 1 1 0,0 2-4 15,0 2-3-15,-1 1 6 0,1 1-11 0,1-1 12 16,-4 1-4-16,3 1 2 0,-2 0-6 0,-2-2 10 0,0 0-9 16,-1-1-3-16,0 1 6 0,-1-3-2 0,-2 2-1 15,2-2 2-15,-4-2 5 0,4 0-1 16,-2-1 1-16,1-1 31 0,-1-1 8 0,-1-2 31 15,4-5 2-15,-5 7-5 0,5-7-18 0,0 0-16 0,0 0-4 16,-9-5-14-16,9 5 4 0,0-11-18 0,0 5 9 16,0-3-15-16,3-2 6 0,-1-1-11 15,-1 0 7-15,3-2-10 0,1 0 7 0,1 2-11 0,-1-5 8 16,2 3-12-16,1-1 1 0,-2 3-9 0,2-2-13 16,1 3-21-16,0-3-12 0,0 3-25 0,0 0-12 15,0 2-26-15,1 1-34 0,-2 0-45 0,2 3-26 16,0 1-17-16,-1 3-30 0,-9 1-27 0,17 0-241 15,-8 4-56-15</inkml:trace>
  <inkml:trace contextRef="#ctx0" brushRef="#br0" timeOffset="35227.94">9296 2772 278 0,'0'0'411'0,"12"-1"-18"0,-12 1-77 16,8-7-51-16,-1 1-11 0,-2-2-25 0,2 0-17 0,0 1-48 15,-1-4-4-15,-1 1-22 0,2-2 6 16,-1-1-22-16,-1 1 15 0,-1 2-19 0,-2-1-6 15,1 1-10-15,0 0 11 0,-2 0-31 0,0 3-4 16,-2-2-31-16,0 2-2 0,-2 2-19 0,3 5 1 0,-6-10-20 16,6 10 10-16,-13 0-10 0,13 0 8 0,-13 4-16 15,5 2 11-15,0 1-10 0,0 1 9 0,0 4-13 16,-1-1 11-16,3 1-9 0,-1 0 7 0,4 3-7 16,-3-3 10-16,5 2-10 0,-1-4 9 0,2 2-16 15,0 0 13-15,2-4-19 0,-1 2 19 0,2-1-16 16,2-1 5-16,0-2-16 0,3 0 10 0,0-1-16 15,-2 0-5-15,3-1-26 0,1-2-12 0,-1-2-38 16,-9 0-14-16,19 2-21 0,-19-2-49 0,18 0-11 16,-6-2-33-16,-1 0-40 0,-1 0-50 0,2 1-358 15,-2-3-193-15</inkml:trace>
  <inkml:trace contextRef="#ctx0" brushRef="#br0" timeOffset="35894.81">10126 2705 351 0,'0'0'361'15,"0"0"-71"-15,0 0-40 0,0 0-53 0,0 0-34 16,0 0-23-16,0 0-24 0,0 0-13 0,0 0-12 16,0 0-39-16,0 0 10 0,0 0-43 0,-6-3 27 15,6 3-10-15,3-6-2 0,-3 6-14 0,6-7-6 16,-6 7 0-16,6-12 3 0,-2 7 6 0,0-3 8 0,0 2 5 15,0-4 1-15,1 3-7 0,-3-3-2 16,1 3 21-16,-2-3-14 0,0 1 23 0,1 2 4 16,-4-3-12-16,1 2 6 0,0-1-19 0,-2 1-3 15,-2-1-14-15,0 2 9 0,0-1-30 0,0 3 13 0,-3 1-4 16,-2 0-4-16,2 0-2 0,8 4-5 0,-16-3-2 16,4 4-1-16,3 2 6 0,-1 1 0 0,0 1 0 15,1 2 0-15,0 1-2 0,-1 1 4 0,3 1-8 16,2 0 17-16,0-1-5 0,2 1-1 0,1 0 3 15,2 2 0-15,0-2-5 0,1 0 11 0,3 1-11 16,0-1 17-16,1-1-12 0,0-1 10 0,5 1-16 16,-2-4 18-16,0 3-34 0,2-3 34 0,0-1-17 15,-1 1 9-15,3-1-12 0,-1 0-10 0,-1-3-33 16,1 0-30-16,1-1-16 0,-1 2-63 0,-11-2-14 16,21-2-54-16,-12 2-52 0,3-1-39 0,-2 0-253 15,0-2-78-15</inkml:trace>
  <inkml:trace contextRef="#ctx0" brushRef="#br0" timeOffset="36279.17">10342 2605 397 0,'0'-14'436'16,"0"14"-58"-16,0-11-56 0,0 11-39 0,4-12-36 15,-3 4-37-15,3 2-34 0,-1 0-5 16,1-1-37-16,0 1-18 0,-1 1-20 0,4 0-17 0,-7 5-16 15,10-8-11-15,-10 8-6 0,13-3-7 0,-13 3-7 16,15 3-2-16,-6 0-10 0,1 2-8 0,-2 0-1 16,0 1 6-16,-1 2-4 0,2 0-4 0,-4 0 0 15,2 2-6-15,-2 0 3 0,-1 0 11 0,-2 1-19 16,1 0 19-16,-3-1-19 0,0 2 18 0,-3-2-16 16,2 0 11-16,-2-1-12 0,-1 0 19 0,1-1-17 15,-1-3 18-15,0 2-10 0,-1-5 27 0,5-2 7 16,-10 7 17-16,10-7-5 0,0 0 5 0,-12-2-17 15,12 2 1-15,-4-10-18 0,4 10 6 0,0-12-14 16,0 3 7-16,3 0-15 0,1-2 6 0,0-1-13 16,2-2 8-16,0 1-15 0,3 0 15 0,0 0-28 15,0 1 25-15,4-3-13 0,-3 5-11 0,3-1-44 16,-2 2-31-16,1 0-30 0,1 2-23 0,-2-1-21 16,0 4-27-16,0 2-11 0,-1 0-20 0,3 0-36 0,-3 4-42 15,2 0-65-15,-1 0-210 0,-2 3-91 16</inkml:trace>
  <inkml:trace contextRef="#ctx0" brushRef="#br0" timeOffset="36544.96">10793 2638 449 0,'0'0'452'15,"0"0"-53"-15,0 0-57 0,13-2-32 16,-13 2-12-16,7-9-59 0,-5 4 10 0,2 0-32 0,1-3-13 16,-1 0-25-16,-2-1-1 0,2 2-31 0,-1-4 8 15,-2 3-24-15,2-2 16 0,-2 3-47 0,0-1 2 16,-2 1-40-16,0 0 3 0,-2 0-39 0,3 7 12 15,-4-10-31-15,4 10 19 0,-9-5-26 0,9 5 18 16,-15 3-23-16,7-1 23 0,0 3-25 0,0 3 20 16,0 1-23-16,-1 0 18 0,3 2-28 0,-2 0 5 15,4 0-22-15,-1 0 5 0,4 2-26 0,-2-3-1 16,3 1-24-16,1 0-9 0,2 0-24 0,0-1-12 16,1-1-30-16,2-1-10 0,1 1-5 0,1-2-47 15,2-2-1-15,3 0-19 0,-1-2-5 0,2 1-21 16,-2-3-48-16,3-1-285 0,1-1-113 0</inkml:trace>
  <inkml:trace contextRef="#ctx0" brushRef="#br0" timeOffset="36927.9">11099 2588 330 0,'0'-5'468'0,"0"5"-54"16,-3-13-43-16,3 7-40 0,-4-1-13 16,4 7-51-16,-2-10-20 0,2 10-43 0,-4-8-32 0,4 8-46 15,-4-7-17-15,4 7-31 0,0 0-8 0,0 0-22 16,0 0 0-16,-5 7-18 0,5-7-1 0,-1 12-14 15,1-12 10-15,0 14-16 0,0-6 10 16,1 2-31-16,-1-1-10 0,3 1-18 0,-2-2 12 0,0 1-21 16,-1-2 15-16,0 1-13 0,3-3 19 0,-3-5-11 15,1 12 11-15,-1-12 5 0,1 7 27 0,-1-7-15 16,0 0 18-16,0 0-25 0,0 0 26 0,9-4-17 16,-9 4 23-16,5-10-15 0,0 3 25 0,1-1-12 15,-1-1 6-15,1-1 21 0,2 0-3 0,-1-2 17 16,1 2-14-16,0-2 9 0,2 2-12 0,-2 1 6 15,-1-1-9-15,2 3 3 0,-1 0-5 0,-2 1 7 16,2 2-12-16,2-1 6 0,-2 0-20 0,-8 5 4 16,14-2-5-16,-14 2 2 0,15 4-14 0,-6 0 13 15,-2 0-3-15,0 3-1 0,1 0 1 0,-3 2-3 16,0 1 10-16,0-1-10 0,-1 2 9 0,1-1-20 16,0 2-30-16,-1-1-51 0,-3-1-16 0,3-2-43 15,-2 2-28-15,-1 0-19 0,0-1-84 0,0-2-26 0,2-1-50 16,-3-1-52-16,0-5-217 0,9 8-132 0</inkml:trace>
  <inkml:trace contextRef="#ctx0" brushRef="#br0" timeOffset="37610.94">11642 2501 357 0,'2'-9'540'0,"0"-2"-65"16,-2 5-63-16,0-2-22 0,-3 3-71 0,-2-2-39 15,1 1-49-15,-2 0-30 0,-2 3-42 0,-2 1-23 16,1-1-35-16,-1 5-14 0,-3-1-21 0,1 3-13 15,0 1-6-15,-2 3-10 0,1 1 0 0,-1 4-7 16,2 1-11-16,2 0 18 0,1-1-22 0,0 1 15 16,4 0-18-16,1 0 15 0,3-3-16 0,0 3 13 15,1-1-20-15,1-3 15 0,3 1-26 0,0-1-3 16,2-1-30-16,0-1-7 0,4-3-33 0,1 2-7 16,0-5-33-16,3 1 4 0,1-3-10 0,0 0-1 15,0 0 4-15,4-4 8 0,-3 0 32 0,0 0 21 16,2-3 10-16,-3 0 0 0,2-1 33 0,-3-2 14 0,3-1 24 15,-6 2 34-15,1-2 1 0,-1-3 50 16,-2 3 7-16,0-1 30 0,-3 0-10 0,1 0 42 16,-3 2-10-16,0-1 11 0,-2 3-20 0,1-2 17 15,-2 3-49-15,-1 0-2 0,0 7-37 0,0-11 0 0,0 11-31 16,-4-8 3-16,4 8-28 0,0 0 15 0,0 0-31 16,-13 3 19-16,13-3-25 0,-10 11 14 0,6-4-17 15,0 3 15-15,2 0-19 0,-2 0 18 0,3 2-25 16,1 0 18-16,0-1-16 0,1 1 17 0,2 0-29 15,-1-1 13-15,2-2-40 0,4 4 6 0,1-4-51 16,-2 1 15-16,4-2-23 0,1-2 18 0,-1 1-12 16,0-2 25-16,0-2 3 0,1 2 18 0,1-3-13 15,-3 0 21-15,0-1-4 0,2 1 19 0,-12-2-2 16,18 1 14-16,-18-1-3 0,16 1 33 0,-16-1 5 16,13 0 33-16,-13 0-7 0,11 0 36 0,-11 0-19 15,0 0 12-15,15 0 1 0,-15 0 28 0,0 0-18 16,10 3 15-16,-10-3-17 0,0 0 18 0,0 0-3 15,11 0 13-15,-11 0 6 0,0 0 7 0,0 0 12 0,0 0 9 16,0 0 2-16,0 0 7 0,9 1-2 16,-9-1 7-16,0 0-2 0,0 0-3 0,0 0-4 15,0 0-7-15,0 0-12 0,0 0-16 0,0 0-13 0,0 0-15 16,0 0-16-16,0 0-11 0,0 0-11 0,0 0-8 16,0 0-10-16,0 0-6 0,0 0-6 0,8-1-2 15,-8 1-2-15,0 0-3 0,0 0-6 16,0 0 1-16,0 0-2 0,6-5-3 0,-6 5-1 0,0 0 1 15,0 0-8-15,0 0-37 0,5-4-37 0,-5 4-45 16,0 0-55-16,0 0-74 0,0 0-55 0,8-6-51 16,-8 6-62-16,0 0-58 0,0 0-56 0,0 0-82 15,14 0-105-15,-14 0-481 0,0 0-810 0</inkml:trace>
  <inkml:trace contextRef="#ctx0" brushRef="#br0" timeOffset="39777.97">13582 2481 357 0,'6'-5'369'0,"-2"-1"-22"16,-3 0-37-16,4 0-62 0,-5-1 1 0,3-1-31 16,-2 2-20-16,-1-3-17 0,0 1-37 0,-1-1-11 15,-2 0-24-15,1 1 6 0,-2-1-18 0,-1 1 5 16,-2 0-19-16,2 2-8 0,-4-1-30 0,1 2-3 16,-3 2-15-16,2-1 2 0,-1 3-16 0,-3 0 5 15,2 2-15-15,-1 0 9 0,1 1-14 0,-1 3 12 16,2-3-18-16,1 3 14 0,1 0-16 0,-1 0 10 15,3 0-26-15,1 2 23 0,1-2-19 0,0 1 24 16,4-6-20-16,0 13 20 0,0-6-29 0,4 2 34 16,-1-3-20-16,2 3 23 0,2-2-23 0,0 2 20 15,-1-1-26-15,2 0 15 0,2 2-16 0,-2 0 12 16,-1-1-13-16,1 1 18 0,2-1-13 0,-3 3 10 16,-1-3-13-16,2 2 24 0,-4-2-29 0,0 1 27 15,-1 0-14-15,0 2 19 0,-3-2-14 0,0-1 21 0,-3 1-16 16,-1 0 26-16,-2 0-1 0,0-1 27 0,-3 1-11 15,-3-1 24-15,-1-1 8 0,0-1 25 0,0-2-8 16,-3-1 11-16,1 1-23 0,1-3 7 16,0-1-30-16,1-1 9 0,-1 0-35 0,1-1 18 0,3-1-31 15,-2 0 15-15,2-3-41 0,1 0-13 0,2 0-37 16,0-3-20-16,5 2-54 0,-2-4-27 0,2 0-40 16,4-2-88-16,-1 1-23 0,4-2-68 0,2-1-91 15,0 2-200-15,2-1-181 0</inkml:trace>
  <inkml:trace contextRef="#ctx0" brushRef="#br0" timeOffset="40077.94">13865 2261 180 0,'4'-5'604'0,"-1"0"-97"0,-3 5-79 0,2-10-16 15,-2 10-66-15,3-7-44 0,-3 7-52 0,0 0-32 16,-2-7-63-16,2 7-16 0,0 0-41 0,0 0-6 0,-6 5-31 15,2 2 0-15,-1 3-20 0,0 3 0 0,0 3-15 16,1 1 7-16,0 5-16 0,-1 0 12 16,1 2-16-16,-1 2 18 0,0-2-13 0,1 1 9 15,2-1-13-15,-1 0 18 0,3-1-17 0,-1-2 18 0,1-4-21 16,1 1 17-16,-1-1-22 0,1-1 23 0,2-2-21 16,0-1 20-16,-1-2-22 0,3-1 22 0,0-1-22 15,0-1 17-15,2-2-20 0,2 0 17 16,2-1-39-16,-2-4-15 0,3 0-48 0,2-1-43 0,-1 0-62 15,2-2-11-15,-1-1-30 0,1-2-52 0,-2 1-79 16,1-1-81-16,-5 0-350 0,0 0-310 0</inkml:trace>
  <inkml:trace contextRef="#ctx0" brushRef="#br0" timeOffset="40261.44">13745 2571 460 0,'-11'-1'541'0,"11"1"-94"0,-13-5-43 0,13 5-82 16,-10-6-50-16,10 6-76 0,-3-8-28 0,3 8-44 16,4-12-17-16,2 5-36 0,2 2 4 0,6-4-30 15,0 1 1-15,5-1-57 0,2 2-39 0,2-1-50 16,1-1-62-16,0 1-88 0,2 1-86 0,-2 0-417 16,0 1-262-16</inkml:trace>
  <inkml:trace contextRef="#ctx0" brushRef="#br0" timeOffset="40594.18">14154 2423 538 0,'0'0'508'0,"0"0"-82"0,0 0-65 0,-13-2-43 16,13 2-84-16,0 0-63 0,0 0-35 0,0 0-26 0,-9 5-21 15,9-5-19-15,0 9-8 0,3-3-15 0,-1 2-14 16,2 0-3-16,-1 2 1 0,1-1-8 0,0 2-4 15,-2-2-5-15,2 3 2 0,1-2-11 0,-3 2 21 16,1-3-26-16,0 1 20 0,-1-2-21 0,-2 1 17 16,0-2-13-16,0 1 30 0,0-1-8 0,0-7 36 15,0 11 7-15,0-11 36 0,-5 9 7 0,5-9 33 16,-4 6-15-16,4-6 25 0,0 0-45 0,-10 3 3 16,10-3-43-16,0 0 14 0,-6-8-36 0,6 8 11 15,-3-9-26-15,3 9 8 0,1-15-30 0,2 6 22 16,0 1-30-16,-1-3 22 0,2 1-31 0,3-1 2 15,1 1-47-15,0-2-14 0,3 1-54 0,-2 2-19 16,2-1-64-16,1 2-29 0,1-1-27 0,0 1-94 16,2 1-3-16,-2 1-44 0,4 0-409 0,-3 1-341 15</inkml:trace>
  <inkml:trace contextRef="#ctx0" brushRef="#br0" timeOffset="40778.92">14444 2428 12 0,'0'0'644'0,"0"0"-139"0,0 0-95 0,0 0-49 15,0 0-78-15,0 7-47 0,0-7-71 0,1 6 3 16,-1-6-13-16,-2 12-2 0,0-2-19 16,1 1-11-16,-1-1-30 0,-1 2-6 0,1 1-30 0,0-2-1 15,1 3-17-15,1-1 2 0,-2 0-16 16,0-2 5-16,1 3-15 0,1-3-4 0,0 1-69 0,-1-1-32 16,1-3-47-16,0 1-52 0,0-1-24 0,0-8-67 15,0 12-85-15,0-12-418 0,1 7-304 0</inkml:trace>
  <inkml:trace contextRef="#ctx0" brushRef="#br0" timeOffset="40926.81">14449 2451 313 0,'-4'-14'478'0,"2"0"-74"0,-1 4-57 0,-1 0-25 0,1 1-44 16,0-1-26-16,2 2-71 0,-2 0-21 0,2 3-54 15,-2-2-20-15,3 7-67 0,-1-10-54 0,1 10-44 16,0 0-103-16,-1-7-32 0,1 7-101 0,0 0-355 15,0 0-180-15</inkml:trace>
  <inkml:trace contextRef="#ctx0" brushRef="#br0" timeOffset="41327.86">14628 2463 67 0,'0'0'649'0,"0"0"-138"16,0 0-119-16,0 0-70 0,0 0-65 0,4 7-57 15,-4-7-42-15,-1 9-12 0,1-9-7 0,-2 13-24 0,1-4-16 16,0 3-20-16,1-3-14 0,-2 1-14 0,1 2-11 16,1-1 11-16,0 0-30 0,0 1 17 0,0-2-19 15,1 1 12-15,-1-2-22 0,2 0 14 0,-1-1-27 16,-1-2 21-16,3 0-26 0,-1 0 11 0,-2-6-30 16,4 5 13-16,-4-5-31 0,9 3 12 0,-9-3-22 15,14-3 3-15,-5-1 14 0,1-1 4 0,-1 0 7 16,3-4 5-16,-1 0 5 0,-1-2 1 0,2-1 5 15,-1 2 1-15,2-3 5 0,-1 0 0 0,-3 2 8 16,1 0 11-16,-2 1 8 0,2-1-1 0,-4 3 1 16,1 0 2-16,-2 4-3 0,2-3-6 0,-7 7-6 15,8-6 2-15,-8 6-7 0,0 0-4 0,0 0 17 16,12 3-3-16,-10 4 3 0,1-2 0 0,-1 1-1 16,1 2-13-16,-1 1 5 0,-1 2 4 0,2-2 1 15,-3 1-4-15,4 0 2 0,-3 0-4 0,2-1-8 16,2 1 4-16,-4-2-4 0,3 1-54 0,0-2-34 15,1 0-49-15,1-1-16 0,1-2-66 0,0-2-69 16,3 1-74-16,2-1-276 0,-12-2-149 0</inkml:trace>
  <inkml:trace contextRef="#ctx0" brushRef="#br0" timeOffset="41844.83">15248 2467 574 0,'3'-9'497'15,"-2"0"-67"-15,-1 1-26 0,-1 2-75 0,-1-1-34 16,-3 0-62-16,1 2-26 0,-5 0-42 0,3 3-18 15,6 2-35-15,-19-2-6 0,7 4-24 16,-1 3-10-16,1 1-19 0,-2 2-5 0,1 2-10 0,-2 2-11 16,2 1 0-16,0 1-3 0,1 2-4 0,2 0-8 15,1-2-23-15,3-1-35 0,1 2 8 0,-2-2-12 16,6-1 9-16,1-3-29 0,0-1-3 0,1 1-30 16,3-3 6-16,0-1-11 0,-4-5-32 0,15 6 18 15,-15-6 10-15,17-2 5 0,-8 2 12 0,2-4-7 16,1 0 12-16,-2 0 21 0,-1-2 1 0,3-2 34 15,-2 2 14-15,-1-3 32 0,-3 2 24 0,2-2 19 16,-2 2 24-16,-1 0 13 0,-1 0 11 0,1-1 30 16,-2 3-16-16,-3 5 26 0,5-11-19 0,-5 11-7 15,4-7-33-15,-4 7-9 0,2-7-26 0,-2 7-1 16,0 0-24-16,0 0 11 0,0 0-18 0,-1 12 9 16,1-12-19-16,-4 13 11 0,4-4-10 0,-2 3 11 15,-1 1-13-15,2 3 11 0,0 0-13 0,-1 1 8 0,2 3-11 16,-2-1 11-16,2 5-10 0,-2-4 11 0,1 4-11 15,0 1 13-15,1 0-4 0,-3-3-3 16,3 3 2-16,-2-3-1 0,-1-3-1 0,1 1-1 16,-1-2-9-16,1 2 11 0,-2-3-1 0,1 0 22 0,-2-3-14 15,-1 1 15-15,-2-1-10 0,3-1 22 0,-3-1-16 16,2-3 35-16,-2 1-22 0,-1-2 33 0,0 0-19 16,0-2 22-16,-2-2-10 0,1 0-8 0,-1-1-3 15,-1-2-11-15,-1-1-5 0,0 0-8 0,0-1-8 16,2-3-15-16,-5-1-16 0,4-2-15 0,-2 1-29 15,2-1-30-15,1-3-46 0,0 2-44 0,4-2-81 16,0-2-15-16,0 2-49 0,3-2-115 0,1 1-81 16,1 0-257-16,2-1-287 0</inkml:trace>
  <inkml:trace contextRef="#ctx0" brushRef="#br0" timeOffset="42095.09">15710 2402 156 0,'12'-8'547'0,"-4"1"-109"0,-2 2-88 15,3 0-65-15,-9 5-66 0,10-7-40 0,-10 7-39 0,9-5-35 16,-9 5-27-16,0 0-11 0,10-2-17 0,-10 2-5 16,0 0-15-16,0 0-3 0,4 6-3 0,-4-6-33 15,0 0 35-15,-1 7 10 0,1-7 8 0,0 0-3 16,0 0 1-16,-3 5 4 0,3-5-2 0,0 0-7 15,0 0-4-15,0 0-26 0,0 0-16 16,0 0-33-16,0 0-29 0,0 0-19 0,0 0-54 0,0 0-48 16,0 0-39-16,0 0-64 0,0 0-339 0,4 4-144 15</inkml:trace>
  <inkml:trace contextRef="#ctx0" brushRef="#br0" timeOffset="42377.78">15768 2636 58 0,'0'0'390'15,"-1"8"-77"-15,1-8-36 0,-3 9-35 0,3-9-46 16,-2 10-28-16,2-10-17 0,-4 7-16 0,4-7-15 0,-5 10-13 16,5-10-11-16,-7 6 4 0,7-6 6 15,-5 8 6-15,5-8 16 0,-7 4-4 0,7-4 20 16,-8 3-3-16,8-3 10 0,0 0-30 0,0 0-6 15,-13 0-26-15,13 0 4 0,0 0-24 0,-9-4 0 0,9 4-27 16,0 0 6-16,-4-5-24 0,4 5 5 0,0 0-23 16,0-8-4-16,0 8-34 0,2-4-14 0,-2 4-54 15,3-5-13-15,-3 5-45 0,7-7-72 0,-7 7-40 16,7-5-75-16,-7 5-85 0,9-4-282 0,-9 4-217 16</inkml:trace>
  <inkml:trace contextRef="#ctx0" brushRef="#br0" timeOffset="44143.86">16835 2401 419 0,'1'-12'364'0,"-1"3"-34"0,0-3-72 16,0 3 9-16,-1-2-19 0,2 4-14 0,-2-3-13 15,1 1-32-15,-1 1 12 0,-2 2-22 0,3-1-7 16,0 7-36-16,-1-11-19 0,1 11-36 0,-1-10-15 0,1 10-23 16,0 0 1-16,0 0-21 0,0 0 7 0,0 0-15 15,-4 12 13-15,2 1-6 0,1-1 17 16,1 5-7-16,-1 0 21 0,0 1-14 0,-1 2 7 15,1-2-18-15,1 1 16 0,-1 1-2 0,1-2 8 16,-2 2-19-16,1-3 11 0,1 0-24 0,0 0 12 0,0-3-21 16,-1 0 18-16,0-3-20 0,1 3 16 0,0-3-21 15,0-2 15-15,0 0-19 0,0 0-33 16,0-1-71-16,0-8-59 0,1 14-64 0,-1-14-113 16,1 12-46-16,-1-12-82 0,0 10-330 0,0-10-328 0</inkml:trace>
  <inkml:trace contextRef="#ctx0" brushRef="#br0" timeOffset="44378.84">17052 2735 72 0,'9'3'513'0,"-9"-3"-119"0,9 4-97 0,-9-4-24 15,10 5-59-15,-10-5-6 0,8 5-26 0,-8-5-20 16,9 8-30-16,-4-2-25 0,1-1-19 0,-1 1-18 15,1 1-11-15,-1 1-9 0,-1-2-5 0,-2 2-17 16,2 0 13-16,-3 1-7 0,2-1-6 0,-3 0-4 16,-4 1-1-16,1-1-4 0,1 2 0 0,-3-2-14 15,-2 3-32-15,0-1-47 0,-3-2-49 0,-1 3-62 16,2-5-48-16,-2 3-68 0,2-4-89 0,-3 0-158 16,2 0-57-16</inkml:trace>
  <inkml:trace contextRef="#ctx0" brushRef="#br0" timeOffset="45060.05">17669 2288 337 0,'4'-5'364'0,"-4"5"-88"0,0 0-49 0,0 0-61 0,0-7-34 15,0 7-23-15,0 0-26 0,-5 4-12 0,5-4-14 16,-4 8-15-16,4-8-6 0,-6 9-13 0,2-4 6 16,-1 0-11-16,5-5 1 0,-8 7-2 15,8-7-2-15,-7 8 25 0,7-8 34 0,-8 7 30 0,8-7-13 16,-9 2 7-16,9-2-5 0,0 0-11 0,-9-1 2 16,9 1-32-16,-4-4 14 0,4 4-18 0,-1-9 6 15,1 9-12-15,1-10-5 0,-1 4-14 0,4 0 8 16,-1-1-25-16,0 1 15 0,3 0-13 0,1 0 9 15,0 0-17-15,0-1 19 0,1 3-45 0,1 2 46 16,0-3-15-16,-9 5 11 0,18-4-16 0,-18 4 16 16,18 0-23-16,-7 0 22 0,-2 4-16 0,0-2 12 15,0 2-14-15,0 0 18 0,-1 1-20 0,-1 0 12 16,0 2-9-16,-1-1 10 0,-2 3-10 0,0-2 10 0,-2 1-17 16,-2 1 16-16,0 1-12 0,-2-1 18 0,-1 4-17 15,-2-2 12-15,-4 1-12 0,3 2 16 16,-3-1-24-16,-4 0 22 0,1 3-13 0,0-1 11 15,-2-1-12-15,1 1 10 0,-1-1-16 0,0 1 17 0,0-1-15 16,1 1 20-16,1-5-19 0,2 1 18 0,-1-1-16 16,2 0 14-16,0-3-23 0,2 1 24 0,2-1-13 15,-1-2 8-15,0 1-13 0,6-6 11 16,-8 8-18-16,8-8 7 0,-7 6-11 0,7-6 9 0,0 0-7 16,0 0 13-16,0 0-10 0,0 0 14 0,0 0-9 15,0 0 14-15,0 0-23 0,6-10 19 0,-6 10-7 16,6-8 9-16,-6 8-9 0,6-10 9 0,-6 10-7 15,9-9 7-15,-9 9-14 0,7-8 18 0,-7 8-22 16,9-8 26-16,-9 8-10 0,10-6 22 0,-10 6-7 16,10-3 10-16,-10 3-11 0,15-2 11 0,-15 2-23 15,13-2 21-15,-13 2-11 0,19 0 28 0,-19 0-12 16,16 0 19-16,-16 0-19 0,19 2 11 0,-19-2-25 16,19 0 14-16,-19 0-18 0,19 2 9 0,-19-2-12 15,20 0 6-15,-20 0-37 0,21-2-20 0,-21 2-45 16,22-1-48-16,-12 0-38 0,3 0-79 0,-2-1-74 15,1 2-90-15,-1-2-232 0,0-1-159 0</inkml:trace>
  <inkml:trace contextRef="#ctx0" brushRef="#br0" timeOffset="45310.03">18072 2554 656 0,'0'0'485'0,"0"0"-108"0,0 0-71 0,6 3-84 15,-6-3-35-15,0 0-33 0,5 6-12 16,-5-6-26-16,8 7-16 0,-8-7-22 0,9 8-19 16,-4-3 5-16,3 0-28 0,-3 3 13 0,1-2-21 15,-2 1 8-15,1 1-14 0,-1 1 6 0,1-1-17 0,-2 1 15 16,-1-1-26-16,-2 0 20 0,1 0-19 16,-2 2 18-16,1-2-19 0,-5 1 15 0,0 0-20 15,1-1 19-15,-3 1-41 0,-1-1-27 0,-1 2-39 16,-3-5-82-16,2 2-15 0,1 0-103 0,-1-4-50 0,0 1-310 15,-2-1-164-15</inkml:trace>
  <inkml:trace contextRef="#ctx0" brushRef="#br0" timeOffset="45892.93">18534 2274 248 0,'2'-9'535'0,"0"1"-86"0,-2 2-58 0,1-3-64 15,2 1-34-15,0-1-75 0,-1 1-33 0,2 1-50 16,1-2-8-16,-2 4-43 0,4-3-2 0,-3 1-35 16,3 2 10-16,-1 0-28 0,0 1 10 0,-6 4-30 15,14-5 17-15,-14 5-19 0,15-2 17 0,-15 2-29 16,15 2 20-16,-15-2-15 0,13 7 13 0,-7-2-15 15,2 0 9-15,-3 1-20 0,-1 3 6 0,-2-2-22 16,1 2 7-16,-2 1-8 0,-1 0 10 0,-1-1-7 0,-2 3 17 16,-2-4-20-16,0 4 20 0,-4 0-4 15,3-3 14-15,-1 2-12 0,-2-2 14 0,0-1-10 16,4-2 8-16,-2 2-2 0,0-3 10 0,1 0 3 16,6-5 41-16,-10 8-2 0,10-8 18 0,-7 7-13 0,7-7 16 15,-6 4-27-15,6-4 1 0,0 0-22 0,0 0 7 16,0 0-20-16,0 0 10 0,0 0-19 0,0 0 16 15,0 0-15-15,10 0 9 0,-10 0-22 0,11-3 18 16,-11 3-19-16,15 3 18 0,-15-3-16 0,16 1 14 16,-7 3-14-16,0 0 14 0,0 0-14 0,1 1 14 15,-2 1-25-15,0 1 27 0,-1 0-18 0,1-1 17 16,-2 3-20-16,-2-1 18 0,1 1-11 0,-1-1 17 16,0 2-16-16,-3-1 13 0,-1 0-12 0,-1 1 15 15,-3-1-18-15,0 1 23 0,-1 0-21 0,-4-1 18 16,0 1-10-16,-1 0 15 0,-3-1-5 0,2-1 19 15,-3-2-8-15,-2 2 22 0,2-5-5 0,-1 2 10 16,0 1-6-16,-2-3 21 0,4-3-16 0,0 3 14 16,-1-3-22-16,2-1 13 0,0-1-29 0,-1 0 12 0,4 0-36 15,-2-1-7-15,2-1-43 0,1 1-17 16,-1 1-51-16,4-3-24 0,5 5-53 0,-9-9-83 16,9 9-33-16,-4-7-68 0,4 7-92 0,2-9-206 0,-2 9-185 15</inkml:trace>
  <inkml:trace contextRef="#ctx0" brushRef="#br0" timeOffset="46192.96">18838 2660 41 0,'0'0'722'0,"0"0"-167"0,0 0-126 16,8-4-62-16,-8 4-92 0,0 0-43 0,9-2-66 15,-9 2-18-15,0 0-41 0,0 0-6 0,13 0-32 16,-13 0-2-16,9 1-26 0,-9-1 4 0,10 5-22 16,-10-5 11-16,9 5-26 0,-9-5 17 0,9 10-16 15,-6-5 13-15,-3-5-22 0,2 9 19 0,-2-9-12 0,3 13 18 16,-6-8-11-16,2 3 11 0,-2-2-19 16,-2 3 15-16,-1-4-17 0,-2 2 9 0,2 1-13 15,-1-1 14-15,-3-1-15 0,1-2-25 0,0 3-52 16,0-2-15-16,0 0-42 0,2-2-80 0,-1-1-23 0,-1 2-98 15,9-4-32-15,-11 1-310 0,11-1-187 16</inkml:trace>
  <inkml:trace contextRef="#ctx0" brushRef="#br0" timeOffset="48576.06">19233 2252 417 0,'4'-10'404'15,"0"2"-57"-15,1-1-9 0,-1 2-28 0,1-1-30 0,-1 0-13 16,1 2-45-16,-1 1 3 0,-4 5-26 0,5-10-10 15,-5 10-50-15,5-7-22 0,-5 7-33 0,0 0-6 16,0 0-11-16,5 5 31 0,-5 1-9 0,0 5 11 16,-2 1-25-16,-1 3 15 0,1 1-39 0,-4 1 22 15,1 3-32-15,-1 1 18 0,0-1-34 0,-1 2 22 16,1-1-31-16,-1 0 19 0,-1-1-25 0,0-1 19 16,0-1-25-16,3-1 15 0,-4-3-23 0,5-2 28 15,-1 3-28-15,1-6 23 0,-1 0-21 0,3 0 24 16,0-1-22-16,-3-3 23 0,5-5-24 0,-2 11 27 15,2-11-25-15,-2 7 26 0,2-7-36 0,0 0 31 16,11 2-30-16,-11-2 26 0,11-2-25 0,-11 2 16 16,19-3-21-16,-10-1 25 0,3 1-25 0,-1 1 25 15,2-1-27-15,1 3 27 0,0-3-28 0,0 2 28 16,0-2-28-16,-1 3 27 0,1-1-26 0,0 1 21 0,0 0-24 16,-1 0 17-16,2 0-30 0,-15 0 9 0,22 0-40 15,-22 0-6-15,21 1-52 0,-21-1-27 16,17 0-42-16,-17 0-12 0,13 0-16 0,-13 0-68 0,0 0-5 15,19 2-42-15,-19-2-48 0,0 0-365 0,11-2-252 16</inkml:trace>
  <inkml:trace contextRef="#ctx0" brushRef="#br0" timeOffset="48826.89">19439 2348 97 0,'-6'-10'521'0,"1"3"-59"0,-1 1-63 15,3-2-50-15,0 4-19 0,-2-1-65 0,5 5-38 16,-6-8-60-16,6 8-19 0,-4-5-56 0,4 5-1 16,0 0-30-16,0 0-1 0,-10 3-31 0,6 4 14 15,1 1 15-15,-2 4 12 0,3 1 0 0,-1 1 22 16,-1 3-18-16,2 3-3 0,-1 0-8 0,-1 4 6 16,0 0-28-16,2-1 11 0,-3 2-26 0,2 0 15 0,-2-2-28 15,1 0 16-15,2 0-27 0,-2-2 21 16,1-3-18-16,1 0 15 0,0-1-22 0,0-1-31 15,-1 0-66-15,2-2-32 0,0-2-59 0,0-2-75 0,1 1-54 16,0-3-102-16,0 1-431 0,1-3-395 0</inkml:trace>
  <inkml:trace contextRef="#ctx0" brushRef="#br0" timeOffset="49076.99">19596 2648 480 0,'0'0'534'0,"9"-5"-81"16,-9 5-85-16,5-5-41 0,-5 5-69 0,7-4-11 16,-7 4-39-16,0 0-18 0,12 0-40 0,-12 0-11 15,11 2-31-15,-11-2-10 0,10 5-26 0,-2-2-4 16,-1 1-23-16,-3 3 2 0,3-2-18 0,-2 2 2 16,1 1-13-16,-4-2 5 0,1 2-13 0,-3-1 9 15,0 1-17-15,0 1 15 0,-4-1-14 0,-2 3 10 16,-2-1-51-16,-1 0-12 0,0 1-52 0,-6-2-23 15,1 1-43-15,-4 1-66 0,5-4-14 0,-3 1-93 16,2-2-28-16,-2 0-356 0,2-3-231 0</inkml:trace>
  <inkml:trace contextRef="#ctx0" brushRef="#br0" timeOffset="49392.99">19990 2285 497 0,'2'-15'500'0,"2"2"-47"0,-3 3-54 0,2-1 6 16,-2 2-65-16,1 0-19 0,0 1-56 0,-2 1-15 16,2 2-60-16,-2 5-14 0,1-12-66 0,-1 12-1 15,1-7-45-15,-1 7 0 0,0 0-32 0,0 0 14 16,0 0-28-16,1 6 22 0,-2 3-27 0,1 2 20 15,0 1-25-15,0 2 14 0,0 3-15 0,-1 0 18 16,1 1-22-16,-1 0 25 0,1 0-24 0,0-1 22 16,-2 2-25-16,2-1 21 0,0-2-22 0,0 1 15 15,-1-3-23-15,0-1 25 0,1 0-23 0,0-1-12 0,0 0-82 16,0-1-63-16,0-1-80 0,0 0-85 16,1-3-59-16,0 0-74 0,-1 1-416 0,0-1-434 15</inkml:trace>
  <inkml:trace contextRef="#ctx0" brushRef="#br0" timeOffset="49643.13">20166 2588 547 0,'0'0'546'0,"0"0"-75"0,12 0-82 16,-12 0-24-16,0 0-70 0,0 0-9 0,13 2-35 15,-13-2-9-15,9 2-59 0,-9-2-4 0,12 6-58 16,-12-6 4-16,9 7-43 0,-1-3 7 0,-2 3-41 15,-1-2 17-15,-1 3-36 0,1-1 15 0,-1 1-24 16,-1 1 19-16,-2 1-29 0,0-3 17 0,-1 3-24 16,-1-1 21-16,-2 1-28 0,1-2 23 0,-3 3-63 15,0-4-30-15,-2 3-75 0,-3-2-32 0,1 1-52 16,0-1-75-16,-2-1-28 0,-1 0-112 0,3-2-410 16,-2-2-405-16</inkml:trace>
  <inkml:trace contextRef="#ctx0" brushRef="#br0" timeOffset="50292.91">20492 2363 353 0,'5'-7'501'0,"-5"7"-120"0,10-5-90 0,-10 5-58 16,4-5-23-16,-4 5-44 0,5-4-18 0,-5 4-43 0,0 0-17 15,0 0-22-15,0 0-8 0,0 0-19 0,2-7 3 16,-2 7-3-16,0 0 18 0,0 0 30 0,0 0-3 16,0 0 22-16,-2-9-15 0,2 9 13 0,0-6-16 15,0 6 18-15,0-8-26 0,0 8 8 0,3-11-21 16,-2 5 2-16,-1 6-19 0,4-10 4 0,1 1-26 16,-2 4 8-16,2 0-21 0,0-2 9 0,1 2-19 15,-2 0 17-15,4 0-21 0,1 0 13 0,-2 2-18 16,1 1 16-16,2-1-15 0,2 2 13 0,-12 1-21 15,19 1 17-15,-6-1-13 0,-2 3 13 0,1 0-15 16,-1 1 18-16,-2 1-17 0,3 1 14 0,-2-2-14 16,-2 4 16-16,0-1-14 0,-1 1 6 0,-1 1-7 15,-2-1 13-15,1 1-25 0,-3-1 27 0,-2 0-12 0,-2 2 12 16,0 1-15-16,-3-2 13 0,-2 3-9 0,-3 0 13 16,1-1-16-16,-1 1 15 0,-4-1-14 0,0 3 8 15,-3-2-4-15,4 0 13 0,-4 1-19 16,1-1 17-16,0 2-17 0,0-2 17 0,2 0-15 0,1-2 14 15,2 1-20-15,-2-1 20 0,3-2-14 0,0 0 14 16,2-1-25-16,0 0 27 0,2-2-25 0,1 1 4 16,-3-3-18-16,8-3 9 0,-8 7-16 0,8-7 10 15,-5 6-8-15,5-6 19 0,0 0-14 0,0 0 16 16,0 0-15-16,0 0 16 0,0 0-18 0,0 0 16 16,0 0-7-16,9-7 19 0,-9 7-15 0,8-6 15 15,-8 6-17-15,10-9 22 0,-10 9-22 0,10-6 21 16,-3 2-13-16,-7 4 15 0,11-6-7 0,-11 6 23 15,12-5-9-15,-12 5 14 0,11-2-10 0,-11 2 15 16,14-1-9-16,-14 1 8 0,14 2-11 0,-14-2 18 16,18 3-6-16,-18-3 19 0,19 4-10 0,-10-1 16 15,0-1-22-15,3 1 19 0,-1-2-23 0,0 0 14 16,1-1-28-16,0 2 17 0,-1-2-24 0,2 0 14 0,1-2-66 16,0 1-35-16,0 0-69 0,0-2-45 0,0 0-46 15,2-3-78-15,-2 3-91 0,2 0-89 16,-5-2-253-16,0 1-259 0</inkml:trace>
  <inkml:trace contextRef="#ctx0" brushRef="#br0" timeOffset="50575.96">21061 2588 153 0,'0'0'587'0,"0"0"-138"0,0 0-74 15,2 5-26-15,-2-5-60 0,0 0-17 0,8 5-53 16,-8-5-22-16,8 4-51 0,-8-4-12 0,11 5-33 16,-11-5-7-16,12 7-26 0,-7-2 0 0,2 0-22 15,-2 1-1-15,2 0-14 0,-3 1 10 0,1-2-21 16,-1 2 8-16,-2 1-13 0,2-1 12 0,-3 0-13 16,-1 2 6-16,-2-1-15 0,-2 0 15 0,0 0-15 0,-2 1 9 15,-1-3-16-15,-2 4 16 0,-2-2-39 16,-1-1-27-16,1 2-60 0,-2-2-27 0,0-2-30 15,1 1-97-15,-1-1-30 0,0-3-83 0,1 1-384 16,1-2-279-16</inkml:trace>
  <inkml:trace contextRef="#ctx0" brushRef="#br0" timeOffset="51992.12">21443 2247 216 0,'0'0'433'0,"1"-10"-65"16,-1 10-55-16,0-7-16 0,0 7-40 0,0-8-35 15,0 8-26-15,0 0-47 0,0-8-30 0,0 8-30 0,0 0-14 16,0 0-30-16,0-6 0 0,0 6-11 0,0 0-3 16,0 0-6-16,-4 7-2 0,4-7-10 0,-2 9 12 15,2-9-27-15,-4 11 13 0,4-11-7 16,-3 12 7-16,1-6-11 0,-1 0 7 0,1 1-7 0,0-2 5 16,2-5-10-16,-5 12 13 0,2-7-9 0,3-5 6 15,-4 9-2-15,4-9 7 0,-3 8-12 0,3-8 3 16,-3 7-3-16,3-7 8 0,0 0-8 0,-1 7 4 15,1-7-9-15,0 0 14 0,0 0-9 0,-2 7 9 16,2-7-8-16,0 0 7 0,0 0-10 0,0 0 10 16,0 0-17-16,11-2 16 0,-11 2-8 0,0 0 9 15,14-4-14-15,-14 4 13 0,9-3-6 0,-9 3 6 16,14-3-7-16,-14 3 13 0,16-1-11 0,-16 1 10 16,16-1-10-16,-16 1 14 0,17 0-23 0,-17 0 19 15,20 1-7-15,-11 0 8 0,-9-1-14 0,22 3 0 16,-13 0-16-16,2-1 12 0,-2 2 12 0,0-1-3 15,0-1-2-15,1 3 1 0,-1 1-2 0,-2-2-3 16,-1 1-4-16,3 0 12 0,-4 2-4 0,2-3 2 16,-2 1 1-16,-1 0-1 0,0 0-3 0,0 2-4 0,-2-2 12 15,0 2 6-15,-2-7 6 0,0 12 0 16,0-12-2-16,-2 11-9 0,-2-4 7 0,0 0 4 16,-4-2-4-16,2 2 0 0,-2-2-3 0,-2 2 0 0,-1-2-3 15,-2 0-9-15,-1 2 9 0,0-2 0 0,-3-2-4 16,3 2 3-16,-4-1 12 0,0 1-17 0,3-4 11 15,-4 2-14-15,1-2 13 0,-1 1-19 0,1-2 21 16,-1 0-34-16,0 0-2 0,2-2-54 0,-1 1 6 16,1-2-30-16,1-1-57 0,0 2-23 0,1-2-64 15,2-2-80-15,-1 0-355 0,4-2-189 0</inkml:trace>
  <inkml:trace contextRef="#ctx0" brushRef="#br0" timeOffset="52175.58">21434 2152 375 0,'10'-7'437'0,"0"0"-68"15,-1 4-44-15,0-4-50 0,3 0-40 0,-1 2-39 16,3 0-28-16,0 0-50 0,-1 1-17 0,0 1-18 16,0 1-19-16,2-1-14 0,-2 3-20 0,2 0-33 15,-1 0-39-15,0 3-64 0,2 1-72 0,-1-1-93 0,0 2-127 16,-1 1-172-16,-1 0-87 0</inkml:trace>
  <inkml:trace contextRef="#ctx0" brushRef="#br0" timeOffset="52409.93">21867 2407 524 0,'6'9'445'16,"-6"-9"-68"-16,5 8-45 0,-5-8-42 0,8 9-44 15,-4-4-42-15,1 0-36 0,3 2-26 0,-2 0-23 16,-1-1-27-16,2 1-15 0,-2 0-16 0,0 2-17 16,1-1-5-16,-3 0 13 0,-1 3-30 0,1-4 21 15,-2 3-31-15,-1-1 18 0,-4-1-37 0,2 2 29 16,-3 1-17-16,-3-3 11 0,-2 4-45 0,1-4-19 16,-4 3-36-16,2-4-60 0,-1 1-22 0,-3 0-89 15,2-1-56-15,-2 0-97 0,2-3-191 0,0-1-111 16</inkml:trace>
  <inkml:trace contextRef="#ctx0" brushRef="#br0" timeOffset="52759.15">22381 2046 285 0,'2'-7'420'0,"-2"7"-121"0,5-8-19 16,-5 8-85-16,2-6-15 0,-2 6-67 0,0 0 4 16,0 0-49-16,0 0 18 0,0 0-44 0,1 6 54 15,-2 2 1-15,-1 1-7 0,-1 3-5 0,0 0 11 16,2 1-17-16,-2 3 11 0,1-1-16 0,-2 2 10 15,1 0-18-15,1 0 5 0,-2 0-22 0,1 0 7 16,-2-3-20-16,3 2-8 0,-2 0-4 0,1-2-5 16,1 1-3-16,-1-3-20 0,-1-2 12 0,4 1 6 15,-2-1-22-15,-1 0-45 0,2-4-48 0,-2 3-82 16,3-9-90-16,0 12-77 0,0-12-379 0,3 9-232 16</inkml:trace>
  <inkml:trace contextRef="#ctx0" brushRef="#br0" timeOffset="53008.84">22513 2372 412 0,'0'0'530'0,"0"0"-100"0,0 0-83 0,11-4-55 0,-11 4-41 16,0 0-50-16,0 0-6 0,0 0-49 0,9 2-23 15,-9-2-16-15,9 7-23 0,-9-7-6 0,7 8-14 16,-3-4-8-16,-4-4-5 0,7 12-1 0,-5-6-3 15,1 3 0-15,-2-1-1 0,-1 1-7 0,0-1-5 16,-1 2-4-16,-2-1-6 0,-2 1-3 0,1 0-9 16,-4 1 5-16,0-1-5 0,-3 2-23 0,1-5-27 15,-3 3-56-15,2-1-33 0,-1-2-34 0,-3 1-61 16,2-2-80-16,-1 0-76 0,3-2-388 0,-1-1-280 16</inkml:trace>
  <inkml:trace contextRef="#ctx0" brushRef="#br0" timeOffset="53709">22832 2201 373 0,'0'0'384'0,"8"-5"-93"0,-8 5-64 0,8-5-52 0,-8 5-42 15,0 0-21-15,7-7-34 0,-7 7-15 16,0 0-15-16,5-4-7 0,-5 4-8 0,0 0-10 0,0 0 5 16,5-5-2-16,-5 5 27 0,0 0 27 0,0 0 3 15,7-5 31-15,-7 5-28 0,0 0-7 0,6-7-16 16,-6 7-9-16,5-8-8 0,-1 4-2 0,1 0-9 16,0-1-40-16,2 1 43 0,1 1-17 0,1-3 4 15,-1 1-5-15,3 2-1 0,-2 0-1 0,3-2-6 16,-1 1-1-16,2 2 12 0,0 1-10 0,-3 1 2 15,3 0-6-15,0 0 2 0,-2 3-6 0,-2-1-6 16,3 0 18-16,-1 4-11 0,-1-4 6 0,-1 3-9 16,0 2 12-16,-2-2-18 0,0 3 17 0,0-1-14 15,-2 0 15-15,-1 2-19 0,0-2 18 0,-3 1-8 16,0 0 11-16,-2-2-24 0,0 2 22 0,-3 0-13 16,-3 1 10-16,2-1-11 0,-5 2 8 0,1-2-12 15,-3 0 14-15,1 1-12 0,-2 1 10 0,-1-1-11 16,0-2 11-16,1 2-14 0,-3 0 14 0,-1 0-19 0,4-1-2 15,-1 0 6-15,0 1-1 0,1-1 6 16,-2 0 0-16,4-1 2 0,-1 1-2 0,3-3-4 16,0 0 1-16,0 1 4 0,2-3 0 0,0 2-7 0,1-1-12 15,6-4-16-15,-9 6 6 0,9-6-4 0,-8 5-2 16,8-5-2-16,0 0 3 0,-6 4 10 0,6-4-11 16,0 0 12-16,0 0 4 0,0 0-8 0,6-5 15 15,-6 5 2-15,8-4-17 0,-8 4 33 0,6-5-32 16,-6 5 28-16,9-6-12 0,-9 6 23 0,9-4-2 15,-9 4 10-15,9-3 0 0,-9 3 3 0,8-2 4 16,-8 2-11-16,0 0 14 0,13-2-1 0,-13 2 6 16,12 2 1-16,-12-2 19 0,11 5-7 0,-11-5 24 15,12 3-14-15,-3 1 27 0,-9-4-17 0,16 3 7 16,-6-1-15-16,-1 1 7 0,1-1-19 0,0 0-5 16,2 0-14-16,-2-1 12 0,1 2-21 0,0-3 7 15,-11 0-17-15,19 1 8 0,-19-1-13 0,16 0 9 16,-16 0-18-16,18 0-19 0,-18 0-44 0,13 0-14 15,-13 0-46-15,15 0-28 0,-15 0-37 0,13-1-68 16,-13 1-71-16,12-1-78 0,-12 1-286 0,10-4-200 16</inkml:trace>
  <inkml:trace contextRef="#ctx0" brushRef="#br0" timeOffset="54192.07">23375 2489 53 0,'0'0'532'0,"0"0"-110"16,0 0-54-16,0 0-77 0,0 0-22 0,0 0-38 16,4-5-36-16,-4 5-30 0,0 0-24 0,0 0-18 15,12-3-9-15,-12 3-12 0,0 0-18 0,9 0-15 16,-9 0-8-16,8 3-13 0,-8-3 4 0,9 4 1 15,-9-4-11-15,10 8 7 0,-5-3 4 0,-1 0 4 16,-3 2-1-16,2-1 2 0,0 2 11 0,-3-1-25 16,1 0 13-16,-2 1-22 0,-2 0 10 0,0 1-26 15,0-1 16-15,-4 3-20 0,1-3 11 0,-4 1-20 16,-2-1 16-16,3 2-23 0,-5-1-38 0,1-2-68 16,-3 1-29-16,0-1-54 0,0 0-88 0,-5-2-43 0,5 1-93 15,-3 0-400-15,2-4-346 0</inkml:trace>
  <inkml:trace contextRef="#ctx0" brushRef="#br0" timeOffset="56142.04">23803 2231 1 0,'-10'-4'488'15,"10"4"-139"-15,0 0-13 0,0 0-74 0,-3-7-12 16,3 7-63-16,0 0-14 0,3-7-45 0,-3 7-3 16,5-8-37-16,-5 8-5 0,9-9-18 0,-3 5-6 15,2-2-9-15,-2 1-6 0,3 3-16 0,-2-2-2 16,1 0-6-16,0 0-1 0,-8 4-4 0,14-4 0 16,-14 4-4-16,16-4-14 0,-16 4 10 0,11 0 0 0,-11 0-10 15,13 1 6-15,-13-1-1 0,7 7-1 16,-7-7 2-16,6 8 1 0,-6-8-1 0,2 11 5 15,-4-3-5-15,-1 0 3 0,-2 0-3 0,-3 2-1 0,1 1 2 16,-4-1 1-16,1 1 0 0,-3-2-11 0,2 1 11 16,-1-1-2-16,-2-1-3 0,3 1 0 0,-2-1 4 15,4-1-2-15,0-2 4 0,0 0 14 16,2 0 12-16,0-1 42 0,7-4-18 0,-9 5 8 0,9-5-29 16,0 0 8-16,-9 6-23 0,9-6 10 0,0 0-22 15,0 0 18-15,10-7-21 0,-10 7 13 0,13-4-18 16,-13 4 13-16,14-2-19 0,-14 2 21 0,18-2-21 15,-18 2 17-15,22 2-19 0,-12-1 16 16,2 0-20-16,-1 3 5 0,-2 0-1 0,1 3-3 0,1-2 7 16,-4 2-6-16,0 0 10 0,0 1-1 0,-2 1-11 15,-1 0 11-15,-1 1 5 0,-2-2-7 0,-1 3 9 16,-1-2-8-16,-2 2 11 0,-2-1 3 0,-3 2 6 16,0-3 8-16,-3 1 23 0,1 1-33 0,-4-2 28 15,1-1-6-15,-3-2 14 0,0 2-14 0,1-1 7 16,-2-2 5-16,1-1 2 0,0 1 6 0,1-3 0 15,1 0 7-15,0-1-18 0,1-1-2 0,-1 0-7 16,4 0-5-16,-3-2 1 0,4 1-6 0,0-1-10 16,-1 0 2-16,10 2 0 0,-14-6-47 0,14 6-45 15,-10-5-43-15,10 5-45 0,-9-5-18 0,9 5-19 16,-3-7-34-16,3 7-64 0,0 0-49 0,4-9-82 16,-4 9-258-16,11-4-192 0</inkml:trace>
  <inkml:trace contextRef="#ctx0" brushRef="#br0" timeOffset="56391.94">24154 2592 311 0,'9'7'340'0,"-9"-7"-99"0,5 6-13 15,-5-6-23-15,8 8-28 0,-8-8 0 0,6 9-18 16,-3-2-13-16,-2-2-10 0,2 3-14 0,-2-2-15 15,0 2-28-15,-2-1 1 0,1 2-13 0,0 0-10 16,-4-1-4-16,2 2-11 0,-5-2-5 0,2 1-8 16,-1-1-5-16,-2 1-5 0,-1-1 0 0,-1 0-8 15,0 0-3-15,-3-2-26 0,4-2-55 0,-1 1-20 16,-3-1-85-16,4-1-15 0,-1-1-77 0,-2-1-109 16,12-1-144-16,-16 0-23 0</inkml:trace>
  <inkml:trace contextRef="#ctx0" brushRef="#br0" timeOffset="56774.97">24455 2251 509 0,'7'-12'504'15,"-2"5"-69"-15,1 2-34 0,-3 0-54 0,4 0-42 16,-7 5-78-16,5-7-39 0,-5 7-53 0,0 0-15 15,6-4-33-15,-6 4-7 0,0 0-27 0,-4 9 1 16,0-2-23-16,2 2 7 0,-4-1-22 0,3 2 13 0,-3 2-23 16,1 0 4-16,-2 3-3 0,3-3-1 0,-3 0-1 15,2 1-1-15,-2-3 1 0,5 1-5 16,-2-4 5-16,1 3 10 0,1-4 10 0,-2 2 10 16,1-3-5-16,3-5 8 0,-1 10 17 0,1-10 18 0,4 9 18 15,-4-9-14-15,11 3 9 0,-11-3-37 0,18 2 14 16,-5-2-32-16,-1 0 13 0,3-2-27 0,2 1 14 15,2-1-23-15,-1-1 18 0,2 2-24 0,0-2 20 16,2 1-24-16,-3-1 18 0,3 1-20 0,-2 0 18 16,-3-1-22-16,2 2 23 0,-5 0-35 0,0-2 36 15,-1 3-27-15,-3-1 19 0,2 0-22 0,-12 1-8 16,17-2-47-16,-17 2-34 0,12-1-60 0,-12 1-13 16,0 0-44-16,13 0-84 0,-13 0-45 0,0 0-83 15,0 0-389-15,0 0-354 0</inkml:trace>
  <inkml:trace contextRef="#ctx0" brushRef="#br0" timeOffset="57041.9">24694 2248 185 0,'-4'-12'515'0,"4"12"-111"0,-3-6-38 0,3 6-48 15,-2-7-52-15,2 7-34 0,-4-5-64 0,4 5-29 16,0 0-40-16,0 0-4 0,0 0-32 0,0 0 49 15,-8 6-21-15,5 1 22 0,2 1-17 0,0 4 15 16,-2-2-21-16,3 3 10 0,-3 3-23 0,0-1 0 16,3 1-19-16,-1 2-2 0,0-1-20 0,-1 2 3 15,2-2-21-15,0 0 12 0,-1 0-15 0,1 0 8 16,0-1-15-16,-1 0 13 0,2-3-15 0,-1 1 6 0,1-2-17 16,-1 1-51-16,0-1-73 0,2 0-38 0,-1-2-49 15,0 0-104-15,-1 0-34 0,3-3-83 16,0 3-311-16,0-3-258 0</inkml:trace>
  <inkml:trace contextRef="#ctx0" brushRef="#br0" timeOffset="57324.85">24826 2646 340 0,'7'-9'515'0,"-7"9"-90"0,6-6-47 16,-6 6-55-16,5-5-38 0,-5 5-47 0,11-6-38 15,-11 6-40-15,7-4-22 0,-7 4-19 0,13-3-22 16,-13 3-14-16,15 0-15 0,-15 0-18 0,15 3 2 16,-5-2-9-16,-3 3-7 0,2 1 6 0,-1 0 13 15,0 1-13-15,-2 1 7 0,-1 0-21 0,2 0 12 16,-5 0-16-16,4 3 8 0,-4-3-16 0,0 3 8 16,-3-1-15-16,0-1 12 0,-2 3-13 0,-2-3 9 15,-1 2-18-15,-1 1-4 0,-2-1-45 0,-2 0-27 16,-1 0-60-16,-1-1-11 0,1-1-37 0,-2 1-58 15,0-1-17-15,1-1-91 0,-1-2-63 0,2 0-245 16,2-3-167-16</inkml:trace>
  <inkml:trace contextRef="#ctx0" brushRef="#br0" timeOffset="57824.95">25418 2338 12 0,'6'-12'555'0,"0"0"-83"0,-4 5-45 0,1-3-79 15,-1 3-38-15,-2 2-74 0,0 5-46 0,3-12-57 16,-3 12-6-16,-1-7-44 0,1 7-1 0,0 0-32 16,0 0 4-16,-11 4-25 0,11-4 10 0,-9 9-21 15,6-1 9-15,-1-2-23 0,0 3 17 0,1-1-19 16,-2 1 1-16,3-2-3 0,-1 1 4 0,-2-1-2 15,4-2 0-15,1-5-4 0,-3 12 5 0,3-12-2 16,-2 7 9-16,2-7 3 0,-3 7-2 0,3-7 5 16,0 0 20-16,5 8-34 0,-5-8 24 0,12 0 12 15,-12 0-19-15,14 0 12 0,-14 0-19 0,19 0 10 16,-9-3-16-16,-10 3 16 0,22 0-21 0,-12 0 7 16,3 3-9-16,-2-3 1 0,0 2-1 0,1 1 1 15,-1-2-1-15,-2 4-2 0,2-2 4 0,-2 4-4 16,0-2 4-16,0 2-13 0,-3 0 21 0,3 1-4 15,-4-1 3-15,1 1-4 0,0 2-3 0,-2-1 4 16,-2-1 3-16,1 1-2 0,-1-1 2 0,-2 1 5 16,0-3 6-16,0 2 2 0,-4 0 1 0,2 1 8 15,-3-1 5-15,-1-1-10 0,-2 2 24 0,1-4-12 16,-4 3 15-16,-2-2-12 0,1 0 16 0,-1 0-18 16,0 0 13-16,-2-3-21 0,0 1 10 0,-1-1-25 15,0-1 16-15,-1 0-20 0,1 1 14 0,2-3-21 16,-1 0 15-16,0 0-26 0,0-2-23 0,0 0-63 15,1 1-56-15,-1 0-40 0,3-3-36 0,-1 1-86 16,-1-1-92-16,1 1-477 0,1-4-435 0</inkml:trace>
  <inkml:trace contextRef="#ctx0" brushRef="#br0" timeOffset="58042.07">25455 2253 589 0,'10'-9'471'16,"-1"1"-45"-16,4-1-64 0,-3 1-15 0,3 2-66 0,0-4-17 16,1 3-43-16,1-3-35 0,-2 4-27 0,2 0-32 15,-1-1-25-15,2 2-21 0,-1 1-23 0,0 1-9 16,-2 0-10-16,-1 1-12 0,2 0-32 0,-4 2-43 16,3 0-54-16,-2 2-42 0,0 0-39 0,1 1-69 15,-3-1-76-15,0 1-84 0,0 1-324 0,-3-1-242 16</inkml:trace>
  <inkml:trace contextRef="#ctx0" brushRef="#br0" timeOffset="68223.85">940 4891 418 0,'1'-9'369'0,"-1"1"-1"0,2 1-44 15,-2-3-35-15,-3 6-38 0,3-4-36 0,1 1-24 16,-1 7-21-16,-1-13-10 0,1 13-25 16,0-9-34-16,0 9-25 0,0-9-19 0,0 9-12 0,0 0-11 15,0 0-9-15,0 0-1 0,0 0-6 0,-4 11-1 16,3-1 16-16,-2 1-1 0,1 5 2 0,-3 0-3 16,1 0-4-16,-3 5-12 0,2 1 4 15,0-2 0-15,-5 1 1 0,5-1-6 0,-4 2 12 0,2-3-15 16,0 0 5-16,-2-1-8 0,4-2 13 0,-2-1-18 15,1-3 12-15,1 0-13 0,0-1 13 0,1-3-25 16,0 1 26-16,2-2-4 0,-1 1 38 0,-1-5-16 16,4-3 14-16,-2 11-20 0,2-11 18 0,0 0-27 15,0 0 9-15,0 0-23 0,0 0 13 0,0 0-19 16,0 0 12-16,11-7-16 0,-4 3 13 0,-1 1-21 16,2-2 4-16,1 1 0 0,0 1 4 0,2 0-6 15,1-1 7-15,-1 3 1 0,2-1-4 0,0 0 4 16,-1 2 2-16,1-1-3 0,1 1-2 0,-1 1 5 15,0-1 1-15,-1 2-10 0,0-2-22 0,1 1-36 0,-3 0-52 16,-10-1-39-16,19 1-77 0,-19-1-45 16,16 2-89-16,-16-2-452 0,12 2-358 0</inkml:trace>
  <inkml:trace contextRef="#ctx0" brushRef="#br0" timeOffset="68473.25">1038 4954 275 0,'0'0'610'0,"-5"-8"-124"0,5 8-102 16,-5-6-96-16,5 6-47 0,0 0-55 0,-4-5-37 15,4 5-18-15,0 0 16 0,-1 11 7 0,1 0 10 16,3 0-6-16,-2 2-11 0,0 4-6 0,2 2 3 16,-2-1-42-16,2 5 3 0,-1-1-37 0,2 2 6 15,-1 0-36-15,-2 0 19 0,2 0-32 0,0-1 16 16,-2-1-28-16,2-1 19 0,0-1-30 0,-2-1 20 15,0 0-26-15,2-2-25 0,-2 0-74 0,2-2-43 16,-1 0-63-16,-2-1-46 0,3-2-86 0,-2 0-96 16,2-3-461-16,0 1-463 0</inkml:trace>
  <inkml:trace contextRef="#ctx0" brushRef="#br0" timeOffset="69024.09">2025 4630 164 0,'-2'-5'404'15,"2"5"-62"-15,-3-12-50 0,-1 7-92 0,4 5 4 16,-8-9-68-16,4 5 18 0,1-2-47 0,-4 1 19 15,7 5-34-15,-11-7 6 0,4 3-38 0,1-1 3 16,-1 4-30-16,7 1 12 0,-15-6-22 0,15 6 11 16,-15-3-29-16,15 3 19 0,-18 0-26 0,18 0 20 15,-20 4-22-15,11 1 18 0,0-2-21 0,0 4 19 16,-4 0-24-16,4 2 27 0,-1 2-17 0,2 2 27 16,-1 4 7-16,3 1-7 0,1 3 5 0,-3 1-1 0,4 1-2 15,3 4-2-15,0-1-10 0,-1 4-2 0,2 3 17 16,2 1-3-16,-1 1 6 0,0 0-9 0,2 1 9 15,-2-4-3-15,2 2 15 0,-2-1-5 16,0-2 16-16,2-4-12 0,-3 1 5 0,1 0-11 0,-1-1 4 16,1 0-26-16,-2-4 15 0,0 1-18 0,-2-3 11 15,2-1-17-15,0-3 11 0,-2 1-16 0,2-2-41 16,-3-1-35-16,3-3-50 0,-2 0-44 0,-1-5-115 16,2 3-30-16,-2-4-74 0,4-6-267 0,-10 6-164 15</inkml:trace>
  <inkml:trace contextRef="#ctx0" brushRef="#br0" timeOffset="69190.11">1615 5213 76 0,'-3'-14'550'15,"-2"0"-131"-15,4 3-37 0,1 0-46 0,-2-2-54 16,4 4-20-16,0-4-83 0,2-1 9 0,3 3-38 16,0-1-9-16,1-1-42 0,2 1-4 0,3 3-33 15,1-2-5-15,1 0-42 0,2 1-22 0,2 2-59 0,-1 1-59 16,0 1-98-16,1 2-103 0,-1-1-134 0,0 1-199 15,0 4-167-15</inkml:trace>
  <inkml:trace contextRef="#ctx0" brushRef="#br0" timeOffset="69524">2062 4975 565 0,'0'0'516'16,"-1"-8"-77"-16,1 8-19 0,-3-8-53 0,3 8-61 15,0 0-68-15,-1-6-41 0,1 6-52 0,0 0-34 16,0 0-12-16,0 0-32 0,0 0 0 0,5 6-21 16,-1-1 1-16,-2 2-19 0,2 3 7 0,0 1-16 15,1 1 7-15,-2 1-16 0,0-1 12 0,0 3-15 16,0-3 6-16,-1 0-12 0,-2 0 13 0,3 0-16 16,-3-1 12-16,1-1-12 0,-1 1 13 0,0-5-11 15,0 2 23-15,0-1 11 0,0-7 51 0,-4 12 9 16,4-12 25-16,-2 6-5 0,2-6-17 0,0 0-14 0,0 0-4 15,0 0-33-15,-8-5 14 0,8 5-26 0,-3-11 16 16,3 5-30-16,0-4 13 0,2 0-24 16,-1 0 19-16,0 1-26 0,3-3 16 0,0 1-26 15,0 0 25-15,1-1-28 0,0 1 19 0,3 0-43 0,-2 0-1 16,3 1-62-16,1 1-32 0,-1 0-63 0,0 2-47 16,4 0-47-16,-3 2-85 0,0 3-17 15,3-1-62-15,-1 0-378 0,-1 2-366 0</inkml:trace>
  <inkml:trace contextRef="#ctx0" brushRef="#br0" timeOffset="69923.89">2498 4971 305 0,'0'0'612'0,"5"-3"-75"0,-5 3-75 0,3-6-17 16,-3 6-76-16,-3-8-28 0,3 8-69 0,-5-3-13 16,5 3-60-16,-11-6-9 0,11 6-57 0,-11-3-1 15,11 3-47-15,-18 3 1 0,9-1-38 0,-1 2 8 16,0 2-28-16,-2 0 13 0,1 5-34 0,0 0 26 0,1-1-31 15,0 2 20-15,2 1-31 0,1-1 18 16,-1 1-19-16,3-1-6 0,1 1-8 0,0-1-4 0,2-2-8 16,0 1-18-16,1-3-11 0,2 1-14 0,1-3-8 15,0 1 2-15,2-2-2 0,0-1 8 0,-4-4-3 16,10 5-5-16,-10-5 14 0,13 1-13 0,-13-1 19 16,18-6-22-16,-9 2 25 0,0 0 1 0,-1-1 25 15,2 0-12-15,-4-3 35 0,3 1-5 0,-2 0 37 16,2-3 5-16,-2 4 32 0,-2-2 7 0,-1-1 33 15,2 1 10-15,-3 0 38 0,1 3-11 0,-4 5 14 16,5-12-41-16,-5 12 3 0,4-9-47 0,-4 9-1 0,2-7-34 16,-2 7 16-16,0 0-30 0,0 0 17 0,7 4-24 15,-7-4 17-15,1 10-25 0,-1-10 25 16,3 12-2-16,-1-5-5 0,-1 3-5 0,0-2 2 16,2 3-12-16,-2-2-48 0,2 2-42 0,-2-2-50 0,2 1-55 15,-2-2-39-15,2 1-94 0,-2-2-48 0,0 0-118 16,2-1-346-16,-3-6-383 0</inkml:trace>
  <inkml:trace contextRef="#ctx0" brushRef="#br0" timeOffset="70523.61">2641 5029 127 0,'-3'-9'673'0,"2"3"-121"0,0-1-30 15,-2 3-51-15,3 4-53 0,-1-10-86 0,1 10-49 16,-3-7-76-16,3 7-27 0,-1-6-56 0,1 6-7 15,0 0-40-15,0 0 6 0,0 11-38 0,1-5 13 16,2 3-29-16,-2 2 15 0,2-1-30 0,-2 0 17 16,3 3-4-16,-3 0-4 0,2-1-7 0,-1 0-2 15,1 0-2-15,-2-2-2 0,2 2-4 0,-2-3-6 16,3 2 1-16,-3-6-7 0,0 3-9 0,2-3 1 16,-3-5 4-16,1 9 0 0,-1-9 0 0,5 5 3 15,-5-5-3-15,0 0 4 0,9-3 3 0,-9 3 0 0,9-8-19 16,-4 1 22-16,-1 0-24 0,1 0 29 0,2-3-33 15,-2 0 38-15,1 0-23 0,-1-1 22 16,-1 1-22-16,1-1 20 0,-1 2-19 0,1 0 23 0,0 1-20 16,-1 1 21-16,0 2-22 0,-2-1 4 0,-2 6-3 15,8-6 20-15,-8 6-18 0,0 0 21 0,13 0-21 16,-13 0 11-16,7 6-11 0,-1 1 23 0,-4 0-28 16,2 1 26-16,1 1-21 0,-2 0 23 0,-2 1-13 15,4 0-11-15,-3-1-3 0,1 0 2 0,0-1-1 16,-2 1-4-16,2-1-3 0,-1-4-12 0,-2-4 5 15,3 12-2-15,-3-12 7 0,4 8 3 0,-4-8 5 16,0 0 0-16,7 3 0 0,-7-3 3 0,8-2 4 16,-8 2-17-16,6-8 19 0,1 1-13 0,-2 0 16 15,1-1-19-15,-1-1 21 0,2-2-12 0,-2 0 18 16,0-3-6-16,1 1 21 0,0 2-5 0,0-2 27 16,-1 1-14-16,0 2 22 0,-1 1-18 0,1 1 18 15,-1 0-28-15,-2 0 17 0,-2 8-35 0,5-10 16 16,-5 10-31-16,7-6 26 0,-7 6-19 0,0 0 22 0,10 4-22 15,-10-4 22-15,8 9-20 0,-3-2 21 0,-1 2-20 16,-2 0 20-16,3 2-2 0,-1-1-6 16,2 3 0-16,0-1-1 0,-3-1-6 0,1 4 1 0,0-3 2 15,0-3-1-15,0 1-3 0,1 2 3 0,-1-3-10 16,-2 1-17-16,2-2-88 0,-1 0-53 0,-1 0-66 16,2-2-77-16,-1-2-94 0,1 1-85 0,-4-5-456 15,10 5-511-15</inkml:trace>
  <inkml:trace contextRef="#ctx0" brushRef="#br0" timeOffset="70889.82">3202 5141 477 0,'0'0'648'16,"-8"-3"-122"-16,8 3-74 0,0 0-73 0,0 0-70 15,0-10-55-15,0 10-45 0,4-10-44 0,2 4-45 16,-2-2-10-16,2-1-39 0,1 1 2 0,-1-1-27 15,3-3 6-15,-1 2-26 0,-2-1 15 0,1 0-23 0,0-3 17 16,-3 6-12-16,1-4 24 0,-1 3-25 16,-3-1 35-16,1 0-9 0,-1 2 38 0,-2 2-5 15,1-2-14-15,-3 1-14 0,1 2-17 0,-2 0-25 0,4 5 18 16,-12-4-29-16,12 4 20 0,-14 0-21 0,14 0 18 16,-15 5-28-16,6 0 27 0,0 2-25 0,1 2 23 15,-1 0-22-15,3 2 25 0,0 1-2 16,-1 0-1-16,2 2 9 0,3-3 7 0,-1 1-1 0,3 1 1 15,0-2 4-15,3 1-10 0,-2 0 7 0,5-3-7 16,-2 3 1-16,1-3-9 0,2 2 6 0,-1-4-8 16,3 3 2-16,-2-5-33 0,3-1-40 0,1 1-43 15,-1-2-50-15,2-2-50 0,0 0-55 0,0-2-53 16,2-1-53-16,0-2 16 0,-1-1-45 0,2-1 53 16,-1 0-19-16,2-2-13 0,-4 0-171 0,4-5-47 15</inkml:trace>
  <inkml:trace contextRef="#ctx0" brushRef="#br0" timeOffset="71206.9">3453 5049 838 0,'8'-14'203'0,"0"3"49"0,-3-1 11 0,3 0 53 15,-5 0 27-15,0 2 6 0,0 0 47 0,-1 1-28 16,-1-1 9-16,1 2-18 0,-2 0-28 0,0 0-16 16,0 8-78-16,-2-12-4 0,2 12-65 0,-1-10-2 15,1 10-61-15,-2-8-27 0,2 8-15 0,-4-6-12 16,4 6-15-16,0 0-6 0,0 0-10 0,0 0-2 0,-9 3-5 16,9-3-8-16,-4 8 34 0,4-8-42 0,0 9 0 15,0-9 29-15,1 11-39 0,3-3 27 16,-1-1-35-16,-1 0 34 0,2 2-28 0,1-1 37 0,0 2-41 15,0-1 39-15,2 1-36 0,-2-1 33 0,0 1-38 16,0 0 37-16,-1 0-39 0,1 0 37 0,0 1-36 16,-2-2 36-16,-1 0-38 0,1 0 35 0,-2 1-26 15,-1-3 40-15,0 3-35 0,-1-3 35 0,-2 0-54 16,1 1 51-16,-2-1-32 0,-1 0 35 0,-2 0-35 16,1-2 34-16,-1 2-43 0,-1-2 48 0,0 0-43 15,-1-2 36-15,0 1-19 0,-2 1-52 0,0-3-57 16,1 1-63-16,-3-2-45 0,2 0-43 0,-2 0-54 15,2 1-47-15,-2-1-76 0,-1 0-91 0,0 0-44 16,-3-1-381-16,4 2-534 0</inkml:trace>
  <inkml:trace contextRef="#ctx0" brushRef="#br0" timeOffset="71773.38">1247 5542 438 0,'-17'0'377'16,"17"0"-3"-16,-15 3-56 0,15-3-21 0,-13-3-28 15,13 3-22-15,-14 0-29 0,14 0-10 0,-10 0-21 16,10 0-13-16,0 0-8 0,-16 0-17 0,16 0-14 16,0 0-20-16,0 0-23 0,-12 0-17 0,12 0-21 15,0 0-9-15,0 0-6 0,-11 3-5 0,11-3-9 16,0 0 3-16,0 0 5 0,0 0 5 0,0 0 16 16,0 0 3-16,3 7 7 0,-3-7 3 0,10 2-2 15,-1 1 6-15,2-1 4 0,1 1-1 0,5-2 20 16,1 1-19-16,2 0 16 0,3-2-16 0,4 2 8 15,5-4-15-15,1 2 4 0,4-2-9 0,4 0-4 16,9 1-4-16,0-2-14 0,2 3 5 0,3-2-2 0,1-1-9 16,-1 3-4-16,0-1-5 0,1 0-4 0,2 1-7 15,-2-2 12-15,0 2 10 0,-1 0 2 16,1 0 35-16,-2 0-45 0,1 2 7 0,-4-2 4 16,1 0-12-16,-3 2 8 0,-4-2-6 0,-3 0 0 0,-1 3-4 15,0-3 0-15,-4 0-3 0,-5 0-1 0,0 2-5 16,-3-2 0-16,-2 0 2 0,0 2-8 0,-4-2 8 15,-4 0-6-15,1 1 24 0,-3-1-28 0,0 1 20 16,-4-1-30-16,-1 0 30 0,0 2-27 0,-12-2 22 16,19 0-27-16,-19 0 25 0,14 0-21 0,-14 0 13 15,15 0-34-15,-15 0-26 0,12 0-86 0,-12 0-37 16,0 0-85-16,15-2-82 0,-15 2-89 0,0 0-70 16,13-4-100-16,-13 4-651 0,9-2-854 0</inkml:trace>
  <inkml:trace contextRef="#ctx0" brushRef="#br0" timeOffset="71924.39">3194 5479 525 0,'0'0'753'0,"11"0"-133"0,-11 0-72 0,0 0-80 0,13-2-32 15,-13 2-2-15,0 0-60 0,0 0-15 16,12 0-99-16,-12 0-15 0,0 0-83 0,0 0-1 16,0 0-72-16,11-2 20 0,-11 2-95 0,0 0-87 0,0 0-155 15,0 0-164-15,0 0-168 0,12 0-215 0,-12 0-329 16,0 0-720-16</inkml:trace>
  <inkml:trace contextRef="#ctx0" brushRef="#br0" timeOffset="74522.87">1902 6495 13 0,'0'0'322'0,"-2"-5"-67"0,2 5-33 15,0 0-24-15,0 0-20 0,0 0-25 0,0 0-17 16,0 0-13-16,0 0-8 0,0 0-13 0,0 0-2 16,0 0-46-16,0 0 40 0,0 0-48 0,0 0 30 15,0 0-41-15,0 0 23 0,0 0-28 0,0 0 23 16,0 0-34-16,0 0 24 0,0 0-31 0,0 0 21 16,0 0-7-16,-9 4 4 0,9-4 24 0,0 0 8 15,-2 11-7-15,2-11-6 0,-1 10-2 0,1-10-7 16,0 12 7-16,-1-5-7 0,2 1 1 0,-1-1-15 15,0 0 15-15,0 1-9 0,0 0 18 0,0 1-21 16,0-1 13-16,1 1-19 0,1-1 17 0,-2 1-17 16,0 0 18-16,0-1-10 0,1 1 10 0,-1 3-9 0,0-4 8 15,0 1-2-15,1 0-8 0,-1 0 4 16,2 2 7-16,-2 0-1 0,0-1 2 0,0 0 2 16,1 0 0-16,-1 2-9 0,0-2 3 0,0 2-8 0,0 0 1 15,0 1-6-15,0-1-1 0,0 1 6 0,0-1 14 16,0 1 24-16,0 1-11 0,0 0-26 0,0-1 13 15,0 1-29-15,0 1 20 0,0-1-26 16,0 1 17-16,0-1-19 0,0 3 17 0,2 0-21 0,-2 0 19 16,2-2-22-16,-2 2 22 0,0-2-25 0,1 2 23 15,-1-1-20-15,1-1 20 0,-1 2-22 0,1-4 23 16,1 3-17-16,-1-2 26 0,-1 1-20 0,0-1 31 16,1 0-3-16,1-1-13 0,-2 2 5 0,1-1-9 15,-1 0 2-15,0 1 2 0,1-1-1 0,-1 1-3 16,0-3 0-16,0 1-2 0,0 2-8 0,0-2 6 15,0 1-2-15,0-1 0 0,0 2-4 0,0-4-1 16,0 4 0-16,0-2 3 0,0 0 0 0,0 0-5 16,0 0 2-16,0 0 0 0,0 0-7 0,-1-1 6 15,1 2-4-15,1-1 5 0,-2 0-6 0,1 0 3 16,0-1 5-16,0 1 9 0,0 1 7 0,-1 0-7 16,1-2 3-16,0 0-7 0,-2 1 2 0,2-1-7 15,-1 1-4-15,1 3-7 0,-1-4 8 0,1 2 2 0,-2-1-4 16,2 0-1-16,-1 0-3 0,1 0 0 0,0 2-6 15,-1-2 7-15,1 2-2 0,-1-2 3 16,1 0 2-16,-2 2 2 0,0-1-1 0,2 0-5 0,0-2 15 16,0 5 8-16,0-2 2 0,0-2 15 0,0 2-29 15,-1 0 22-15,1-1-26 0,-2 0 17 0,2 2-23 16,-1-2 19-16,1-1-24 0,0 2 27 0,0 0-35 16,0-1 31-16,0 0-25 0,0 0 23 0,-1 0-26 15,1 2 27-15,0-4-41 0,0 2 40 0,0 1 3 16,0-1-1-16,0-1-5 0,0 0-4 0,0 1 0 15,0-1-2-15,0-1-9 0,0 1 9 0,0 1-29 16,0-2 34-16,0 3-32 0,0-1 34 0,0-2-30 16,-2 2 34-16,2-1-40 0,-1 1 38 0,1 0-32 15,0-1 30-15,-1 2-36 0,1-1 28 0,0 1-18 16,-1 2 31-16,-1-3-36 0,1 2 35 0,1 0-33 16,-1 1 32-16,1 0-33 0,-2-1 33 0,1 0-36 15,0 1 35-15,0-1-37 0,1 1 39 0,-3 0-36 0,2 0 36 16,-1-1-39-16,1 1 39 0,0-1-37 0,0 1 34 15,-2 1-41-15,2-1 39 0,0 0-31 16,-2 0 35-16,2 0-3 0,0 2-2 0,-2-2-2 16,3 0-7-16,-1-2 4 0,-2 2-4 0,3 0 0 0,-3 0 5 15,2 0-9-15,0 0-4 0,0 0 2 0,-1 1 1 16,1-3 2-16,1 2-4 0,-1-2 2 0,-2 2-4 16,1-1-19-16,2 1 18 0,-1 1 9 0,-1-1-36 15,1-1 43-15,0 1-44 0,-1 0 44 0,1-5-34 16,0 5 40-16,1-2-41 0,-1 2 38 0,-1 0-36 15,1-3 39-15,1 1-44 0,-1 0 40 0,-2-1-33 16,3 0 40-16,-1-2-38 0,1 4 32 0,-1-3-34 16,-1 3 34-16,1-3-33 0,1 4 40 0,-1-4-39 15,-2 1 39-15,3 0-45 0,-1-1 49 0,1 4-41 16,-1 0 11-16,-3-2 27 0,4-1-40 0,0-1 41 16,-1 2-4-16,-1-1-13 0,1 2 9 0,0-3-6 15,-1 2-1-15,1 1 1 0,0-3-2 0,0 3 0 16,-1-3-3-16,1 2 0 0,0 1 0 0,-2 0-1 0,3 0-1 15,-1-1-1-15,0 2-6 0,-2-2 9 16,2 2-4-16,-2 2-1 0,3-2 2 0,-3 0-1 16,1 0 0-16,1 1-25 0,0 0 28 0,-2-1 3 0,2 2-2 15,0-1-39-15,-2-1 49 0,3-3-49 0,0 5 56 16,-1-2-46-16,-1 0 46 0,1 0-42 0,1-2 46 16,-1 2-47-16,-1-1 38 0,1-2-38 0,1 1 49 15,0 0-49-15,0-2 49 0,-1 3-53 0,1-2 57 16,0 1-46-16,0 2 47 0,0-2-43 0,0 2 42 15,-1-1-1-15,1-2-12 0,0 1 1 0,0 0 3 16,0-1-4-16,0 1 1 0,0-1-24 0,0 2 19 16,0-2-3-16,-2 0-19 0,4 1 21 0,-4 2 5 15,2-1-3-15,0-2-1 0,2-1-6 0,-2 1-17 16,0 1 19-16,0-1 2 0,0 0-4 0,0-1 2 16,1 1 1-16,-1-1 2 0,0 1-3 0,1 0 5 15,-1-1 0-15,0 1-1 0,1 0-1 0,1-1-7 16,-2-1-1-16,0 2 4 0,1 0-1 0,-1 0 0 0,0-1-2 15,0-1-2-15,0 1-2 0,1-1-4 16,-1 0 4-16,0 1-1 0,0-3-31 0,-1 1 35 16,1-2-38-16,0-1 29 0,0-1-67 0,0 1 16 0,0-8-67 15,0 9 0-15,0-9-59 0,0 10-62 0,0-10-41 16,0 0-76-16,0 0-12 0,-5-7-119 0,1-1-46 16,3-5-98-16,-4-4-273 0,1-4-472 0</inkml:trace>
  <inkml:trace contextRef="#ctx0" brushRef="#br0" timeOffset="77488.98">1893 6536 180 0,'0'0'290'0,"0"0"-45"0,0 0-32 0,0 0-16 16,-5-4-18-16,5 4-12 0,0 0-43 0,0 0 39 16,0 0-41-16,0 0 26 0,0 0-30 0,0 0 10 15,-5-5-21-15,5 5-3 0,0 0-15 0,0 0-11 16,0 0-3-16,0 0-14 0,0 0 1 0,0 0-19 15,0 0-5-15,0 0-18 0,0 0 9 0,0 0-12 16,0 0 3-16,0 0-8 0,0 0 20 0,0 0-10 16,0 0 30-16,0 0 0 0,8 5 16 0,-8-5-13 15,11 0 9-15,-11 0-16 0,13 2 15 0,-13-2-6 16,15 0 5-16,-15 0-13 0,20 0 8 0,-8 0-12 16,0 2 7-16,-1-2-10 0,3 1 14 0,-1 0-26 0,4-1 22 15,-3 1-19-15,1 1 26 0,3-2-9 0,1 1 29 16,3-1-8-16,-3 0-8 0,4 0-9 0,0-1-3 15,4-2-4-15,1 2-10 0,0 0 6 0,1-1-9 16,2 0 5-16,6-1-8 0,-2 0-1 0,2 1-6 16,0-1-3-16,2 2-3 0,0-2-9 0,-1 1 7 15,3 0-3-15,-1 1-3 0,-1 0-2 0,2 1 0 16,-1-2 0-16,-2 1-6 0,2 2 6 0,-1-2 2 16,0 1-1-16,-2 0 0 0,1 0 9 0,-1-1-7 15,1 1 0-15,0 0 3 0,-1-2 8 0,-5 2-12 16,2 0 8-16,-2 0-10 0,1 0 5 0,-1 0-7 15,0 0 5-15,0 2-8 0,0-2 7 0,0 0-5 16,-3 1 15-16,2-1-13 0,0 0 16 0,-3 0-16 16,0 1 12-16,0-1-16 0,-1 2 24 0,-2-1 5 15,4-1 16-15,-3 0-23 0,1 1 19 0,1-1-31 16,0 0 19-16,0 0-27 0,2 0 23 0,-2-1-41 16,3 0 41-16,-1-2-21 0,6 2 18 0,0-2-17 15,1-1 35-15,4 2-32 0,4-3 22 0,2 0-32 0,-1 3 26 16,1-6-31-16,-2 4 27 0,2 1-35 0,-1-2 27 15,4 0-24-15,-3 1 32 0,1-1-7 0,0 0 0 16,1-1-1-16,-1 0 2 0,3-1-10 0,-1 2 10 16,0-2-1-16,1 1-1 0,-1-1 0 0,2 0-11 15,1 2 6-15,-1-2-1 0,-1 0 5 0,3 0-5 16,-2 2 2-16,-2-1-4 0,1 1-4 0,1 0 9 16,-3 0-5-16,4-1 2 0,-4 2-5 0,0-1 2 15,2 0-9-15,0 1 8 0,-2 0-2 0,-1-1 3 16,2 1-2-16,0-1-1 0,0 0-1 0,-3 0-5 15,2 0 6-15,-2 1 5 0,1-1-1 0,1 2 1 16,-4-3 1-16,2 1-1 0,-2 2 0 0,-7 0 2 16,4-2-1-16,-2 1 0 0,0 1 0 0,5-1-8 15,-5 0 3-15,6 0 8 0,-6-1-2 0,-3 3 0 16,10-1 0-16,-3-4 3 0,-4 5 1 0,0-4 1 16,5 2 3-16,-6-1-1 0,6 1 0 0,-7-1 3 15,7 2-6-15,-5-3-3 0,-2 2-21 0,2-3 28 0,3 3-19 16,-3-1 16-16,3 0-15 0,2 0 16 0,1 0-23 15,-1-1 21-15,-1 0-19 0,1 1 20 16,1 0-18-16,-1 0 15 0,1 1-15 0,-1-1 21 0,0 2-21 16,-5-1 18-16,6-1-20 0,-5 2 15 0,0 1-12 15,0-1 12-15,-2-1-12 0,9-1 12 0,-7 4-11 16,7-3 12-16,-2 2-13 0,-5-1 9 0,6 1-12 16,-1-1 16-16,-4 0-13 0,6-1 15 0,-1 2-13 15,-6-1 16-15,7 1-25 0,-1-1 24 0,-4 1-9 16,-1-1 10-16,4 0-11 0,-4 2 9 0,2-2-13 15,-3 3 14-15,7-2-10 0,-7-1 9 0,9 1-13 16,-9-1 10-16,6 1-9 0,-4 0 3 0,6 2-1 16,-7-3 6-16,6 2-12 0,0-2 10 0,-7 2-10 15,2-1 5-15,0-1-8 0,0 2 13 0,-1-2-11 16,-1 0 6-16,1 3-5 0,-1-2 11 0,0 0-14 16,1 0 14-16,-1-1-10 0,1 3 8 0,-1-3-8 15,0 1 6-15,1 0-10 0,-1 0 13 0,0 1-11 0,1-1 9 16,-1 1-9-16,0 0 11 0,1-2-12 0,0 3 9 15,0-1-5-15,-1-1 6 0,2 0-10 0,-1 0 9 16,-1 1-6-16,0-1 2 0,1 0-2 0,0 2 6 16,0-2-5-16,0-1 6 0,-1 3-6 0,1-1 7 15,0-1-12-15,8-1 12 0,-2 1-9 0,-5 0 11 16,-1 0-8-16,7 2 4 0,-7-2-9 0,0 1 16 16,1 1-8-16,0-2 9 0,5 1-8 0,-4 0 8 15,-1 1-8-15,-1-3 5 0,8 2-2 0,-9 0 3 16,4 0-6-16,2-1 7 0,3 0-6 0,-8 2 4 15,8-1-6-15,-2-1 6 0,2 2-9 0,1 0 7 16,-3-2-6-16,1 1 8 0,-5 1-8 0,6-1 5 16,-2 0-1-16,2 1 4 0,0-2-5 0,-8 1-1 15,9 0 2-15,-9 1 5 0,3 0-7 0,4 0 7 16,2 0-7-16,-8 0 3 0,7 0-4 0,1 0 2 16,-1 0-2-16,0 0 3 0,-7 0-6 0,7 0 4 15,1 0-1-15,0 1 3 0,-1 0-2 0,0 1 2 0,0-2-3 16,-3 1 6-16,-2-1-7 0,5 1 3 15,-2 0-4-15,2-1 2 0,1 2 1 0,-1-2 4 16,-1 2-4-16,2-1-3 0,0-1 4 0,-1 2 4 16,1 0-2-16,0-1-3 0,-1 0 0 0,2 0 2 0,-1 2-5 15,-1-2 5-15,1 0 1 0,0 1-3 0,-1-2-1 16,1 1 3-16,0 1-5 0,-2 0 3 0,1-1-1 16,1 0-10-16,-1 1 12 0,1-1 3 0,1 2-3 15,-2-2 3-15,2 0-3 0,1-1 1 0,-1 2 2 16,-2-1 2-16,4-1-1 0,-3 0-3 0,0 2 4 15,0-2 0-15,1 0-1 0,1 2-1 0,-2-2-2 16,1 1 1-16,1-1-5 0,-1 1 9 0,1-1-1 16,-1 1-2-16,0 1 2 0,1-2 0 0,-1 0-3 15,-1 2 3-15,0-2-2 0,0 0-4 0,-1 2 5 16,0-2 1-16,1 0-3 0,-10 1-4 0,10-1 5 16,0 0-1-16,-2 2-1 0,3 0-1 0,-7-1 0 15,5-1-3-15,0 0 8 0,1 0-4 0,-3 2-5 0,-2-2 4 16,3 2-1-16,2-2 4 0,-7 0-3 0,5 0 4 15,2 1-1-15,-8-1-3 0,6 2 2 16,0-2 1-16,2 1-6 0,-1-1 3 0,-2 1-1 16,4 0-7-16,-3 1 8 0,1-2-1 0,1 0 1 0,-3 2-9 15,3-1 9-15,-3 0-2 0,2 0 2 0,-1 1-1 16,-1-1-1-16,-4 0 0 0,4 2 3 0,1-3 0 16,-1 3-3-16,-5-2 6 0,6 2-1 0,0-1 0 15,1 1-1-15,1-1 2 0,-2-2-1 0,0 3-1 16,2-1 0-16,-3 0-2 0,1 1-3 0,0-1 6 15,0 1-1-15,-1-1-1 0,1 1 1 0,-1-2-4 16,0 2 2-16,-6 0 1 0,1-2 1 0,4 0-3 16,1 2 2-16,-5-3-3 0,6 2 1 0,-6 0 0 15,5-1 2-15,-5 0-4 0,4 2 3 0,-3-2-1 16,-2 1 0-16,1 0 0 0,-2-2-3 0,8 3 4 16,-7-1-6-16,-1 0 3 0,2 0 1 0,-2-1-1 15,0 1 0-15,2-2 1 0,0 2 1 0,0-1-2 0,-2 1-1 16,9 1 0-16,-3-2-2 0,2 3 1 0,-8-3 0 15,1 0-10-15,0 1 14 0,-1-2-5 0,1 3 4 16,-1-3-8-16,0 4 10 0,1-2-1 0,-4 1-3 16,3-1 1-16,-1-1 1 0,-1 1-4 0,0-1 4 15,0 1 1-15,0 0 1 0,0 0-4 0,-3 1-6 16,5-1 9-16,-3 0-10 0,-1-1 10 16,2 2-12-16,0-2 12 0,0 0-8 0,-2 1 8 0,1 0-4 15,1-1 5-15,1 2-7 0,-3-2 5 0,3 0-3 16,-2 1 5-16,1 1-5 0,-2-1 3 0,1 0-4 15,0-1 9-15,-1 0-8 0,-1-1 6 0,2 3-6 16,-2-1 1-16,1-1-1 0,-2 1 6 0,1 0-14 16,-1-1 17-16,2 1-9 0,-1 0 5 0,1-1-6 15,-2 0 7-15,1-1-7 0,2 0 7 0,-4 0-7 16,3 3 7-16,-1-3-6 0,1 1 7 0,-5-1-7 16,8 2 7-16,-5-2-4 0,3 1 8 0,-6 0-11 15,2 1 5-15,4-1-8 0,-6 0 12 0,0-1-9 0,5 3 3 16,-2-3-6-16,1 2 8 0,-2 1-7 0,4-3 10 15,-6 1-17-15,3 0 14 0,1 2-6 16,-1-1 6-16,1 0-9 0,1-2 12 0,-2 3-11 0,0-1 8 16,1 1-10-16,-1-2 10 0,-1 2-9 0,3-2 11 15,-2 2-15-15,-1-2 13 0,1 2-10 0,-4-1 14 16,3 1-11-16,-3-1 7 0,3 0-8 0,-3 1 11 16,4-1-10-16,-5 1 9 0,4-1-10 0,2 1 7 15,-2 1-5-15,-4-4 5 0,5 3-9 0,-6-1 10 16,7 1-8-16,-3-1 8 0,-2 2-7 0,1-3 8 15,-3 1-9-15,3-1 10 0,-1 1-10 0,-1 1 10 16,1 0-11-16,0-2 10 0,0 1-12 0,-1 0 10 16,2-1-7-16,-1 2 10 0,-2-2-7 0,3 0 6 15,-1 2-11-15,-2-2 10 0,3 1-7 0,0 0 11 16,-1-1-14-16,-1 0 10 0,0 1-10 0,-2-2 13 16,1 2-18-16,-2-2 15 0,1 1-8 0,-1 0 5 15,-1 0-6-15,-2-1 11 0,-5 2-13 0,5-2 8 0,-5 0-26 16,1 1 0-16,-1 0-19 0,-3-1-12 0,-3 0-26 15,0 0-30-15,-13 0-27 0,24 3-31 0,-24-3-33 16,19 0-38-16,-19 0-65 0,13 0-61 16,-13 0-34-16,0 0-79 0,0 0-13 0,0 0-121 0,-9 4-598 15,-5-4-820-15</inkml:trace>
  <inkml:trace contextRef="#ctx0" brushRef="#br0" timeOffset="80504.92">1826 9433 279 0,'0'0'236'0,"0"0"18"0,0 0-71 0,-7 4 41 16,7-4-70-16,0 0 37 0,0 0-53 0,0 0 39 15,-8 3-54-15,8-3 21 0,0 0-35 0,0 0 14 16,0 0-28-16,-7 5-6 0,7-5 2 0,0 0-12 15,0 0-11-15,0 0-6 0,0 0-11 0,0 0 6 16,0 0-13-16,-4 5 5 0,4-5-11 0,0 0 12 16,0 0-8-16,0 0 33 0,0 0 0 0,0 0 25 15,0 0-12-15,4 4 20 0,-4-4-24 0,0 0 16 16,14 3-27-16,-14-3 15 0,10 0-4 0,-10 0 0 16,14 1-6-16,-14-1 3 0,14 3-11 0,-14-3-9 15,18 1-9-15,-8 1 0 0,2-1-1 0,1 0-7 0,-2 0 6 16,3-1 0-16,-1 2 4 0,1-2-8 0,0 2 10 15,4-2 17-15,-1 1 10 0,3-1 18 0,0 0-32 16,1 0 27-16,3 0-37 0,3 0 35 16,1 0-48-16,3 0 30 0,1 0-54 0,5-1 35 0,1-1-48 15,3 0 48-15,0 0-51 0,9-1 39 0,-4-1-48 16,6 3 40-16,-3-1-47 0,-2 0 42 0,3-1-50 16,-3 1 58-16,2-2 0 0,-2 3 10 0,3-2 3 15,1-2-5-15,-2 2-8 0,0-1-14 0,4 2 2 16,-3-3-4-16,1 2-4 0,1-1-1 0,0 1-3 15,1-2 3-15,2 1-4 0,-2 1 0 0,4 1-3 16,-5-3 0-16,3 1 1 0,0 1-16 0,0-1 15 16,0 1-9-16,-1 1 8 0,-1-2-7 0,3 2 12 15,1 0-12-15,-1-1 10 0,0 1 3 0,-1 0 11 16,3 1-3-16,-2 0-6 0,0 1 5 0,0-1-5 16,-1 1 1-16,1 0-1 0,-2 0 2 0,0 0-3 15,-1 0 0-15,2 1-1 0,-4-1 2 0,3 0-5 0,1 1-3 16,-1-1 0-16,-2 1 3 0,3-1-3 0,-1 2-1 15,1-2-3-15,-2 0 2 0,0 0 1 0,2 0 1 16,-2 0-5-16,2 1-2 0,-1-1 3 16,0 0 2-16,1 1 0 0,-2-1-2 0,2 0-2 0,-1 3 0 15,0-3-1-15,0 2 1 0,3 0 2 0,-4-1-3 16,1 1 0-16,1-1 9 0,1 1-1 0,-2-2 7 16,1 0 1-16,-3 2-5 0,2-2 7 0,-1-2-2 15,1 2-3-15,-1-1-5 0,2-1 4 0,1 0-7 16,1 0 7-16,-2-1-4 0,3 0 0 0,-2 2-7 15,0 0 3-15,2-2 0 0,-3 2-1 0,1 0-2 16,-1-1 1-16,-3 2-3 0,2-3 1 0,-2 3 1 16,2-3 0-16,-3 1-1 0,0 2-1 0,3-1 3 15,-4 0-5-15,2-1 6 0,-1 1-2 0,1 0 2 16,0 0-3-16,0 1 1 0,-1-2-1 0,0 2 1 16,4-3 0-16,-5 3 2 0,4-2-1 0,-4 1 0 15,3 0-1-15,-2 0-1 0,2-1-3 0,-1 2 5 0,0-2-13 16,2 1 11-16,-3 0 1 0,3 0-2 0,-3-1-1 15,2 1 2-15,0 1-1 0,-2-2 0 16,0 2-1-16,2-2 0 0,-2 1-2 0,0 0 4 16,-1 0 0-16,2-3 2 0,-1 2-1 0,-1 1 4 0,3-1-3 15,-1 1-8-15,0-1 11 0,1-1-1 0,-1 2-1 16,3-2 0-16,-1 1-3 0,-2 1 2 0,3-1-2 16,-1 0 3-16,-1 1-3 0,0-1 1 0,2 0-32 15,-2 0 39-15,2-1-34 0,0 3 39 0,-1-4-5 16,2 3-3-16,-1-2-1 0,0 1 0 0,1 0-3 15,2 0 2-15,-3 2-4 0,1-3 2 0,0 1-37 16,2-1 43-16,-3 0-36 0,1 1 39 0,-1 0-34 16,0 0 36-16,1-1-34 0,0 3 36 0,-1-2-36 15,3-1 38-15,-2 0-36 0,0 2 38 0,-1-2-37 0,3 1 37 16,-2 0-37-16,1 0 35 0,-2 1-35 0,-1-2 36 16,2 1-32-16,-1 0 33 0,1-1-38 15,-1 1 35-15,0-1-33 0,0 2 34 0,0 0-31 0,0-3 28 16,1 3-33-16,-1-5 35 0,0 5-34 0,0 2 36 15,0-2-36-15,1-1 35 0,-2 0-35 16,-3 1 36-16,4 1-39 0,-1-2 38 0,-1-1-34 16,1 3 32-16,0-3-33 0,-2 0 34 0,3 2-38 0,-1-2 37 15,-3 2-35-15,1-3 35 0,2 4-36 0,-3 1 38 16,0-1-38-16,0-1 38 0,-1 1-39 0,1-2 39 16,0 2-30-16,-2 0 30 0,1-2-36 0,-7 2 36 15,8 0-35-15,-1-1 37 0,-1 1-32 0,2 0 28 16,0 0-35-16,-3 0 37 0,3-1-34 0,0 1 38 15,0 0-40-15,0 0 23 0,-8 0-22 0,8 0 37 16,0-1-37-16,-1 1 35 0,1-2-33 0,0 2 6 16,0 0 31-16,-8 0-38 0,9-2 35 0,-3 2-37 15,2 0 37-15,0 0-39 0,1-3 38 0,-1 3-37 0,0 3 37 16,-1-3-38-16,-6 0 38 0,7 0-34 16,1 0 30-16,2 0-32 0,-2 0 32 0,-1 0-32 15,3 0 35-15,0 0-34 0,-1 0 36 0,1 0-37 0,2 0 35 16,-1 2-34-16,1-2 31 0,2 0-32 0,-2 0 33 15,1 0-28-15,2 0 29 0,-4 0-36 0,4 2 34 16,-3-2-31-16,2 1 37 0,1-1-31 0,-2 1 19 16,2-1-25-16,-2 1 40 0,2 1-37 0,1-2 41 15,0 0-40-15,0 2 35 0,0-2-35 0,-2 1 34 16,2 1-35-16,0-1 33 0,0 0-32 0,-1-1 5 16,0 1-2-16,-2 1 35 0,3 0-37 0,-1 0 32 15,0 1-34-15,0-3 35 0,-1 3-38 0,1-3 36 16,-1 2-35-16,0-1 32 0,-3 1-31 0,3 0 32 15,-2 0-25-15,0-1 27 0,-1-1-34 0,0 4 34 16,0-3-31-16,-1 1 32 0,-2-2-29 0,3 3 25 16,-4-3-33-16,4 1 34 0,-4 0-33 0,2 1 35 15,-1-1-34-15,-1 0 34 0,0-1-33 0,-2 0 34 16,1 0-35-16,-2 0 34 0,2 6-30 0,-8-5 26 16,-1-1-28-16,0 1 34 0,4 1-35 0,-4-2 31 15,2 1-29-15,-1-1 25 0,-1 1-30 0,1-1 35 0,1 1-34 16,-2-1 34-16,1 0-34 0,-2 0 33 0,4 0-29 15,-3 2 25-15,0 0-28 0,1-2 29 16,-1 0-31-16,-2 0 35 0,2 0-31 0,0 0 29 0,-1 0-34 16,1 0 27-16,-2 0-25 0,0 0 32 0,0 3-32 15,1-3 25-15,-2 0-24 0,1 1 30 0,1 1-32 16,-4-1 32-16,4 0-31 0,-1 1 25 0,-2-1-25 16,0 0 30-16,2-1-33 0,-3 3 33 0,2-3-26 15,-2 2 26-15,-2-2-30 0,2 2 29 0,-3-1-22 16,2 1 25-16,-3 0-36 0,5-1 34 0,-7 2-28 15,2-3 28-15,4 1-33 0,-3 3 33 0,3-4-33 16,-4 1 34-16,5 1-35 0,-1-1 34 0,1 0-33 16,-1 0 32-16,0 1-37 0,-4-1 36 0,2 1-29 0,-2-2 26 15,2 2-25-15,-2-2 31 0,0 0-33 16,0 3 31-16,0-3-28 0,0 0 23 0,0 1-27 16,1-1 33-16,-2 1-32 0,0-1 31 0,-1 2-30 15,2-2 30-15,-1 0-31 0,0 0 34 0,1 1-35 16,0-1-7-16,0 0 12 0,-2 1 35 0,8-2-31 0,-6 1 24 15,5-1-35-15,-3 1 26 0,0 2-31 16,-1-2 32-16,-2 0-30 0,2 0 30 0,1 0-32 0,-2-1 35 16,0 1-32-16,0 0 23 0,0-1-17 0,0 1-16 15,-1 0 8-15,0-2 32 0,-2 1-32 0,1 0 35 16,-2 1-33-16,-3 0 30 0,5 1-28 0,-5-2 33 16,-2 1-35-16,3 0 35 0,1 0-31 0,-3-3 32 15,0 3-28-15,-1 0 19 0,0 0-26 0,1-2 25 16,0 2-35-16,0 0 38 0,3-2-32 0,-4 2 31 15,5-3-34-15,-6 3 36 0,2 3-32 0,-1-3 34 16,-2 0-36-16,1 0 37 0,0 0-37 0,0 0 38 16,-1 2-38-16,1-4 27 0,1 2-23 0,-1 0 33 0,0 0-36 15,-1 0 33-15,2 0-40 0,-1 0 35 16,0 0-32-16,-2 2 36 0,6 0-40 0,-5-2 40 16,-3 0-39-16,3 3 32 0,0-3-36 0,-4 0 37 0,3 1-35 15,0-1 19-15,-1 1-29 0,1 1 40 0,-2-2-42 16,3 1 32-16,-2 0-43 0,0 0 35 0,0 1-56 15,1-2 41-15,0 3-12 0,0-1-15 0,2 0-17 16,-3 0-17-16,4 1-25 0,1-2-17 0,0 3-38 16,1-3-26-16,-1 1-30 0,-1 2 14 0,-1-2-84 15,-4 1 12-15,2-3-86 0,-1 2 3 0,-5-1-52 16,1-1-92-16,0-1-482 0,-5-1-598 0</inkml:trace>
  <inkml:trace contextRef="#ctx0" brushRef="#br0" timeOffset="83789.52">1955 8008 43 0,'0'0'371'0,"0"0"-88"0,0 0-86 16,0 0 42-16,0 0-67 0,-5 4 21 0,5-4-53 16,0 0 30-16,0 0-53 0,0 0 27 0,0 0-20 0,-7 3-15 15,7-3-13-15,0 0-2 0,0 0-9 16,0 0-7-16,0 0 0 0,0 0-13 0,-4 7 5 15,4-7-17-15,0 0 13 0,0 0-19 0,0 0 21 16,0 0-23-16,0 0 16 0,0 0-16 0,-5 5 10 0,5-5-17 16,0 0 15-16,0 0-21 0,0 0 10 15,0 0-13-15,0 0 15 0,0 0-14 0,0 0 26 16,0 0-9-16,0 0 17 0,3 5-10 0,-3-5 23 0,0 0-23 16,9 3 25-16,-9-3-26 0,9 1 22 0,-9-1-22 15,12 1 21-15,-12-1-8 0,16 3-1 0,-16-3-5 16,18 0-8-16,-8 1-1 0,4-1 1 0,-3 0 7 15,5 0-6-15,-1 0 4 0,4-1-8 0,0 1-4 16,3-1 1-16,1-1 1 0,4 1 0 0,0 0 6 16,2-2-13-16,-1 3 13 0,8-3-19 0,1 1 14 15,0-1-26-15,2 1 23 0,0-2-26 0,7 1 20 16,-4 0-22-16,6-1 22 0,0 2-19 0,-2-1 30 16,4-2-39-16,0 0 32 0,-3 1-35 0,3 0 31 15,-1-1-35-15,0-1 31 0,1 4-9 0,0-3 1 16,1-1 0-16,0 1-5 0,-1 1-33 0,1-1 32 15,1 1-40-15,0-1 44 0,0 1-37 0,0-1 35 16,1 1-2-16,-2-2-1 0,1 2-3 0,1 0-1 16,-3-1 5-16,2-1 0 0,-1 3 3 0,-1-2-4 0,2 0 2 15,1 0-1-15,-3 2-4 0,2-1-1 16,-1-1 0-16,0 3-3 0,-1-3-1 0,1 2-5 16,0 0-4-16,-1-1 8 0,1 1-1 0,-1 1 0 0,-1-1 1 15,0 1 2-15,0-1 0 0,-1 2-17 0,1-3-1 16,0 1 21-16,-1 0-1 0,1 1-4 0,1-3-2 15,-2 3-5-15,2-1 6 0,0-2-1 0,-1 0 1 16,0 2 1-16,1 0 0 0,0-1 0 0,0 0 1 16,-1 0 8-16,0 0 3 0,0 1-4 0,-2-1-10 15,1 1 5-15,1-1-10 0,-2 0 15 0,3 2-3 16,-2-2-24-16,1 1 22 0,1-1-2 0,-1 2-1 16,0-1-2-16,1 0 0 0,-1-1-2 0,2 1-2 15,0-1 0-15,-2 1-7 0,2-1 8 0,-4 0-9 16,4 0 10-16,0-1-7 0,-3 2 7 0,3-1-5 15,-2 2-7-15,0-1 5 0,2-2 9 0,0 1-7 16,-1 1 13-16,0 1-7 0,0-1 10 0,-2 0-4 16,2 0 9-16,-1 0-8 0,-1 0-1 0,1 1-6 0,-2 0 3 15,-6 2-5-15,1-2 1 0,-1-1 0 16,9 1 0-16,-8 0-6 0,0-2 7 0,6 4-6 16,-6-3 2-16,0 2-5 0,5-1 8 0,-3 1-7 0,-3 0 4 15,3-2-5-15,-3 2 3 0,0-1-5 0,4-1 8 16,-3 3-3-16,0-1 5 0,0 0-5 0,2-1 0 15,-2 1 1-15,-1 0 3 0,2 0-1 0,-2-1 0 16,4 0-2-16,2 1 3 0,3-2-2 0,-3 3 7 16,3-3-1-16,-2 2 3 0,1-2-4 0,1 2 5 15,-1-1-3-15,-1 1 2 0,3 0-5 0,-3-1-1 16,0-1 0-16,2 2-2 0,-8-2-1 0,2 2 2 16,4 0-2-16,3-1 4 0,-4 1-8 0,-2 1 5 15,4-3 0-15,1 3-1 0,-3 0-1 0,4 0 1 16,-1-1 3-16,-8 0-1 0,9 2 4 0,-1-2-2 15,0 1 0-15,-1-2 5 0,0 1 3 0,1 0-3 16,-6 1 1-16,5-3-2 0,1 2-3 0,-1 0 0 16,0-1-1-16,1 2 2 0,-6-1-4 0,5 1-2 0,2 0 3 15,-7 0-2-15,6 0-1 0,-5 0 3 16,3-3-2-16,-3 3 2 0,0 0-2 0,5 0 2 16,-7 3-1-16,2-3 2 0,-3 0 2 0,4 0-2 0,3 0-36 15,0 0 43-15,-3 0-4 0,-4 0 0 0,8 0 2 16,-5 0-2-16,6 0-2 0,-2 0 0 0,2 0-2 15,-9 0 3-15,9 0 0 0,0 0-3 0,-7 0 4 16,5 0-4-16,-5-3-1 0,1 3 4 0,3 0-39 16,2 0 43-16,-5 0-37 0,5-1 38 0,-6 1-3 15,5 0-3-15,1-1-1 0,-8-1-2 0,9 1 1 16,-1 1-1-16,-8-1-2 0,9 1 0 0,-9-1-2 16,8-1 2-16,-6 2-2 0,0 0 0 0,-3 0 1 15,3-2-2-15,-1 2-1 0,-2 0-31 0,4-1 40 16,-2 1-36-16,-2 0 29 0,1 0 10 0,2 1-3 15,-1-1-1-15,-2 0-2 0,3 0 1 0,-1 2-3 16,-1-2-1-16,3 2 1 0,-2-2-9 0,1 1 9 16,-2 0 0-16,0 0-2 0,3 1 0 0,-3-1-12 0,6 0 13 15,-5-1 2-15,0 3-37 0,-1-3 44 16,1 1-35-16,0-1 38 0,7 3-2 0,-8-2-3 16,0-1 1-16,3 3-1 0,-2-2-3 0,6-1 1 0,-6 1-2 15,6 1-1-15,-6-1 2 0,1 0 0 0,-1-1-1 16,2 0 2-16,-2 0 1 0,6 0 0 0,-6 0 2 15,2 3-31-15,-3-3 38 0,9 0-31 0,-1 0 35 16,-7 0-1-16,6 1-6 0,-4 1 3 0,5-2-6 16,-1 1 0-16,-5-1-5 0,5 1 0 0,-5 1-2 15,-2-2 1-15,8 1 0 0,0 0-3 0,-8-1 0 16,2 0 1-16,-3 3 1 0,2-3-4 0,-1 0 3 16,0 2-26-16,-1-2 28 0,0 1-1 0,1 0 1 15,-1-1-5-15,0 1 1 0,2-1 1 0,-2 0-3 16,3 1 4-16,-3-1-3 0,1 1 1 0,0 1-2 15,-1-1 4-15,0 0-5 0,1 0 2 0,-2 1 1 16,-1-2-1-16,2 3-1 0,-1-2 4 0,-1 1-3 0,2-1-1 16,-2 0 2-16,-1 0-30 0,3-1 35 0,-3 1 3 15,2 2-2-15,0-2-5 0,0 0 2 16,-1-1-2-16,0 3-1 0,2-1 2 0,-1-1 0 16,1 0 2-16,-1 1-2 0,0-1 1 0,1 1-3 0,1-3 0 15,-2 2 3-15,0 0 0 0,0 0-3 0,-1 2-1 16,-1-3 2-16,3 3 0 0,-3-2-3 0,2 0 6 15,0 1-4-15,0-1 1 0,0 1-4 0,-2-1 2 16,3 0-1-16,-1-2 3 0,-2 2-1 0,3 0-4 16,-3-1 4-16,1 1-2 0,-1-1 1 0,2 1-3 15,-3 1 5-15,1-2-11 0,-1 0 9 0,1 3 0 16,-1-3 1-16,1 1 1 0,-1-1-1 0,-1 2 1 16,3-1-5-16,-3 0 4 0,-4 0-1 0,4 1 0 15,1-1-1-15,-2-1 4 0,2 0-4 0,-1 3-7 16,1-3 7-16,-1 0 1 0,2 1-1 0,-2-1 4 15,1 1-1-15,2 1-4 0,-1-1 4 0,-1 0-1 16,0 0 0-16,0 2-2 0,1-3 3 0,-1 1-7 0,-1 2 5 16,1-3-8-16,0 3 11 0,1-3-3 15,0 1 2-15,-1 0-1 0,0-1-3 0,2 2 2 16,-3-1 1-16,3 0 2 0,-2 0-7 0,2-1 6 16,-2 2-5-16,3-2 5 0,-2 3 0 0,3-3-8 0,-3 0 9 15,2 2 5-15,1-2 0 0,-3 0-15 0,2 2 16 16,-2-1 1-16,4 0-4 0,-3 0 0 0,-1-1 1 15,3 2-10-15,-3-1 7 0,1 0 0 0,0-1-1 16,1 3-2-16,-2-3 2 0,1 1-2 0,1 1 0 16,-3-2 0-16,3 1-2 0,0 0 1 0,-2 2 1 15,-1-3 1-15,3 1-6 0,-1 0 5 0,-2 1 2 16,0-1-2-16,1 0-2 0,1-1 3 0,-3 0 1 16,2 3-1-16,-2-3 0 0,-3 0-4 0,4 0 4 15,-1 0 0-15,-3 1 0 0,3-1-6 0,-3 0 7 16,3 2-2-16,-4-2-2 0,6 1-3 0,-6-1 6 15,7 1-3-15,-5-1 0 0,-1 2 0 0,1-2-1 16,4 0 2-16,-6 1-1 0,5-1 3 0,0 0-6 0,-4 1 3 16,-1-1 3-16,0 0-2 0,0 3-2 0,5-3 5 15,-3 0 0-15,0 0-3 0,-2 0 3 16,0 0-2-16,1 2-2 0,-1-4 2 0,1 2-1 0,3 2-3 16,-4-2 5-16,6 1-1 0,-2 0-12 0,0-1 13 15,1 0-17-15,-1 1 18 0,2 0-11 0,-2-1 15 16,-1 1-16-16,-3 0 18 0,0 1-19 0,5-4 19 15,-5 4-21-15,0 0 21 0,0-1-17 0,0-1 16 16,-1 1-4-16,1-1 5 0,-2 3-8 0,-1-3 5 16,1 0-1-16,0 1-1 0,-1-1 0 0,2 2 0 15,-2-2-3-15,1 1-5 0,0-1 6 0,0 0 0 16,-1 1-13-16,0-1 14 0,1 1-19 0,-1-1 19 16,2 0-11-16,-1 1 15 0,1-1-15 0,0 1 14 15,-1 1-15-15,1-1 18 0,4 2-21 0,-5-3 22 16,0 1-17-16,-1 1 16 0,2-2-18 0,-2 1 18 15,1-1-20-15,-2 1 20 0,0 1-3 0,0-1 1 16,1 0-2-16,-2 0 0 0,0-1 0 0,0 1-2 0,-1 0-2 16,0 1 1-16,-3-2-2 0,1 1 3 0,-1-1-4 15,-1 0-12-15,0 3 14 0,-1-3-17 16,1 1 23-16,-1-1-19 0,-1 1 19 0,2-1-27 16,-3 1 31-16,3-1-20 0,-1 1 14 0,1 0-12 0,-1-1 16 15,0 2-17-15,2-2 17 0,-3 1-18 0,1 0 18 16,1-1-21-16,-3 1 21 0,2-1-3 0,0 1-14 15,-1-1 14-15,1 0-15 0,0 1 15 16,-2-1-15-16,1 2 11 0,-1-2-10 0,-2 0 12 0,2 0-13 16,-3 3 17-16,0-3-18 0,-2 0 19 0,0 0-22 15,-1 2 23-15,1-2-24 0,-14 0 21 0,21 1-23 16,-21-1-2-16,17 0-26 0,-17 0-26 0,15 1-37 16,-15-1-52-16,12 0-52 0,-12 0-85 0,0 0-31 15,13 2-74-15,-13-2-88 0,0 0-60 0,-9 3-149 16,9-3-705-16,-32 0-1003 0</inkml:trace>
  <inkml:trace contextRef="#ctx0" brushRef="#br0" timeOffset="85354.12">1739 10549 274 0,'0'0'218'0,"0"0"13"0,0 0-78 16,0 0 33-16,0 0-59 0,0 0 36 0,0 0-47 15,0 0 44-15,0 0-43 0,0 0 35 0,0 0-40 16,0 0 10-16,0 0-43 0,0 0 17 0,0 0-20 16,0 0 17-16,0 0 7 0,-2 7-6 0,2-7-2 15,0 0-2-15,3 7 1 0,-3-7-4 0,4 8-8 16,-4-8-22-16,3 7 21 0,-3-7-4 0,3 10 3 16,0-4-5-16,-1-1-10 0,1 2-2 0,-2 1 0 15,3-1 8-15,-1 1-3 0,-1 1-6 0,1 0-10 16,-1-1-3-16,2 2-2 0,-2-1 6 0,1 2-3 15,0-2-4-15,-1 2-3 0,1-1-3 0,-2 2-10 16,2-1 7-16,-2 0 2 0,1 1 4 0,1 0-2 16,-2 0 4-16,1 1 1 0,-1 0 15 0,3 2 7 0,-3 1 0 15,0-1-6-15,-1 1-7 0,3 0-3 16,-2-1 3-16,-1 0 2 0,1 2-3 0,1-1-18 16,-1-1 0-16,0-3-4 0,-1 3-8 0,0-1 0 15,1 1-5-15,1-1-1 0,-2 0-20 0,1 2 19 0,-1-3 0 16,0 3 2-16,0-2-1 0,1-2 0 0,1 2 14 15,-2 1-22-15,1-2 19 0,0 2-13 16,-1-1 20-16,0 0-23 0,1-2 19 0,1 3-25 0,-1 3 41 16,-1-5-24-16,0 1 25 0,3 0-6 0,-3 0-1 15,1 1-34-15,-1-2 20 0,2 5-24 0,-1-3 36 16,1 0-36-16,-2-1 34 0,1 2-40 0,-1-2 40 16,0 1-40-16,3 0 32 0,-2 0-36 0,-1-2 35 15,0 2-51-15,0-1 56 0,1 1-38 0,-1-2 41 16,1 0-40-16,1 1 44 0,-2 2-50 0,0 0 46 15,0-2-47-15,0 1 41 0,1 2-36 0,-1 0 35 16,1-5-37-16,1 5 36 0,-2 0-43 0,1-2 49 16,-1 2-45-16,1-1 40 0,1 1-37 0,-2-1 38 15,1 1-32-15,-1-2 37 0,1 1-33 0,-1 0 42 16,0-2-43-16,0 2 38 0,0 0-48 0,0-2 42 16,0 1-35-16,1-1 32 0,-1 2-40 0,2-3 39 15,-2 2-40-15,0 0 37 0,0-3-35 0,0 2 39 0,1 0-7 16,-1-1-1-16,0 0 1 0,0 1 5 0,0 0-22 15,0-2 22-15,0 0-20 0,0 1 34 16,0-1-30-16,-1 0 26 0,1 1-35 0,0-2 27 16,0 0-26-16,-2 0 27 0,2 0-29 0,-1 0 24 0,1-2-28 15,0 3 29-15,-1-4-29 0,1 2 21 0,-1-3-25 16,1 3 27-16,-2-3-27 0,1 3 20 0,1-4-20 16,0 3 20-16,-1-1-25 0,-1-1 28 0,1 1-25 15,1-2 25-15,0 2-30 0,-1-1 29 0,1-7-26 16,-2 11 27-16,2-11-24 0,-1 11 22 0,1-11-27 15,-1 10 26-15,1-10-51 0,0 8-10 0,0-8-81 16,0 0-9-16,0 0-59 0,1 7-40 0,-1-7-74 16,0 0-87-16,0 0-101 0,0 0-105 0,7-7-605 15,-6 3-819-15</inkml:trace>
  <inkml:trace contextRef="#ctx0" brushRef="#br0" timeOffset="88070.97">1773 10868 26 0,'0'0'368'0,"0"0"-118"0,0 0 13 0,-4-4-71 16,4 4 26-16,0 0-68 0,0 0 26 0,0 0-59 15,0 0 31-15,-6-3-54 0,6 3 23 0,0 0-34 16,0 0 14-16,0 0-23 0,0 0 12 0,0 0-15 16,0 0-1-16,0 0-7 0,0 0-4 0,0 0-5 15,0 0-5-15,0 0 13 0,0 0-26 0,0 0 14 16,0 0-17-16,0 0 8 0,0 0-15 0,0 0 10 16,0 0-7-16,0 0 15 0,0 0-10 0,0 0 20 0,0 0-12 15,0 0 13-15,5 3-3 0,-5-3 11 16,0 0-11-16,10 4 14 0,-10-4-15 0,9 4 18 15,-9-4-15-15,8 1 16 0,-8-1-18 0,9 2 20 0,-9-2-2 16,14 2-26-16,-14-2 18 0,14 1-19 0,-14-1 19 16,15 1-6-16,-15-1-8 0,21 1-9 0,-21-1-2 15,20 0-3-15,-6 0 6 0,-1 0-1 16,1 0 7-16,-1 0 6 0,2 0 16 0,6 0 2 0,-2 0-6 16,1 0-11-16,2 0-8 0,2 0 0 0,3 0-8 15,1 0 23-15,1-1-24 0,1 0 16 0,1 1-27 16,-1-1-16-16,2-2 14 0,4 2 16 0,0 0-20 15,0 0 24-15,2-2-22 0,-2 2 25 0,1-2-30 16,1 2 24-16,2 0-34 0,-3 0 33 0,1 0-28 16,-1 1 30-16,3-2-34 0,-2 1 34 0,-1 1-31 15,2 0 35-15,0-1-3 0,-1 0 4 0,2-1-4 16,1 2-3-16,-3-3-13 0,3 1 5 0,1 0-3 16,7-1-4-16,-2 0-3 0,-1 2-4 0,3-3 1 15,-3 0-3-15,2 0-1 0,-2 1-2 0,3 1 0 16,-2-2-1-16,-1 0 8 0,1 0 19 0,1 1 5 15,0 1-10-15,0-2-4 0,1 0-5 0,1 0-13 16,-1 0 6-16,2 0-14 0,0 2 10 0,0-1 0 0,3-1-4 16,-1 1-2-16,4-1-4 0,-4 2 1 0,4-1-8 15,-2 0 14-15,1 1-16 0,1-1 13 16,-2-2-8-16,3 3 9 0,-3 0-11 0,2-1 9 0,2 0-11 16,-3 0 12-16,4 0-13 0,-2 1 10 0,-1 1-10 15,3-1 12-15,-1 1-9 0,0-1 13 0,-1 0-12 16,1 1 14-16,-1-1-4 0,1 1 10 0,-3-3-7 15,3 1 5-15,-2 2-9 0,2-1 7 0,-2-1-6 16,2 1 6-16,1-3-4 0,-1 4 6 0,1-3-7 16,0 2 9-16,0 0-7 0,0-1 3 0,-1 0-6 15,1-1 4-15,0 0-3 0,0 2 2 0,-1-2-1 16,3 1 3-16,0 1 1 0,-1-1-4 0,2-1 4 16,-2 1-4-16,2 1 3 0,-2-2-5 0,2 0 2 15,-2 1-5-15,0-1 1 0,-1 2 0 0,1-1-1 16,-1 1 0-16,0-2 3 0,-2 1 0 0,1 1 7 15,1-1-1-15,0 0 3 0,-1 2-5 0,-1-2-1 16,1 3 2-16,-2-3 1 0,0 2 0 0,1 0-4 0,-2-2-2 16,-1 2 0-16,1 0-1 0,-2-1 1 0,2 0-1 15,-1 1 0-15,0-1-1 0,0 2 3 16,-1 0-6-16,1-1 4 0,1-1-4 0,-1 0 3 0,0 2 4 16,-1-3 3-16,-1 3 1 0,2-1 3 0,-1 0 2 15,-1-1 4-15,0 2 2 0,-1-2-1 0,1 1-1 16,-3 1-4-16,2-2-1 0,0 2-3 0,-2 0-2 15,1 0-3-15,-1 0 1 0,0 0-1 0,-5 0-5 16,6 0 4-16,-8 0-3 0,7 0 1 0,-7 0 1 16,2-1 2-16,-1 1 4 0,-1 0 6 0,2 0 4 15,4 0 1-15,-5 0-2 0,6 0-3 0,-8 0-1 16,3 0-3-16,5 0-1 0,-1 1-5 0,-4-1 1 16,-2 0-2-16,1 0-1 0,7 0 0 0,-2 0 0 15,-6 0 1-15,7 2-3 0,-7-1 3 0,6-1 4 16,-4 2 6-16,-3-2-1 0,3 0-18 0,2 2 29 0,-1-1-23 15,4-1 26-15,-7 0-28 0,8 0 24 16,-1 0 1-16,1 1-5 0,-1-1-2 0,0 0 0 0,1 0-4 16,1 0-3-16,-2-1-24 0,0 1 26 0,1 0-24 15,-1-3 25-15,-5 3-28 0,5 0 30 16,-7 0-27-16,7 0 30 0,-4 0-29 0,4 0 29 0,0 0-25 16,1 0 23-16,-2 0-24 0,0 0 25 0,-3 0-24 15,4 0 15-15,-5 0-15 0,-2 0 23 0,8 0-23 16,-10 0 22-16,4 2-20 0,2 0 14 0,-5-1-18 15,8 1 23-15,-8 0-21 0,-1-2 24 0,-1 0-22 16,2 2 20-16,0-2-20 0,-2 1 19 0,3-1-24 16,-2 0 23-16,1 2-21 0,8-1 20 0,-8-1-20 15,-1 0 19-15,1 1-19 0,2 2 21 0,-2-3-18 16,1 1 14-16,-2 0-14 0,0 0 17 0,2-1-18 16,0 2 19-16,0-2-15 0,-1 1 13 0,8-1-12 0,-6 1 6 15,7-1-10-15,-1 1 16 0,1-1-16 0,0 0 13 16,0 2-9-16,1-2 7 0,1 0-16 15,0 0 16-15,-1 0-11 0,0 0 9 0,0 0-12 16,-2 0 10-16,3 0-12 0,-1 0 4 0,0 3 14 0,-2-3-17 16,1 0 8-16,3 0-4 0,-3 0 0 0,0 0-2 15,3 0 4-15,-2 0-2 0,-2 0 0 16,4 1 0-16,-2-1 0 0,-2 1 0 0,4-1 0 0,-3 3 0 16,-1-2 0-16,1 0 0 0,0 1 0 0,-1 0 0 15,-1-2 0-15,1 1 0 0,0 1 0 0,-1 1 0 16,-1-2 0-16,0 2 0 0,-8-1 0 0,10 1 0 15,-9-1 0-15,1 0 0 0,-1 1 0 0,0-1 0 16,0 1 0-16,-1-3 0 0,0 2 0 0,0 1 0 16,1-1 0-16,0 1 0 0,-3 0 0 0,3-2 0 15,-2 2 0-15,1-3 0 0,0 2 0 0,0-2 0 16,-1 3 0-16,1-2 0 0,1 0 0 0,-2 2 0 16,2 0 0-16,0-2 0 0,1-1 0 0,-1 3 0 0,4-2 0 15,-4 1 0-15,2 0 0 0,-1-1 0 16,-1 2 0-16,0-2 0 0,1 1 0 0,-1 0 0 15,0 0 0-15,-1 0 0 0,-1-1 0 0,-2 1 0 0,3 0 0 16,-2-1 0-16,-1 1 0 0,2 0 0 0,-1-1 0 16,0 3 0-16,-2-3 0 0,3 1 0 0,-1 0 0 15,-1-1 0-15,1 0 0 0,-2 0 0 0,0 1 0 16,-1-1 0-16,-4 1 0 0,1 0 0 0,1-1 0 16,-1 0 0-16,3 1 0 0,1-1 0 0,-1 0 0 15,2 0 0-15,-1-1 0 0,1 2 0 0,-1-1 0 16,0-1 0-16,1 2 0 0,-1-1 0 0,-2 0 0 15,-2 0 0-15,5 1 0 0,-2 0 0 0,1-1 0 16,-1 2 0-16,2-1 0 0,-2 0 0 0,1 1 0 16,-1-2 0-16,2 2 0 0,-2-1 0 0,-2 1 0 15,2 1 0-15,-1 0 0 0,-1-2 0 0,-2 1 0 16,0-2 0-16,3 3 0 0,-1 0 0 0,3 0 0 16,1-1 0-16,0-1 0 0,2 1 0 0,0 2 0 0,9-1 0 15,0-1 0-15,-2 2 0 0,4 0 0 0,-3-1 0 16,3 0 0-16,0 0 0 0,-3 0 0 15,2 1 0-15,-1-1 0 0,1 0 0 0,-1 0 0 0,-3-1 0 16,4 3 0-16,-6-2 0 0,-1-2 0 0,-2 1 0 16,0 3 0-16,0-4 0 0,0 1 0 0,-2 0 0 15,2-3 0-15,1 3 0 0,-3-1 0 0,3 0 0 16,-1 0 0-16,-1 0 0 0,2 0 0 0,-1-1 0 16,-2 0 0-16,3 1 0 0,-2-2 0 0,1 0 0 15,-1 3 0-15,0-3 0 0,-1 0 0 0,1 1 0 16,1 0 0-16,-1 1 0 0,-1-2 0 0,1 1 0 15,-1 0 0-15,4 2 0 0,-3-3 0 0,0 2 0 16,1 0 0-16,-2-1 0 0,1 1 0 0,-1-1 0 16,0 0 0-16,2 0 0 0,-2 2 0 0,-1-2 0 15,1-1 0-15,0 3 0 0,0 0 0 0,-1-2 0 16,1 0 0-16,1 1 0 0,-2 0 0 0,0 1 0 16,2-3 0-16,-3 2 0 0,4 1 0 0,-2 0 0 15,0-2 0-15,-2 2-1 0,3-1-4 0,-2 1-4 16,1-3-1-16,-2 3 9 0,-1-1-1 0,1-1 1 15,-5 2-2-15,0 0-3 0,-1-1-1 0,1-2 2 0,-3 3 2 16,0-2-1-16,2 1 2 0,-4-1 1 0,0 0-5 16,-4 0-5-16,1 0 8 0,0 0 0 0,-2-1 1 15,1 4-2-15,0-4-4 0,1 2-10 0,0-2 8 16,1 3-1-16,2-2-2 0,-1 2-5 0,-1-2-1 16,3 1-4-16,-1 0-2 0,-2 2 1 0,2-1-1 15,-1-2-1-15,2 4-4 0,-1-3-6 0,-1 3 12 16,3 0 2-16,-5-2-10 0,4 1 11 0,-3 0-8 15,3 3 0-15,-3-3 5 0,3 1-4 0,-4 0-1 16,4 1-9-16,-2-1 3 0,1 0 3 0,-1 0 1 16,-1 0-3-16,-1 0-4 0,1-1 3 0,-2 2 8 15,-3-2-3-15,0 1-5 0,2-2 0 0,-5 0 4 16,2 1 4-16,-1 0-2 0,-2-1-5 0,1 0-7 16,-4-1-7-16,1 1 6 0,-2 1-6 0,0-2-17 0,-2 0-13 15,-9-2-40-15,16 2-5 0,-16-2-71 16,13 3-22-16,-13-3-101 0,11 2-17 0,-11-2-64 15,0 0-64-15,0 0-62 0,0 0-58 0,0 0-511 0,0 0-710 16</inkml:trace>
  <inkml:trace contextRef="#ctx0" brushRef="#br0" timeOffset="91219.95">1810 12515 267 0,'-6'-4'322'15,"6"4"-108"-15,0 0 30 0,0 0-70 16,0 0 26-16,0 0-57 0,0 0 35 0,-4-6-44 0,4 6 23 15,0 0-40-15,0 0 12 0,0 0-27 0,0 0-1 16,0 0-4-16,0 0-16 0,0 0 18 0,0 0-14 16,0 0 18-16,0 0-17 0,4-6 18 0,-4 6-25 15,0 0 10-15,0 0-13 0,0 0 10 0,0 0-16 16,0 0 16-16,0 0-20 0,11 0 11 16,-11 0-9-16,0 0 20 0,0 0-22 0,16 0 24 0,-16 0-31 15,0 0 34-15,17-1-28 0,-17 1 27 0,15 0-16 16,-15 0 6-16,16 0 1 0,-16 0-39 0,22 0 35 15,-22 0-5-15,23-1-10 0,-9 1-4 0,-1 0 5 16,2 0-7-16,-2-1-5 0,3 1-5 0,0-2-6 16,2 2-1-16,-2-1 16 0,2 1-26 0,1-1 25 15,-2 0-37-15,2 1 27 0,-1-2-32 0,0 2 49 16,1 0-41-16,-1-2 34 0,1 2-46 0,-1 0 35 16,3 0-36-16,-1 0 42 0,-1-2-38 0,3 2 39 0,1 0-52 15,-2 0 48-15,3 0-52 0,0 0 52 16,3 0-40-16,1 2 37 0,0-2-39 0,1 0 44 15,2 0-39-15,0 0 37 0,1 2-34 0,5-2 33 0,-2 0-36 16,4 2 32-16,-2-2-30 0,0 0 29 0,0 1-29 16,0-1 22-16,0 0 2 0,0 0-2 0,-5 0-7 15,3 0-2-15,2 0-8 0,1 0 3 0,-2 0-4 16,1 0-1-16,-4 0-6 0,4-1 0 0,-1 1-3 16,2 0 3-16,-1 0-7 0,0-2 6 0,0 2-2 15,3 0-1-15,-3 0 0 0,1 0-5 0,2 0 2 16,1 0 4-16,-3 0-10 0,3-2 12 0,2 2-2 15,0 0-2-15,0-2 2 0,4-1-3 0,3 2-1 16,0-1 6-16,-1-1-7 0,0 2 4 0,0-2-6 16,2 1 4-16,1-1 2 0,0 0-4 0,0-1 2 15,0 2 4-15,2-1 0 0,-4 1-1 0,4-1-1 16,-1 1 5-16,1-3 4 0,-3 3 6 0,4-2-7 16,0 1-1-16,1 0 4 0,0-2 1 0,2 1 1 0,-2 1-2 15,3 0-1-15,1 1-1 0,0-4-3 16,0 1 1-16,3 2-2 0,-2 0 0 0,-1-2-2 15,3-1-3-15,-2 2 1 0,10 0 1 0,-9-1-3 0,-1 1-4 16,2 0 3-16,-2 2 0 0,2-1-1 0,-3-1-2 16,1 3 2-16,-2-1-6 0,1 0 9 0,-1 2-2 15,-3-3 2-15,0 3 0 0,1 0 5 16,-1-1 1-16,0 1-3 0,0 0 6 0,-1 0 6 0,1 0-1 16,1-1-5-16,-1-1 4 0,0 2-10 0,0-1 10 15,0 0-7-15,2 0 3 0,-3-1-2 0,0 0 0 16,1 0-4-16,-1-1 1 0,0 0-1 0,0 1-13 15,-1 0 13-15,1-1-2 0,-2 2 0 0,2 0-1 16,-1-2 2-16,0 0-4 0,-1 1 3 0,1-2-1 16,-2 1 4-16,1 3 0 0,0-2 4 0,1-1-2 15,-2 0 1-15,1-1-9 0,-1 2 5 0,2-2 7 16,1 1-3-16,-3-1-2 0,3 0 0 0,0 1-3 16,1 0-4-16,-1 0 4 0,-1 1-4 0,2-1-5 15,-4 0 7-15,3 1 0 0,0-1-2 0,-1 1 2 16,1 0-35-16,-1-1 38 0,-2 3-33 0,2-2 38 15,-2 0-35-15,2 0 35 0,-2 1 1 0,2-2-37 0,0 2 37 16,-1 0-2-16,2-1-33 0,-2-1 38 0,0 3-34 16,2-2 37-16,-1 1-31 0,1 0 19 0,-4-2-21 15,4 2 34-15,-2 0-31 0,1-2 34 0,0 3-35 16,0-2 35-16,-1 1-33 0,2 0 33 0,-1 0-34 16,-2 1 34-16,3 0-34 0,-1-2 30 0,-1 2-27 15,1-1 28-15,0 1-31 0,-2-1 25 0,2 2-24 16,-3-1 27-16,3 1-29 0,-2-1 32 0,2 0-32 15,-3 2 32-15,1-1-29 0,3-4 30 0,-1 5-30 16,0 1 33-16,-1-3-35 0,-1 3 35 0,2-1-34 16,0-2 32-16,2 1-31 0,-4-2 28 0,2 2-35 15,1-1 35-15,-4 1-32 0,4-1 31 0,-3 2-32 16,1-2 32-16,1 1-33 0,-2-2 33 0,2 2-34 16,-2 3 32-16,0-4-30 0,2 0 25 0,0 0-26 0,-3 0 33 15,3 0-32-15,-1 0 31 0,0 2-30 16,-1-2 28-16,0 0-26 0,2 0 32 0,0 0-32 15,-2-2 27-15,2 4-28 0,1-2 31 0,-2 0-30 0,2 0 30 16,-2 1-33-16,2-1 31 0,-2 0-29 0,2 2 31 16,-2-2-28-16,-1 0 26 0,2 2-33 0,-2-2 27 15,-1 1-25-15,3 1 0 0,-3-1 6 0,2-1 24 16,-1 0-26-16,0 2 27 0,2-4-30 0,-3 4 29 16,3 2-29-16,-2-4 22 0,-3 0-22 0,3 0 31 15,0 1-33-15,1-1 30 0,-3 0-26 0,2 0 22 16,-1 0-25-16,-1 0 31 0,1 2-30 0,0-2 27 15,-1 0-28-15,1 0 30 0,0 1-26 0,-1-1 24 16,3 0-31-16,-2 1 31 0,-9-1-29 0,10 0 30 16,-1 1-26-16,-1-1 26 0,1 1-31 0,0 0 25 15,-1-1-23-15,-1 0-2 0,-6 2 8 0,8-2 31 16,-1 0-33-16,-1 1 26 0,3-2-26 0,-2 1 28 16,-1 3-29-16,2-1 21 0,-9-2-22 0,8 2 28 0,1-2-28 15,-4 0 25-15,-2 0-23 0,-2 1 20 16,8-1-22-16,-10 1 26 0,3-1-29 0,-1 1 34 15,1 1-32-15,0-2 22 0,-3 1-19 0,10-1 24 0,-3 1-29 16,-4 0 30-16,6-1-27 0,0 1 25 0,0 1-22 16,-7-2 22-16,7 1-25 0,-8-1 27 0,3 0-25 15,-3 0 27-15,9 0-24 0,-9 3 18 0,3-2-13 16,-3-1 24-16,8 1-25 0,-8-1 22 0,1 1-20 16,6 1 11-16,-8 0-13 0,3-2 21 0,4 2-26 15,-4-2 21-15,5 1-16 0,-6 1 15 0,6 0-27 16,0 1 27-16,-7-3-22 0,7 1 24 0,-6 2-25 15,-2-3 22-15,1 3-23 0,2-3 23 0,-2 1-25 16,-2 0 26-16,3 2-21 0,-1-3 18 0,7 2-21 16,-7 0 23-16,1-1-23 0,-1 0 23 0,8 0-24 15,-8 1 29-15,8-1-21 0,-8 1 11 0,8 0-6 16,-9-2 16-16,9 0-18 0,-8 3 14 0,0-3-12 0,2 1 6 16,4 2-12-16,-7-2 19 0,1 0-23 0,2 0 22 15,3 2-20-15,-2-1 16 0,-3-2-19 16,1 2 21-16,6-2-19 0,1 2 19 0,-1-1-19 15,0 0 15-15,-5-1-12 0,4 1 13 0,1 1-16 0,-7-1 18 16,8 3-15-16,-9-4 16 0,-3 3-13 0,4-2 17 16,-1 0-14-16,0 2 11 0,1-1-14 0,0-2 14 15,0 3-4-15,1-1-25 0,-2 0 16 0,7 1 12 16,-7-1-14-16,1 1 10 0,5-1-6 0,-3 0-3 16,3 1 0-16,-5-1 9 0,-3-1-13 0,2 1 11 15,1 2-11-15,-3-3 13 0,2 1-14 0,0 0 12 16,-3-2-11-16,1 1-14 0,1 1 18 0,-2-1 9 15,0 0-9-15,-1 0 11 0,2 1-11 0,-3 0 7 16,0 1-11-16,0-2 11 0,-4 0-8 0,4 1 10 16,0-2-9-16,1 1 2 0,-2 1-1 0,1-2 0 15,1 2 0-15,-1-1 0 0,-4 0 0 0,6 0 0 16,-2 1 0-16,-3-1 0 0,-1-1 0 0,4 1 0 0,1-1 0 16,-4 0 0-16,-2 3 0 0,1-3 0 15,1 1 0-15,-1-1 0 0,-1 1 0 0,1 0 0 16,0 0 0-16,0-1 0 0,0 1 0 0,-2 1 0 0,2-2 0 15,0 1 0-15,0-1 0 0,-1 1 0 0,1-1 0 16,0 1 0-16,1-1 0 0,-2 2 0 0,1-2 0 16,1 0 0-16,-2 2 0 0,1-2 0 0,0 0 0 15,0 0 0-15,-1 0 0 0,2 0 0 0,-2 0 0 16,0 0 0-16,1 0 0 0,-2 0 0 0,0 0 0 16,0 0 0-16,0 0 0 0,-1 0 0 0,2 3 0 15,-2-3 0-15,2 0 0 0,-2 0 0 0,1 0 0 16,0 0 0-16,-2 0 0 0,2 0 0 0,-1 0 0 15,-1-3 0-15,3 3 0 0,-4 0 0 0,2 0 0 16,-2 0 0-16,3-2 0 0,-1 2 0 0,0 0 0 16,-1 0 0-16,2-2 0 0,-2 2 0 0,1 0 0 15,-1 0 0-15,-1 0 0 0,1 0 0 0,0 0 0 16,-1-1 0-16,-4 1 0 0,0 0 0 0,0 0 0 0,3 0 0 16,-4 0 0-16,1 0 0 0,-2 0 0 0,2 0 0 15,-2 0 0-15,-1 0 0 0,0 0 0 16,-1 1 0-16,0-1 0 0,-3 0 0 0,0 0 0 0,-2 0 0 15,1 0 0-15,-3 0 0 0,0 0 0 0,-12 0 0 16,18 0 0-16,-18 0 0 0,19 0 0 0,-19 0 0 16,13 0 0-16,-13 0 0 0,13 0 0 0,-13 0 0 15,0 0 0-15,13 0 0 0,-13 0 0 0,0 0 0 16,12 2 0-16,-12-2 0 0,0 0 0 0,0 0 0 16,0 0 0-16,13-2 0 0,-13 2 0 0,0 0 0 15,0 0 0-15,0 0 0 0,0 0 0 0,0 0 0 16,12 0 0-16,-12 0 0 0,0 0 0 0,0 0 0 15,0 0 0-15,0 0-185 0,0 0-88 0,0 0-38 16,0 0-37-16,0 0-84 0,0 0-19 0,0 0-92 16,0 0-98-16,0 0-108 0,0 0-603 0,-16-5-953 15</inkml:trace>
  <inkml:trace contextRef="#ctx0" brushRef="#br0" timeOffset="94486.95">20182 599 24 0,'0'0'156'0,"0"0"55"15,0 0-34-15,0 0-10 0,2 4-10 0,-2-4-12 16,0 0-15-16,8 3-15 0,-8-3-11 0,6 4 0 15,-6-4-12-15,12 4 9 0,-12-4-4 0,12 4-13 16,-1-1-6-16,-2-1-7 0,2 1-6 0,0-3-2 16,1 2 54-16,2 1-64 0,3 0 38 0,-2-2-61 15,4 2 40-15,0-3-56 0,1 2 54 0,3-2-50 16,0 2 49-16,3 0-58 0,2-2 47 0,3 0-61 16,-1 0 53-16,0 0-52 0,2 0 47 0,0 0-53 15,0 0 52-15,5 4-50 0,0-4 56 0,-1-1-51 16,-3-1 54-16,0 2-49 0,3-1 54 0,-4 1-51 15,0-1 45-15,0 0-43 0,0-1 51 0,-1 2-37 16,-2 0 37-16,2-2-9 0,-2 2-30 0,2-3 1 16,-2 3-10-16,-1 0 14 0,-2-1-5 0,1 1-5 15,-4-1 5-15,2 1-4 0,0-2 10 0,-4 2 0 16,1-1 3-16,1 1 0 0,1-2-4 0,-1 2-2 0,-2-1 5 16,2 1-4-16,-2 0-2 0,1-1 2 0,1 1 3 15,-1 0-2-15,0-3-8 0,-2 3 9 16,3 0 6-16,0 0 3 0,0 0 0 0,1-2-5 15,-3 2-4-15,2 0-4 0,1 0-2 0,2-2 4 0,2 2 6 16,-4-1-1-16,-1 1 0 0,3-1-3 0,-1 1-4 16,3-1-4-16,-6 1 0 0,2 0-1 0,-1-2-2 15,0 2-4-15,-3 0-3 0,1-1 1 0,0 1-2 16,-3-1-1-16,-2 1 2 0,0 0 0 0,-1 0-3 16,-2 0 0-16,-1-2 0 0,-12 2 0 0,22 0-1 15,-22 0 1-15,17 0 0 0,-17 0 6 0,15-1-4 16,-15 1-6-16,11 0 2 0,-11 0-3 0,0 0 2 15,16 0 0-15,-16 0 3 0,0 0-6 0,13 0-35 16,-13 0-43-16,0 0-43 0,0 0-47 0,11-3-25 16,-11 3-5-16,0 0-5 0,0 0-17 0,11 0-29 15,-11 0-47-15,0 0-103 0,8-4-244 0,-8 4-155 16</inkml:trace>
  <inkml:trace contextRef="#ctx0" brushRef="#br0" timeOffset="94802.93">22239 490 327 0,'0'0'335'0,"0"0"-88"0,-10-2 11 16,10 2-76-16,0 0-13 0,0 0-45 0,-9-3 5 16,9 3-52-16,0 0 13 0,0 0-43 0,0 0 15 0,0 0-35 15,0 0 24-15,-7 3-23 0,7-3 29 0,0 0-1 16,7 9-7-16,-7-9-5 0,6 8-1 0,1-6-5 15,0 3-3-15,-1 0-10 0,2 0-1 16,0 0-3-16,1-1-3 0,-3 0-6 0,3 1 0 0,-2 0-7 16,0-2 5-16,-2 2-4 0,0-1 1 0,1 1-5 15,-3-1 5-15,1 1-5 0,1 1 4 16,-4 0 5-16,1 1-4 0,-1 0 45 0,-2 2-61 0,-1 1 51 16,1 0-51-16,-4-1 44 0,1 3-45 0,-1 0 44 15,0 0-50-15,-3 1 37 0,0 1-118 0,0 0-88 16,-2 1-149-16,-3-2-354 0,0 2-197 0</inkml:trace>
  <inkml:trace contextRef="#ctx0" brushRef="#br0" timeOffset="98302.78">3117 6573 9 0,'0'0'278'0,"0"0"-16"16,0 0-75-16,0 0 18 0,0 0-60 0,0 0 26 15,0 0-64-15,0 0 21 0,0 0-52 0,0 0 34 16,0 0-49-16,0 0 33 0,0 0-48 0,0 0 34 0,0 0-48 16,0 0 33-16,-4 5-45 0,4-5 29 0,0 0-35 15,0 0 30-15,0 0-29 0,0 0 42 16,0 0-26-16,0 0 30 0,0 0-23 0,0 0 22 0,0 0-20 16,0 0 10-16,0 0-17 0,0 0 7 0,0 0-15 15,0 0 3-15,0 0-1 0,0 0-5 0,0 0-10 16,0 0 2-16,0 0-11 0,0 0 8 0,0 0-11 15,-1 7 14-15,1-7-3 0,-3 7 5 0,3-7 6 16,-2 11-3-16,2-11 4 0,-1 13 1 0,1-5-9 16,-1-1 3-16,-1 0-1 0,1 4-2 0,1 0 18 15,-1-1 7-15,0 2 1 0,-1 0-6 0,1 2-23 16,0 0 29-16,-2 2-3 0,2 0-2 0,0 2 5 16,-2 0-3-16,2 2-2 0,-2-1-2 0,2-2-5 15,-4 7-7-15,5-4 1 0,-1 0-1 0,1 1-17 16,-2-2 23-16,1 5 1 0,1-2 1 0,0-1-4 15,0 1-2-15,0-2-3 0,0 2 18 0,1 3 17 16,1-2 2-16,-1 1-10 0,-1 1-2 0,0-1-7 16,1-2-2-16,-1 3-3 0,1-1 2 0,2-1 0 0,-3 1-14 15,1-1 13-15,-1 2-14 0,0-4 17 0,3 2-14 16,-3 0 9-16,1 0-16 0,-1 0 9 16,0-1-15-16,3 2 7 0,-3-1-10 0,1 0 15 0,0-1-15 15,-1-2 10-15,1 0-6 0,1 1-2 0,-1 0-3 16,0-2 2-16,1 5-1 0,0 0-1 0,-2-5-2 15,3 1 0-15,-2-1-1 0,2 3-7 0,0-2 6 16,-2 1 2-16,2 0 1 0,0 1-5 0,-2-2-4 16,3-1 9-16,-3 1-9 0,2-1 12 0,-2 1-8 15,2-1 11-15,-2 2-1 0,0-2 12 0,0 0-4 16,1 0 9-16,-1 0-10 0,0 0 2 0,1 1-7 16,0 1 0-16,-2-2 1 0,1 0-1 0,-1 1 0 15,0 1-3-15,1-2 0 0,1 2 2 0,-2-2-7 16,0 1 2-16,0 1-2 0,1-3 5 0,-1 3-3 15,0-2 2-15,0 1-7 0,-1 0 6 0,1 1-5 16,0-2 8-16,0 2 3 0,0-1-7 0,-2 0 8 16,2 0 0-16,-1 1 2 0,1-2-4 0,0 2 1 0,-1-1 1 15,-1 0 2-15,2 1-4 0,-3-2-1 16,3 1 0-16,-1-1-3 0,-1 1 1 0,1-1-2 16,0 1 3-16,0-1-4 0,-2 0 4 0,3 1-4 15,-1 0-2-15,-2-2 4 0,3 2-3 0,-3-1-41 0,2 1 50 16,0 0-1-16,0 0 2 0,-2 0 3 0,3 0 1 15,-3-1-3-15,2 2 4 0,-1-1-1 0,1-1 2 16,-2 2-5-16,2-1 2 0,-1-1-2 0,1 2-6 16,0 0-14-16,-2 0 14 0,2-1-12 0,0 1 12 15,-2-1-15-15,3-1 17 0,-2 1-12 0,0 1 19 16,1-1-22-16,-2 2 35 0,2 2-1 0,-3-2-3 16,3-1-10-16,0-1 0 0,-2-1 0 0,2 0-8 15,0 1 0-15,-2 2 22 0,3-1 10 0,-2-1-38 16,-1 1 32-16,3-2-46 0,-1 1 40 0,-2 0-44 15,3 1 56-15,-1 1-32 0,-2 0 36 0,2 2-39 16,0-3 32-16,-2 1-26 0,3 3 43 0,-3-4-9 16,0 1-8-16,2 2-8 0,-1-1-10 0,1 1-4 15,0-1-1-15,-2 2-8 0,2-2 9 0,0 0 0 16,-2 1 7-16,2-2 1 0,-1 2 3 0,0-2-5 16,2-1-5-16,-1 1 14 0,-2 3 1 0,2-6-3 15,-3 1-5-15,4 1-10 0,0-2-3 0,-2 1-10 0,0 1 24 16,1-1-12-16,0-2 8 0,1 2-13 0,-2-2 7 15,1 0-14-15,1 0 12 0,-1 1-11 16,1 0 41-16,-1 1 2 0,-1-2-11 0,1 0-9 0,1 2 2 16,0-4-12-16,0 2 2 0,0-1-9 0,0 1 3 15,0-1-6-15,0-2 1 0,0 1-3 0,0-1-1 16,0-1-4-16,0 0 6 0,1-1-4 0,-1 3 0 16,2-3 3-16,-2 1-2 0,1-1-2 0,-1 2-17 15,1-1 23-15,-1 0-4 0,0-2 0 0,3 3-2 16,-3-1 3-16,1-1-4 0,-1 2 1 0,3 1-2 15,-2-1 1-15,0 0 3 0,-1-2-2 0,2 2 3 16,0-1-1-16,-1 0-2 0,-1 0-1 0,3 3 20 16,-3 0 12-16,1 2-2 0,-1-2-8 0,0 0-1 15,1 0-8-15,0-3 1 0,1 1-4 0,-1-1-2 16,-1 1 0-16,0-1-1 0,0 1-1 0,1-2-1 16,1 0-3-16,-2 0 0 0,1 1 1 0,-1-1 2 15,0 0-5-15,1 0 2 0,-1-1 3 0,1 1-4 0,1 1-1 16,-1-4 2-16,-1 3 1 0,0 0-2 0,1-1-3 15,1 2 1-15,-1 1 4 0,-1-1 27 16,0 2 12-16,1 0-10 0,1-2-9 0,-2 0-1 0,1 0-3 16,-1-1-5-16,2 3-3 0,-2-2-4 0,0 0 0 15,1 0-3-15,1 0 2 0,-2 0-1 0,1 0-2 16,-1-2-1-16,0 3 1 0,1-2-3 0,1 0 3 16,-2 0-1-16,1 0-5 0,0-1 6 0,-1 1-2 15,0-1 2-15,1 1-4 0,-1-1 3 0,2 1-1 16,-2-1 1-16,1 1-1 0,-1-1 0 0,0 1-2 15,1-1 4-15,1 1 0 0,-1-1-1 0,0 1-2 16,-1-1 0-16,0 0 3 0,0-1-6 0,1 1 6 16,1 0-2-16,-2-1 3 0,1 0-3 0,-1 0 1 15,0 1-1-15,0-1 2 0,1-1 0 0,1 1-10 16,-2-1 10-16,0-1-3 0,1 2 0 0,-1-1 0 16,0 1 2-16,0-4 0 0,1 2-2 0,-1 0 2 15,0 0-2-15,0-2-2 0,0 2 1 0,0-1 1 0,4-1 2 16,-4 2-2-16,0-1 1 0,0-1-2 0,0 0-3 15,0 2 5-15,0-1 0 0,0 0 0 0,0-1 0 16,1 0-1-16,-1 1 0 0,0 1-1 0,0-2 5 16,-1 1-8-16,1-1 4 0,0 0 3 0,1 0-1 15,-1 0-4-15,-1 1 3 0,1-8-1 0,0 14 0 16,0-7 1-16,0-2-2 0,0 3 5 0,0 0-4 16,0-8-2-16,0 14-2 0,0-14-6 0,-3 12 11 15,3-5 2-15,0-7-3 0,-1 11 2 0,1-11 0 16,0 11-1-16,0-11 0 0,0 10 0 0,0-10 1 15,-1 9-1-15,1-9-2 0,0 8-3 0,0-8 6 16,0 9 1-16,0-9-3 0,0 8-1 0,0-8 2 16,0 9 1-16,0-9-1 0,-1 7 0 0,1-7-2 15,0 7 2-15,0-7-2 0,0 8-1 0,0-8-2 0,0 0 6 16,0 9-2-16,0-9-1 0,-2 10 0 16,2-10 3-16,0 6-1 0,0-6-14 0,-1 8 9 15,1-8 8-15,0 7-1 0,0-7-6 0,0 0 5 0,0 10-4 16,0-10 6-16,0 0 0 0,0 9-4 0,0-9-1 15,0 0 4-15,0 8-2 0,0-8-5 0,0 0 7 16,0 0-1-16,0 8-1 0,0-8-1 0,0 0 3 16,0 0-6-16,0 0 11 0,0 0-6 0,0 7 1 15,0-7-4-15,0 0 2 0,0 0 0 0,0 0-16 16,0 0-4-16,0 0-9 0,0 0-17 16,0 0-25-16,0 0-27 0,0 5-24 0,0-5-33 0,0 0-32 15,0 0-70-15,0 0-78 0,0 0-75 0,0 0-106 16,0 0-78-16,-1-8-168 0,1 8-358 0,-3-12-735 15</inkml:trace>
  <inkml:trace contextRef="#ctx0" brushRef="#br0" timeOffset="102553.99">3532 6967 112 0,'0'0'520'0,"-3"-6"-142"0,3 6 1 16,0-7-90-16,0 7 14 0,-1-5-69 0,1 5 12 0,-3-6-55 16,3 6 12-16,0 0-39 0,-1-7 1 0,1 7-41 15,0 0-1-15,0 0-42 0,0 0-4 0,0 0-33 16,0 0 14-16,0 0-18 0,-4 13 25 0,4-4-9 15,0 4 27-15,1 2-7 0,-1 2 18 0,0 2-13 16,-1-1 7-16,1 3-8 0,0 1-12 0,-1 1-3 16,-2 0-2-16,2 0-13 0,-1-3-6 0,1 0-7 15,0-2-3-15,0 1-6 0,-2-2-2 0,3 0-10 16,-2-2 1-16,0-2-4 0,1-2-2 0,1 0-3 16,-1-1-18-16,1 0 21 0,0-3-14 0,0 0-59 15,0-7-43-15,-1 13-77 0,1-13-33 0,1 10-99 16,-1-10-56-16,0 0-101 0,1 7-503 0,-1-7-564 15</inkml:trace>
  <inkml:trace contextRef="#ctx0" brushRef="#br0" timeOffset="104135.01">3957 6471 241 0,'0'0'390'15,"0"0"-110"-15,0 0 15 0,-4-7-80 0,4 7-25 16,0 0-26-16,0 0-27 0,0 0-27 0,0 0 0 16,0 0 17-16,-5 5-6 0,5-5 4 0,0 8-13 15,0-8 2-15,-1 13-4 0,1-5-9 0,-2 2 5 0,1-1-8 16,1 1-4-16,0 1-3 0,0 1-7 0,0 1-6 15,0 1-26-15,0-1 19 0,0 3-26 16,0 2 21-16,0-1-18 0,1 2 3 0,-1 0 6 0,2 2-25 16,-2 0 14-16,1 0-22 0,-1 3 12 0,0 0-21 15,1 1 14-15,1-2-15 0,-2 2 18 0,1 0-14 16,0-1 26-16,-1 4-6 0,0-3 34 0,-1 4-9 16,0-3-2-16,1 2-15 0,-3-2-6 0,3 3-15 15,-1 0 7-15,-2 4 4 0,3-6 11 0,-2 5-4 16,0-3-7-16,1 3-8 0,-2 0-4 0,2 1 42 15,0-1-47-15,-3 1 44 0,3-2-17 0,0 4-9 16,1-2-4-16,-2 1-1 0,1-3-8 0,1 1-18 16,0 2 20-16,1 1-18 0,-1-2 24 0,2 0-16 15,-2 2 3-15,0-2 1 0,1 0-2 0,-1-3 12 0,1-3-15 16,2 7-1-16,-1-2 9 0,-1 1 5 16,1-7 9-16,-1 3-37 0,2-2 40 0,-1 2-42 15,2 0 60-15,-4-2-47 0,3 0 43 0,-1 0-27 0,-2 0 36 16,3-2-48-16,-2 2 41 0,-1 1-40 0,3-1 32 15,-1 2-12-15,-1-2 0 0,2 1-5 16,-2 4-4-16,-1-4-9 0,3 1 0 0,-2-3-3 16,-1 3-5-16,1-2-4 0,1 2-17 0,-2-1 29 0,0 0-29 15,0 0 27-15,0 2-21 0,0-1 21 0,1 0-27 16,-2 3 27-16,1-3-24 0,0 0 1 0,0-1 1 16,-2 1 23-16,2-3-24 0,-1 3 26 0,1-2-29 15,0-1 27-15,0 2-25 0,0 0 21 0,0 0-23 16,-1-1 25-16,1 2 2 0,0-2-4 0,0 1-3 15,0 0-3-15,0-1-3 0,-2 0-5 0,4 0-13 16,-2-1 27-16,0 1-22 0,0 0 24 0,0-1-15 16,-2 1 34-16,4-1-20 0,-4 2 20 0,2-3-19 15,0 1 12-15,0 2-15 0,-1-2 1 0,1 1-2 16,0-1 3-16,0 1 19 0,0 0 5 0,0 1-15 16,-1-1 3-16,1 0-16 0,-3 0 6 0,3-1-7 15,0 3 7-15,-1-3-11 0,1 1 5 0,0-1-7 0,-2 2 2 16,2 0-3-16,0-1 6 0,0 0-8 0,0-1 6 15,0 1-6-15,0 0 7 0,0 0-9 0,0-3 10 16,2 3-6-16,-2 0 7 0,0-1-6 16,1 0 4-16,0 1-2 0,1-2 3 0,-2 3 2 0,1-3 2 15,-1 2 0-15,1 1-2 0,1-4 5 0,-1 4-7 16,-1-2 3-16,1 2 0 0,1-1 2 0,-2 0 2 16,1-1-7-16,0 1 2 0,-1-1 4 0,0 1-7 15,1-1 4-15,-1-1-7 0,2 0 5 0,-2 2-4 16,1-4-1-16,-1 2-1 0,0 0 3 0,0 0-4 15,1-2 2-15,1-3-4 0,-2 2 1 0,0-1 0 16,1 0 3-16,-1-3-6 0,1 3 5 0,-1-3-3 16,0 2 1-16,0-2-2 0,1 1 4 0,-1-3-2 15,2 4-1-15,-2-4 1 0,0 1 4 0,0-1-6 16,1 1 3-16,-1-1 0 0,0-3-1 0,0 1 0 16,0 0 1-16,0 2 0 0,0 2-4 0,0-2 8 15,0 1-1-15,0 1-2 0,0-4 1 0,0 1-4 0,0-1 1 16,0 1 0-16,0-1 0 0,0 3 3 0,0 0 1 15,0 0-1-15,0 0 4 0,0-2-7 16,-1 1 1-16,1-1 2 0,0-1 1 0,0 1-1 16,0-1 1-16,0 0 3 0,0 1 5 0,0 2 4 0,0 0 8 15,-2 0-4-15,2 0-7 0,-1-1-1 0,1 0-1 16,0-2-2-16,0 0-4 0,0 1-1 0,0-1-2 16,-1 1 0-16,1-1 0 0,0 2 3 0,0 0-1 15,0-2-1-15,0-1 0 0,-1 1-2 0,1-1 0 16,0 0 1-16,0 0 1 0,0-1-3 0,0 1 1 15,1-2-2-15,-1 1 0 0,0-1 0 0,0 0 0 16,0 1 0-16,0-2 1 0,0 2 0 0,1-4-1 16,-1 3 1-16,0-1-1 0,0 1 1 0,0-2-1 15,0 0 2-15,1-1-3 0,-1 1 1 0,0-2-1 16,0 2 3-16,2-3-1 0,-2 2-1 0,0 0 1 16,0 0-2-16,0-2 1 0,0 1 0 0,1 0-5 15,-1 2 5-15,0-9 0 0,0 12 1 0,0-12-4 0,-1 13 3 16,2-6 3-16,-2 1-3 0,2-2-1 0,-1 2 2 15,0-1-4-15,0 0 2 0,0 0 3 16,0 0 0-16,0 1-3 0,0-1 1 0,0 0 0 16,0 0-2-16,0-7 1 0,0 12-12 0,0-4 15 0,0-8 0 15,0 12-1-15,0-12 1 0,0 12-1 0,0-5-3 16,0-7-1-16,1 11 4 0,-1-11 0 0,3 13 1 16,-3-13-5-16,0 12 3 0,1-6 1 0,0 1 1 15,-1-1-2-15,0-6 1 0,0 13 1 0,0-6-1 16,1 1 1-16,-1-1-1 0,2 0 0 0,-2 0-1 15,0 0 0-15,1 1 0 0,-1-3-1 0,0 4 2 16,0-3-5-16,0-6-7 0,0 14-18 0,0-14-14 16,0 10-13-16,0-10-27 0,-1 11-12 0,1-11-48 15,-2 9 0-15,2-9-105 0,-1 9-7 0,1-9-52 16,-6 7-54-16,6-7-56 0,-4 6-56 0,4-6-57 16,-9 6-92-16,9-6-364 0,-9 6-583 0</inkml:trace>
  <inkml:trace contextRef="#ctx0" brushRef="#br0" timeOffset="104784.93">3369 13234 405 0,'0'0'424'0,"0"0"-11"0,0 0-100 15,0 0 10-15,0 0-68 0,-2 8 6 0,2-8-57 16,2 12 11-16,-2-12-40 0,1 12 10 0,2-6-33 16,-2 2 9-16,3 0-33 0,-4-2-3 0,4 0-20 15,0 1 14-15,-2-2-15 0,-2-5 3 0,7 11-10 16,-7-11 2-16,9 6-6 0,-9-6 7 0,10 0 4 15,-10 0 0-15,15-5-4 0,-4-2-7 0,0-1-15 16,-1-3-8-16,7-3-13 0,-3 1-16 0,2-7-2 16,1 1-7-16,2-1-7 0,-2-2-48 0,1-1 51 15,-2 3-58-15,2-2 34 0,0-2-77 0,-4 3 28 16,4-1-86-16,-5 7 11 0,-2-2-57 0,2 0-56 0,-1 1-90 16,-2 0-114-16,-3 3-115 0,0 0-446 0,-2-1-597 15</inkml:trace>
  <inkml:trace contextRef="#ctx0" brushRef="#br0" timeOffset="105901.93">4403 7112 65 0,'3'-5'306'0,"-3"5"-69"15,0 0-32-15,0 0-22 0,0-7-19 0,0 7-29 16,0 0-21-16,0-7-11 0,0 7-6 0,0 0-8 16,0-7-12-16,0 7-10 0,1-8 3 0,-1 8-14 0,0-7 13 15,0 7 8-15,0-9 2 0,0 9 6 16,0-6 11-16,0 6-2 0,0-9-43 0,0 9 43 0,0-9-46 16,0 9 45-16,0-10-30 0,0 10 33 0,0-7-28 15,0 7 26-15,0-8-30 0,0 8 21 0,-1-8-25 16,1 8 10-16,0 0-9 0,0-9 21 0,0 9-19 15,0 0 18-15,0-9-21 0,0 9 16 0,0 0-18 16,0 0 14-16,-2-8-12 0,2 8-3 0,0 0-26 16,0 0 6-16,0 0-22 0,0 0 6 0,0 0-20 15,0 0 14-15,0 0-16 0,-5 8 18 0,5 0-4 16,-1 0 5-16,-2 4 3 0,3 0 0 0,-1 3 6 16,-2 0-4-16,2 5 7 0,0-3-7 0,-3 1 5 15,4 2 4-15,-2-2 9 0,-1 2 1 0,3-2 7 16,-3 0-11-16,2 0-2 0,1-2-1 0,-1 0 0 15,0-2-6-15,-1-1-2 0,1 0-9 0,1-1 2 16,-1 0-8-16,1-1 3 0,-2-2-6 0,1 1-1 16,1-3-3-16,0 3 3 0,0-5-4 0,0-5 0 0,0 13-1 15,0-13-6-15,-1 9-38 0,1-9-48 16,1 9-76-16,-1-9-39 0,0 10-117 0,0-10-50 16,1 11-99-16,-1-11-106 0,2 13-244 0,-2-5-353 15</inkml:trace>
  <inkml:trace contextRef="#ctx0" brushRef="#br0" timeOffset="106735.05">4437 8441 134 0,'0'0'297'16,"0"0"-22"-16,0 0-53 0,0 0 17 0,0 0-53 16,-6-5-4-16,6 5-13 0,0 0-1 0,0 0-1 15,0 0 2-15,0 0 6 0,0 0-2 0,0 0 10 16,-5-4-4-16,5 4-7 0,0 0 13 0,0 0-11 16,0 0-5-16,0 0-6 0,-5-3-9 0,5 3-17 15,0 0-21-15,0 0-13 0,-5-5-15 0,5 5-14 16,0 0-13-16,-1-7-11 0,1 7-12 0,0 0-9 15,1-9-4-15,-1 9-6 0,3-6-4 0,-3 6 0 16,6-5-4-16,-6 5-6 0,6-4 1 0,-6 4-2 16,10-1 0-16,-10 1-3 0,13 0-1 0,-13 0-2 15,13 4 1-15,-5 0 0 0,-1 1 0 0,-2 1 0 0,3 1 1 16,-3 1-1-16,-1 2-1 0,2 0 2 16,-3 3 2-16,-2-2-3 0,-1 4 0 0,0 1 2 15,-3 1 1-15,1 0 2 0,-6 2-8 0,2 1 5 0,-2-2-3 16,2 1-2-16,-4-2-9 0,-1 2 16 0,1-5 0 15,-1 3-2-15,2-5 4 0,0 0 5 0,-3-3 1 16,5 1 15-16,-1-4 21 0,-1 2 12 0,3-2 2 16,1-3-6-16,-2 1-4 0,7-4-17 0,-9 5-4 15,9-5-7-15,0 0-4 0,-10 3-7 0,10-3-1 16,0 0-3-16,0 0-5 0,4-8 4 0,-4 8-6 16,9-7 5-16,-3 5-4 0,2-2 3 0,2-1-4 15,0 1-2-15,2 2-2 0,0 0 2 0,3-3-1 16,-3 2-1-16,1 1 5 0,1 0-8 0,0 0 1 15,0 1-10-15,0-1-10 0,-1 1-13 0,0 1-18 16,-2-1-24-16,1 1-20 0,-2-1-41 0,-10 1-24 16,18-2-59-16,-18 2-18 0,17-3-90 0,-17 3-44 15,12-2-87-15,-5-3-456 0,-7 5-491 0</inkml:trace>
  <inkml:trace contextRef="#ctx0" brushRef="#br0" timeOffset="108684.93">4837 6377 148 0,'0'0'223'0,"0"0"4"0,0 0-69 15,0 0 15-15,0 0-55 0,0 0 26 0,0 0-20 16,0 0 6-16,3 7-51 0,-3-7 39 0,0 0-38 16,0 8 45-16,0-8-44 0,0 7 34 0,0-7-25 15,-1 11 0-15,1-11 2 0,-2 12-5 0,1-3 8 16,1 0-9-16,0 1-6 0,-2 1 2 0,2 2-7 15,-3 1 6-15,3 1 3 0,-1 2-12 0,-1 0 2 16,1 1-6-16,1 0-22 0,-1 1 26 0,0 0-20 16,1 2 23-16,0 0-28 0,0 1 23 0,0 2-31 0,0 0 17 15,0 1-28-15,0 1 19 0,0-1-16 16,1 3 18-16,0-2-7 0,-1 1-2 0,0 2 1 16,0 1 0-16,0-2-7 0,1 5-3 0,1 1-2 0,-2-6-2 15,0 6-20-15,1-3 14 0,-1-3-17 0,0 2 13 16,0 0-16-16,0-1 18 0,1 1-18 0,1 2 14 15,-2 2-13-15,0 0 5 0,0 2 19 0,0 0 23 16,0-1-17-16,0 0 0 0,0-2-17 0,0 1 10 16,0 1-14-16,0-1 6 0,-2 0-14 0,1 0 10 15,1-5-12-15,-1 3 11 0,-1-3-11 0,1 0 7 16,1-3-8-16,-2 4 9 0,0-4-6 0,1 2 5 16,0-3-10-16,-2 1 11 0,2 2-10 0,0-3-1 15,-2 1 6-15,2-1 0 0,-2 1 4 0,2 0 0 16,0-3 3-16,-2 4 31 0,2-2 8 0,0 1-8 15,1-2-8-15,-3 2-10 0,3-1-2 0,0 1-5 16,0-1-4-16,-1-1 4 0,1 1 1 0,-2 0-5 16,2 0-3-16,0 1-1 0,0-3-4 0,0 3 4 0,0-2-4 15,0 1 1-15,0-1-2 0,2-1 0 16,-2 2-1-16,1 0 1 0,-1-1 3 0,1 2 9 16,1-1 4-16,-1-2-3 0,-1 1-1 0,3 0-46 0,-2-1 58 15,-1 1-31-15,1-2 44 0,-1 3-50 0,4-3 46 16,-3 3-50-16,0 1 46 0,1-3-48 0,-1 1 50 15,0-1-9-15,-1 2-6 0,3-1-4 16,-3 1-2-16,1 1-1 0,2-2 1 0,-2 1-7 0,0 1-2 16,0-1-1-16,1-1-1 0,-1 2-2 0,0-3 2 15,1 0 1-15,-2 2-4 0,2-1 3 0,-2-1 1 16,1 0 0-16,1 3-1 0,-1-3 14 0,-1 0-50 16,1-2 50-16,2-1-47 0,-2 0 52 0,-1 2-42 15,0-1 58-15,0-2-44 0,0 3 9 0,0-2-4 16,0 1 1-16,1-1 44 0,-1 2-52 0,0-1 46 15,2 2-51-15,-2-1 45 0,1-1-47 0,-1 0 50 16,0-2-54-16,1 1 48 0,-1 1-46 0,0-1 43 16,0 0-45-16,0 2 48 0,0-1-50 0,0-2 47 0,0 1-48 15,0 0 46-15,0 1-40 0,0 0 40 16,-1-3-47-16,1 3 50 0,1 1-51 0,-1-2 48 16,0 2-44-16,0-1 41 0,0-1-42 0,0 1 48 15,0-1-46-15,0 1 45 0,1-1-37 0,-1-1 61 0,0 0-51 16,2 1 3-16,-2-1 3 0,0 0-1 0,1 1 3 15,-1 2 7-15,0-4 3 0,0 3-3 0,1-2 6 16,1 0 2-16,-2 0-3 0,1 2 4 0,-1-2-9 16,1 0 1-16,-1 2-4 0,1-1 3 0,1-1 37 15,-1 1-48-15,-1-1 36 0,3 1-39 0,-2-2 35 16,-1 2-46-16,1-1 1 0,0 0 14 0,1 0 37 16,0 1-38-16,-2-2 30 0,1 1-35 0,1 0 33 15,0 0-38-15,-2 0 35 0,0 0-27 0,1 0 27 16,1-1-34-16,-1 1 30 0,-1-1-30 0,1 1 3 15,1-2-2-15,-1 0 3 0,0 1 2 0,-1 0 3 16,3-2 2-16,-2 2 3 0,0-1 3 0,1-1-7 16,-1 1-1-16,2-2 2 0,-2 0-1 0,0 2-55 15,3 0 67-15,-3 0 0 0,2-1-1 0,-1-1 2 16,-1 2-7-16,2-2-2 0,0 2 1 0,-1-1 0 16,1 1-3-16,-2-2 0 0,2 2 2 0,-1-2-3 15,1-1-2-15,2 3 8 0,-4 0-6 0,2-1-2 0,-1 0 19 16,1 0-20-16,1-1 17 0,-2 0-23 0,1 2 20 15,-2-1-21-15,2 1 20 0,-1 0-21 0,3-1 17 16,-2 0-16-16,-1 1 16 0,1-2-19 0,-2 1 3 16,3 0 4-16,-1-3 1 0,-1 2-3 0,1-1 3 15,-2 1 1-15,2-4-1 0,-2 4 2 0,0-2-1 16,-1-1 0-16,1 0 0 0,2 1 5 0,-2-2-9 16,-1 1 6-16,1 0-4 0,1-1 3 0,-2 0-2 15,0-1 2-15,1 2 1 0,-1-3-4 0,1 3 4 16,-1-2-3-16,0 0 11 0,0 1-13 0,0-1 6 15,0-1-8-15,0 0-52 0,0 0 68 0,1 1-59 16,1 0 64-16,-2 0-63 0,1 1 70 0,-1-3-7 16,0 3-1-16,0-1-4 0,1 2-3 0,1-2-1 15,-1 1 0-15,0 2-6 0,-1-4 4 0,3 3-4 16,-2-1-2-16,-1-2 1 0,3 4 5 0,-2-4-6 16,0 3 0-16,0-3 3 0,1 2-4 0,0 1 2 15,-2-3-1-15,3 1 6 0,-3 0 2 0,1 0-7 0,-1-2-2 16,3 2 18-16,-3-2-22 0,1 0 15 0,-1 1-16 15,1-1 19-15,-1 1-18 0,0-1 15 16,1 1-18-16,-1-1 20 0,0 1-16 0,0-1-7 0,2 1 8 16,-2 0 14-16,0-1-16 0,-3 1 13 0,4 0-11 15,-1 1 15-15,0-2-20 0,0 3 19 0,0-2-19 16,2 2 20-16,-2-1-13 0,0-2 8 0,0 3-19 16,0-4 20-16,1 2-16 0,-1 0 18 0,0 0-18 15,0-1 14-15,1-1-14 0,1 3 16 0,-2-3-13 16,1 2 14-16,-1-2-16 0,1 1 2 0,-1-1 5 15,3 0-2-15,-3 1 4 0,1-1 0 0,0-1 0 16,1 0 0-16,-2-6 4 0,2 12-4 0,-2-12-1 16,0 12 2-16,0-12-3 0,1 7 0 0,-1-7 1 0,3 10 4 15,-3-10-8-15,1 8 4 0,-1-8-1 16,0 7 3-16,0-7-3 0,0 0 0 0,1 9-25 16,-1-9-18-16,0 0-24 0,2 7-33 0,-2-7-39 15,0 0 10-15,0 0-93 0,-3 6-11 0,3-6-101 0,0 0-6 16,0 0-77-16,0 0-49 0,0 0-34 0,-11 2-485 15,11-2-577-15</inkml:trace>
  <inkml:trace contextRef="#ctx0" brushRef="#br0" timeOffset="109251.87">4467 13179 322 0,'0'0'244'0,"0"0"-2"16,0 0-53-16,-8-3 27 0,8 3-63 0,0 0 36 0,0 0-58 15,0 0 46-15,-9-3-58 0,9 3 4 16,0 0 4-16,0 0-1 0,0 0 5 0,-7-4 12 0,7 4 3 16,0 0 3-16,0 0 2 0,0 0-6 0,0 0-3 15,0 0-8-15,0 0-3 0,0 0-1 0,0 0-7 16,0 0-1-16,0 0 8 0,-8 3 0 0,8-3 0 15,1 7-22-15,-1-7-14 0,3 8-10 0,-3-8-9 16,4 11-4-16,-2-5-8 0,-2-6-7 0,6 11-10 16,-3-5-5-16,1-2-8 0,0 3-1 0,0-2-3 15,-4-5 5-15,7 8-1 0,-7-8 3 0,12 6 5 16,-12-6 8-16,13 3-1 0,-13-3-41 0,15-5 53 16,-6-1-54-16,-2 2 46 0,5-6-47 0,-2 1 44 15,0-3-52-15,3-2 44 0,-4 2-40 0,4-4 33 16,0 0-34-16,-2 1 7 0,2 1 0 0,-3-2 2 0,3 2-1 15,-3 1 1-15,-1 1 1 0,0 0-6 16,1 1 0-16,-1 0-1 0,0 1-3 0,0 2-5 16,-1 0-16-16,-2 0-27 0,2 3-29 0,-2-1-39 15,2-1-8-15,-3 3-119 0,3-1-38 0,-2-2-119 0,-6 7-83 16,11-10-120-16,-5 3-420 0,-1-1-633 0</inkml:trace>
  <inkml:trace contextRef="#ctx0" brushRef="#br0" timeOffset="110168.07">5356 7123 194 0,'-1'-8'381'0,"1"0"-55"16,-1 1-23-16,1 7-34 0,-3-12-14 0,3 6-51 16,0 6 30-16,-2-11-49 0,2 11 13 0,-2-11-30 15,2 11 5-15,-1-7-39 0,1 7 10 0,-3-6-40 16,3 6 1-16,0 0-37 0,-1-7 0 0,1 7-30 0,0 0 9 16,0 0-6-16,0 0 10 0,-2 11 10 15,0-3 6-15,1 4-11 0,1 1 13 0,0 3-10 16,-1 1 9-16,-1 4-14 0,2 2 14 0,-1-1-17 0,1 2 4 15,0 0-15-15,0 1-4 0,0-2-11 0,0 2 2 16,0 0-11-16,0-3-2 0,1-2-3 0,1 0-2 16,-2 1 9-16,1-1-10 0,0 1-2 0,1-2-3 15,0-1-39-15,1 2-40 0,-2-2-47 0,0 0-28 16,2 1-88-16,-1-2-51 0,1 0-26 0,3 1-74 16,-3 0-55-16,2 3-331 0,0 0-292 0</inkml:trace>
  <inkml:trace contextRef="#ctx0" brushRef="#br0" timeOffset="110818.02">5355 8609 239 0,'0'0'462'0,"0"0"-106"0,0 0-25 16,-6-3-20-16,6 3-25 0,-4-7-18 0,4 7-27 15,-3-7-16-15,3 7-21 0,-1-10-13 0,1 10-9 16,-1-11-13-16,1 11-11 0,1-14-14 0,-1 14-14 16,1-14-17-16,2 8-11 0,-2-2-16 0,3 2-12 15,-3-2-13-15,3 1-13 0,2 0-10 0,-2 1 0 16,1 1-8-16,2 0-9 0,-1 0-5 0,0 2-5 15,-6 3-3-15,14-5-1 0,-14 5-2 0,15 0 4 16,-15 0-10-16,16 3 0 0,-7 2 1 0,1 0-1 16,-3 1 1-16,-1 2 4 0,2 1-5 0,-2 3 1 0,-1 1 0 15,-1 0 0-15,-1 2 0 0,-2 1 2 16,-1 1 1-16,-1 2-4 0,-2 0 0 0,-1-2-5 16,0 4-4-16,-2-1-5 0,0 1 3 0,-2-2 5 0,-1 0 0 15,-1 0 0-15,0-2 3 0,1-3 2 0,-3-2 4 16,3 0 2-16,0 0 12 0,-1-4 14 0,0 1 9 15,2-4 10-15,-2 0 7 0,4 2 6 0,-2-4-4 16,8-3-6-16,-12 4-7 0,12-4-7 0,-10 3-4 16,10-3-8-16,0 0-4 0,-9-3-6 0,9 3-3 15,0 0-4-15,0 0 1 0,3-9-5 0,-3 9 5 16,9-7-9-16,-2 4 1 0,1-1-1 0,1 0-5 16,4 0-4-16,-3 1-16 0,4-1-62 0,0 3-15 15,0-1 12-15,0 2-49 0,2-2-70 0,-1 4-106 16,2-1-84-16,-1 1 55 0,-2 3-75 0,3 2-112 15,-3 0-243-15,0 1-289 0</inkml:trace>
  <inkml:trace contextRef="#ctx0" brushRef="#br0" timeOffset="111551.19">5257 9718 249 0,'0'0'464'0,"0"0"-78"0,-12-2-42 0,12 2-42 16,0 0-34-16,0 0-24 0,0 0-37 0,0 0-29 16,0 0-29-16,-4-5-27 0,4 5-14 0,3-5-21 15,-3 5 1-15,5-9-7 0,-5 9-8 0,6-7-1 0,-2 2-16 16,1 1-7-16,3 0-1 0,-1-1-18 0,1 1 5 15,0 1-7-15,2-2-3 0,-1 3-6 16,-9 2-5-16,18-4-4 0,-18 4 0 0,15-1-6 16,-15 1 2-16,18 3-2 0,-10-1-2 0,0-1 5 0,-2 5-5 15,3-3 0-15,-3 4-1 0,-2 0 5 0,0 1-5 16,-2 1 2-16,0 2 2 0,-1-2-2 0,-2 3 2 16,-1 0-47-16,0-1 58 0,-2 2-44 0,0-1 45 15,-2 1-45-15,1 1 48 0,-3-5-44 0,2 3 51 16,-1-4-26-16,2 1 68 0,-1-1-28 0,-2 0 62 15,3-3-41-15,1 1 50 0,-1-1-48 0,5-5 39 16,-7 7-64-16,7-7 40 0,-7 5-60 0,7-5 41 16,0 0-57-16,0 0 44 0,0 0-54 0,0 0 45 15,0 0-51-15,0-7 45 0,0 7-49 0,9-7 46 16,-9 7-48-16,10-5 45 0,-10 5-44 0,14-5 43 16,-5 2-51-16,-9 3 48 0,17-1-47 0,-17 1 46 15,18 0-50-15,-18 0 54 0,18 1-57 0,-8 2 53 16,-1-2-49-16,0 3 46 0,-1 0-47 0,2 1 48 0,-4 2-47 15,-1-2 48-15,3 4-45 0,-6-1 50 0,2 2-51 16,-1 0 52-16,-2 0-47 0,0 2 43 16,-3-1-4-16,-1 2-2 0,-1-1-4 0,-1 2 3 0,-4 1-11 15,2-3 5-15,-4 0-4 0,1-1-2 0,-1 0-3 16,-1 0-15-16,-2-3-16 0,0 0-27 0,0 0-19 16,-2-2-29-16,0-1-43 0,0 0-42 0,0-3-58 15,2-2-54-15,-4 0-46 0,2-2-53 0,0-1-460 16,0-2-410-16</inkml:trace>
  <inkml:trace contextRef="#ctx0" brushRef="#br0" timeOffset="113934">5845 6397 227 0,'0'0'231'15,"0"0"-2"-15,0 0-69 0,0 0-22 0,0 0 23 16,0 0-60-16,0 0-16 0,0 0-14 0,0 0-11 0,0 0 0 16,0 0-8-16,0 0 9 0,0 0 11 0,0 0-4 15,0 0 0-15,0 0 5 0,0 0 10 16,-7 7-3-16,7-7-2 0,0 0 7 0,0 9-1 0,0-9 9 16,-1 8-9-16,1-8-9 0,-3 11 1 0,3-11-7 15,-1 13 5-15,0-6 2 0,1 1 2 0,-3 2 3 16,3-1-5-16,-1 3-6 0,-1 0 2 0,1 0-1 15,0 0-23-15,1 3 21 0,-1-2-13 0,-1 3 18 16,1-2-21-16,1 3 29 0,-1 2-2 0,1-2-3 16,-2 3-9-16,1 1-1 0,1-1-3 0,-1 4 9 15,1 1-14-15,-3-1 9 0,3 2-12 0,-1-2 2 16,1 3-9-16,0-2 0 0,0 3-8 0,0-2 1 16,0 3-5-16,0-2 2 0,0 2-8 0,0-2-1 15,0 2-4-15,0 0 0 0,0 0-3 0,0-2 0 0,0 2 2 16,0-2-3-16,0 1 0 0,1-1 0 15,-1 0 2-15,3-1-5 0,-3-1-1 0,0 3-44 16,0-3 49-16,1 3-2 0,-1-3-5 0,3 1-2 0,-3 1-4 16,1-2 4-16,-1 4-5 0,3-3 1 0,-3 0-3 15,1 0 0-15,0 2 0 0,-1-1-2 16,1-1 5-16,1 4-5 0,-1-4 0 0,2 2-1 16,-2-3-1-16,0 3-3 0,0-2 4 0,1 0 0 0,-1 1 0 15,0-2 4-15,1-1 1 0,-2 2-3 0,1-7 3 16,-1 3 7-16,2-2-40 0,-2 5 50 0,0-2-44 15,0-2 68-15,0 0-42 0,0 4 2 0,0-5 46 16,0 2-53-16,1-1 36 0,-1-2-48 0,2 3 43 16,-1 0-49-16,-1 1 67 0,0 0-39 0,0-2 37 15,0 1-47-15,1-1 40 0,1 2-49 0,-2 1 40 16,1 1-41-16,0 0 43 0,-1 0-41 0,0-1 37 16,0 1-40-16,0-3 37 0,0-1-41 0,0 5 43 15,1-2-43-15,1 1 41 0,-2-1-44 0,0 1 44 16,0-4-42-16,1-1 0 0,-1 1 3 0,0-1 7 15,1 0-6-15,1-1 5 0,-2 2 4 0,0-1-1 16,1 5 5-16,-1-4 0 0,1-2-5 0,1 5 1 16,-1-6 0-16,0 3-1 0,0-2 1 0,2 1 16 15,-3 1-13-15,3 4 32 0,0-3-45 0,-2 1 43 16,2 0-39-16,-2 0 35 0,2-2-44 0,-2 0 44 16,2 1-45-16,-2 0 42 0,2 3-43 0,-1-2 40 0,-2 1-11 15,1-1 9-15,2 2-42 0,-2-3 44 0,2-1-44 16,-3-3 42-16,4 6-38 0,-2-2 0 0,-2-2 12 15,3 1-3-15,-2 2-2 0,2 0 8 0,-2-4-1 16,0 1 9-16,-1 1-6 0,1-2-53 0,1 2 64 16,-2 0-54-16,1-2 64 0,-1 2-6 0,0 0-4 15,0 0 1-15,0-2-5 0,0 2-1 0,0 2 2 16,0 0-9-16,0 2 12 0,-1-5-8 0,1 2 1 16,0-1-1-16,-2-1 0 0,1 1 1 0,1-1 0 15,-1 2 8-15,0 2-6 0,-1-3 33 0,1-1-35 16,1 0 0-16,-1 2 4 0,1-1-4 0,-3-2 1 15,3 1-3-15,0 1 2 0,-1-1-2 0,1 1 1 16,0-1 1-16,0 0-1 0,1-2 1 0,-1 2-2 16,0-1 2-16,0 0-2 0,-1 0 9 0,1-1-56 0,0-1 58 15,0 3-54-15,-1-2 63 0,-2-1-61 16,2 2 67-16,1 0-5 0,0-1 0 0,-1 0-11 16,1 0-2-16,-2-1-2 0,1 3 0 0,1-2 4 0,0 0-6 15,0-1-3-15,-1 0 2 0,1-1-3 0,0 1 4 16,-3 0 9-16,3-2-4 0,0-3 7 0,0 2 5 15,-1 0-4-15,0 1 1 0,-1-3-3 0,1 1 8 16,1 0-17-16,-1-2 4 0,1 2-3 0,-3 0 1 16,3-3-2-16,0 5 7 0,0-3-7 0,-1-2 4 15,0 2 6-15,1 0-5 0,0 0 2 0,-3 0 2 16,3 0 2-16,-1 1-1 0,-1-2 11 0,1 3-4 16,0-3 0-16,-1 3-5 0,-1-1 2 0,2-1-9 15,-1 2 4-15,1-2-1 0,-1 0-2 0,0 1-1 16,1 1 0-16,-2-3-2 0,2 5-4 0,0-4 3 15,-2 1-6-15,3 0-46 0,-2 0 57 0,-1-1-47 16,3 0 49-16,-1 2-48 0,-2-1 53 0,3-2-50 16,-2 3 51-16,1 0-3 0,-2-3-5 0,3 3-3 0,-3-1 1 15,2-2-7-15,1 1 2 0,-1 1-5 16,0-2 2-16,1 2-5 0,-3-1 5 0,3-1-5 16,-1 1 2-16,1-1 0 0,-3 1 3 0,3 0-4 0,-1-3 2 15,0 3 6-15,1-1-3 0,-3 0 2 0,3-1-2 16,0 0 2-16,-1 2-1 0,-2-4 3 0,3 4-3 15,-1-1 0-15,1-1-1 0,-3 0-1 0,2 0-1 16,0 0-5-16,1 1 8 0,-1-1-4 0,1 0 0 16,-2 0 1-16,1-1-2 0,1 3-1 0,0-4 3 15,-1 3-4-15,1-1 0 0,-2-1 2 0,1 1 0 16,1-1 0-16,0 0 0 0,0 0-2 0,0 0 2 16,0 2-2-16,-1-2 1 0,1-1-1 0,-1 1-3 15,1 1 6-15,0 0-3 0,0-1 1 0,0-1 1 16,0 1-2-16,0 1-2 0,0 0 4 0,0-1-1 15,1 2 0-15,0-1 0 0,-1 1-1 0,0-3 1 16,0 2-5-16,0-2 9 0,1 1-6 0,-1-1 2 16,2 1-1-16,-2-1 2 0,1 1-3 0,-1-1-43 0,0 0 55 15,1 0-48-15,1 0 52 0,-2 0-46 16,0 1 50-16,1-2-45 0,-1 0 49 0,0 1-51 16,0 2 49-16,0-3-46 0,1 0 48 0,-1 1-47 0,0-1 48 15,0 2-52-15,0-1 51 0,1-2-6 0,-1 2 0 16,0-1-5-16,3 1-5 0,-3-1 3 0,0 0-5 15,1 1 0-15,-1-1-2 0,0 2 1 0,1-2-3 16,-1-1 4-16,2 3-5 0,-2-3 0 0,1 3 1 16,-1-2 0-16,0 0-3 0,1 1 3 0,1-1 4 15,-2 1-5-15,1-2-1 0,-1 2 0 0,0 0-1 16,1-2-3-16,-1 2 8 0,0-8-4 0,0 13-1 16,1-6-1-16,1-1 1 0,-2 1-5 0,1 1 5 15,-1-2-2-15,0 0 2 0,1 3 0 0,1-4-2 16,-2 4 2-16,1-4-4 0,-1 3 7 0,1-1-8 15,-1-1 0-15,0 3 1 0,1-4 4 0,1 2-5 16,-2-1 3-16,1 1 1 0,-1-7-1 0,1 13-1 16,-1-13 5-16,2 10-4 0,1-3-3 0,-3-7 6 0,0 12-2 15,0-12-2-15,1 12-1 0,-1-12-1 16,2 10-6-16,-2-10-4 0,1 9-7 0,-1-9-9 16,1 8-11-16,-1-8-13 0,2 9-19 0,-2-9-17 0,-2 6-30 15,2-6-39-15,2 8 6 0,-2-8-104 0,-2 7 1 16,2-7-63-16,-1 7-63 0,1-7-64 0,-1 9-42 15,1-9-36-15,-3 7-420 0,3-7-530 0</inkml:trace>
  <inkml:trace contextRef="#ctx0" brushRef="#br0" timeOffset="114383.95">5314 13147 201 0,'0'0'459'15,"0"0"-96"-15,0 0-46 0,-1-5-51 16,1 5-39-16,0 0-31 0,0 0-18 0,0 0-48 0,0 0 51 16,0 0-13-16,0 0-2 0,0 0-6 0,6 3-7 15,-6-3-11-15,4 5-11 0,-4-5-14 0,7 9 6 16,-7-9-8-16,7 10-9 0,-3-3-8 0,0-4-7 16,0 4-11-16,-2-2-5 0,2 0-6 0,-4-5-9 15,6 9-11-15,-6-9-1 0,7 7-4 0,-7-7 2 16,5 5-1-16,-5-5-9 0,5 4-1 0,-5-4-4 15,0 0 2-15,13 0-2 0,-13 0-2 0,10-8-6 16,-5 3-6-16,3 0-2 0,1-4-49 0,1 1 54 16,0-2-51-16,0-2 53 0,3-2-35 0,1-1 26 15,0 1-78-15,-1-3 18 0,1 0-90 0,1-2-53 16,2-1-36-16,1-2-96 0,-3 1-55 0,4-2-73 16,-3 1-495-16,-1-1-526 0</inkml:trace>
  <inkml:trace contextRef="#ctx0" brushRef="#br0" timeOffset="115750.02">6422 6982 264 0,'-3'-10'339'0,"3"10"-70"0,-1-9-33 16,1 9-39-16,0-10 4 0,0 10-12 15,-2-10-6-15,2 10-43 0,0-10 32 0,0 10-66 16,-3-9 23-16,3 9-44 0,-1-7 41 0,1 7-41 15,-3-6 19-15,3 6-52 0,0 0 21 0,0 0-43 0,0 0 24 16,0 0 13-16,-9 8 9 0,7 0 2 16,-2 1 6-16,-1 1 1 0,0 4-6 0,-1 0-2 0,3 1-8 15,-4 1-6-15,3 1 2 0,-2 0 0 0,4 0-2 16,-2-1-4-16,-1 2-1 0,2-2-3 0,-1-1-1 16,0 1-4-16,0-1-7 0,2-1-1 0,-2 1-8 15,0-6-4-15,3 4-4 0,-3-4-5 0,3 3-3 16,-2-4-4-16,2 1 1 0,0-1-6 0,-2-1-1 15,3-7 2-15,-1 11-3 0,1-11-5 0,-3 10 5 16,3-10-1-16,-1 8-4 0,1-8-3 0,0 0-51 16,0 9-56-16,0-9-52 0,0 0-39 0,0 6-47 15,0-6-66-15,5 5-68 0,-5-5-31 0,7 8-412 16,-7-8-359-16</inkml:trace>
  <inkml:trace contextRef="#ctx0" brushRef="#br0" timeOffset="116467.03">6373 8542 375 0,'0'0'532'0,"0"0"-100"15,-10 1-23-15,10-1-61 0,0 0-7 16,-11-5-61-16,11 5-7 0,-8-5-44 0,8 5-12 16,-5-9-31-16,5 9-24 0,-3-13-25 0,3 6-24 0,0 0-18 15,0-1-17-15,1 0-18 0,2-1-13 0,1 0-8 16,1-1-11-16,0 3 0 0,3-3-6 0,-2 3 2 15,3 2-7-15,-1-2-4 0,2 0-3 0,0 4-2 16,1-2 0-16,1 3-3 0,-1 2 3 0,-11 0-6 16,21 1 0-16,-9 2 1 0,-2 0-5 0,-1 3 2 15,1 1-3-15,-2 0 2 0,1 5-2 0,-3-3-2 16,-2 3 4-16,0 1 10 0,-3-1-9 0,0 2 6 16,-2 0-9-16,0 2 9 0,-3 1-9 0,-1-1 6 15,-3 3-5-15,-1-1 9 0,0 1-8 0,-1-2 8 16,-4-3-9-16,2 2 8 0,-1-3-5 0,0-1 8 15,1-2-7-15,-2-2-6 0,1 1 21 0,1-2 22 16,-1-4 11-16,0 2 9 0,3-1 15 0,1-1-10 16,-3-1-1-16,12-2-5 0,-15 2-6 0,15-2-7 0,-14 3-9 15,14-3-6-15,0 0-11 0,-13 1-5 16,13-1-3-16,0 0-4 0,0 0-4 0,0 0 2 16,0 0 1-16,4-5-6 0,-4 5 1 0,14-1-2 15,-14 1 1-15,18 0-5 0,-18 0-7 0,26 0-15 0,-14 0-16 16,4 0-14-16,-2 1-13 0,1 0-8 0,0 0-27 15,2 2-27-15,1 1-71 0,-3 1 55 16,-1-2-43-16,-1 2-12 0,1-1-75 0,0 3 12 0,-2-2-60 16,-1 1-19-16,1 5-512 0,-3-5-405 0</inkml:trace>
  <inkml:trace contextRef="#ctx0" brushRef="#br0" timeOffset="117250.3">6303 9646 238 0,'-5'-5'485'0,"5"5"-3"0,-4-7-110 0,4 7-21 16,-1-7-4-16,1 7-83 0,1-8-9 0,-1 8-47 15,1-9-3-15,2 3-34 0,-3 6-8 0,8-11-35 16,-5 6-5-16,3 0-36 0,0 0-4 0,-1 0-27 16,5 0 2-16,-3 1-23 0,0 1 8 0,2-1-21 15,1 2 5-15,-10 2-15 0,17-3 8 0,-17 3-12 16,18 2 8-16,-18-2-17 0,18 5 12 0,-9-3-13 16,-3 2 11-16,1 3-15 0,-1-1 15 0,-1 3-16 15,-1 1 3-15,-3 0 0 0,-1 2 3 0,0-2-2 16,-2 2 7-16,-4 3-6 0,0 0-1 0,0-1-1 0,-2 0 4 15,-1 1-1-15,0-3 1 0,0 1 5 16,0-2-47-16,-1 0 57 0,1-1-26 0,1 0 80 16,2-4-23-16,-1 0 67 0,1 1-44 0,3-3 44 15,-3 0-59-15,6-4 34 0,-6 7-60 0,6-7 36 0,-5 5-53 16,5-5 34-16,0 0-53 0,0 0 46 0,0 0-50 16,0 0 44-16,0 0-51 0,6-5 44 0,-6 5-49 15,11-5 49-15,-11 5-52 0,15-2 49 0,-15 2-48 16,15-2 48-16,-15 2-52 0,18 0 48 0,-18 0-48 15,18 2 47-15,-7-1-50 0,-2 3 49 0,0-2-51 16,-1 3 42-16,2 0-51 0,-2 0 51 0,-2 2-46 16,2 0 47-16,-3 1-47 0,-1 1 54 0,-3 1-52 15,2 0 52-15,-3 2-46 0,0-1 43 0,-3 1-16 16,-1 3 0-16,-1-2 1 0,-2 2 3 0,-1-1 0 16,-2 1 0-16,-3-1 1 0,0 1 1 0,-1-1 2 15,-1-5 0-15,-2 4 2 0,3-5 8 0,0 0 21 16,0-3 15-16,0 0 7 0,-3 0 0 0,2-3 1 15,2-1-3-15,-1-1-49 0,0-1 44 0,1 1-49 16,-2-3 38-16,5-1-48 0,-3-1 42 0,3 3-53 16,1-3 31-16,0 2-72 0,0-1 13 0,1-1-96 15,2-1-14-15,1 2-76 0,0-1-90 0,5 5-81 0,-4-9-88 16,4 9-549-16,-1-8-657 0</inkml:trace>
  <inkml:trace contextRef="#ctx0" brushRef="#br0" timeOffset="118050.09">6312 10892 437 0,'0'0'429'0,"0"-9"-84"0,0 9-36 0,0 0-18 16,0-8-12-16,0 8-40 0,0 0-50 0,0 0-25 16,0 0 20-16,0 0 13 0,0 0 0 0,5 10-1 0,-5-2-11 15,1 3-14-15,-1 2-16 0,0 0-10 16,-1 3-17-16,0 2-10 0,0 0-20 0,-3 3-4 15,-1 0-15-15,1 1-7 0,-4-1-12 0,2 2-11 0,-2-1-7 16,2 0-52-16,-4-1 46 0,2-1-43 0,-3-1 40 16,3-1-47-16,-1 0 48 0,0-2-50 15,1-5 53-15,2 1-49 0,-1-2 75 0,2-3-31 16,0 0 52-16,1 1-47 0,4-8-6 0,-6 9-1 0,6-9-4 16,0 0 30-16,-6 3-54 0,6-3 43 0,0 0-51 15,2-6 44-15,-2 6-51 0,10-9 38 0,-2 3-40 16,0 0 47-16,3 1-46 0,1-1 47 0,0 0-41 15,5 1 33-15,-2-2-42 0,3 2 46 0,0 1-48 16,0-1 46-16,1 2-47 0,-1 1 47 0,1-1-42 16,-1 2 38-16,-1 0-47 0,-1-1 44 0,-3 1-45 15,1 1 48-15,0 0-49 0,-1 0 23 0,0 0-22 16,-13 0 41-16,20 1-56 0,-20-1 24 0,16 2-64 16,-16-2 29-16,13 1-84 0,-13-1 15 0,12 1-34 0,-12-1-33 15,9 1-55-15,-9-1-50 0,0 0-87 16,0 0-55-16,9 3-52 0,-9-3-398 0,0 0-442 15</inkml:trace>
  <inkml:trace contextRef="#ctx0" brushRef="#br0" timeOffset="118300.99">6464 11027 337 0,'-4'-8'537'0,"-1"1"-50"0,5 7-61 0,-6-9-47 15,6 9-56-15,-5-7-56 0,5 7-41 0,0 0-39 16,0 0 11-16,0 0 0 0,-9 7-5 15,6 1-9-15,3 3-9 0,0 0-15 0,-1 3-5 0,1 6-11 16,0-2-4-16,1 7-49 0,-1 0 37 0,3 0-58 16,-2 2 32-16,0 0-60 0,-1 2 1 0,2-3-15 15,-1 3 37-15,0-1-56 0,-1 0 40 0,3-1-46 16,-3 0 36-16,1-1-49 0,-1-2 22 0,0-2-202 16,3 0 61-16,-2-2 21 0,-1-3-42 0,1-3-65 15,-1 1-60-15,2-4-79 0,0 0-77 0,-2-3-78 16,1-1-438-16,-1-7-531 0</inkml:trace>
  <inkml:trace contextRef="#ctx0" brushRef="#br0" timeOffset="120650.06">6812 6224 250 0,'0'0'239'0,"0"0"-40"0,-2-7-49 16,2 7-31-16,0 0-24 0,0 0-17 0,0 0-14 0,-1-7-9 15,1 7 6-15,0 0 18 0,0 0 23 0,0 0 10 16,0 0 8-16,0 0 1 0,0 10 13 0,0-10 10 16,0 11-8-16,0-11-9 0,0 15-45 0,0-7 30 15,0 2-6-15,0 1-8 0,0 3-2 0,0-1 3 16,0 5-6-16,0 0 0 0,0 1-10 0,0 1-12 15,3 3-1-15,-3 2-5 0,1-1-21 16,-1 1 24-16,1 0-7 0,2 1 11 0,-3-1-20 0,2 0-2 16,-2 2-3-16,0-2 0 0,3 1-5 0,-2 0 3 15,0 1 13-15,2 1-14 0,0-2 9 0,-1 2-7 16,-1-1 10-16,2 0-18 0,0-1 2 0,-1 1-13 16,1 0 9-16,-1 0-10 0,2 1 13 0,-3-2-2 15,2 2 7-15,-1-2-14 0,1 1 4 0,-1 4-10 16,1-4-13-16,0-2 10 0,-1 1 3 0,1 1-8 0,2-2 0 15,-3 3 2-15,2-2 4 0,0-2 6 16,0 3-5-16,0-3-2 0,0 1-41 0,1 4 46 16,0-4 3-16,-2 1-3 0,1-1-6 0,0-1 6 15,0 4-9-15,0-5-3 0,0 5 2 0,1-2 2 0,-3-2 0 16,2 2-2-16,0-1-5 0,0-1-5 0,0 1 2 16,0 0-5-16,0 0 10 0,-2-1-1 0,3 1-2 15,-1-2-2-15,0 0 0 0,0 0-2 0,-2 2 4 16,1-3-4-16,-1 3 10 0,2-2 2 0,-1-1-3 15,-1 1 0-15,1-3 1 0,-1 3-41 0,1-2 57 16,-2-2-29-16,2 1 42 0,-2-2-47 0,0 2 40 16,2-2-42-16,-3 1 39 0,1 0-34 0,2 0 28 15,-2 1-42-15,-1-3 41 0,1 1-43 0,-1 2 48 16,2-2-44-16,-1 1 37 0,0-1-44 0,-1 1 42 16,4 0-4-16,-4 0-44 0,1 0 50 0,0 2-14 15,1-3 7-15,0 1-6 0,-2 0-3 0,0-1-44 16,1 1 54-16,1 0-9 0,-1 1 0 0,-1 1-40 15,1-1 48-15,1-1-44 0,0 2 46 0,-3-2-40 0,2 0 38 16,-1 0-41-16,0 2 46 0,3-2-45 16,-2 3 51-16,-1-2-51 0,1 2 49 0,1-1-43 15,-2-2 1-15,1 2 3 0,-1 0 2 0,0-2 2 0,0 2 46 16,1-1-53-16,1 4 44 0,-2-3-44 0,1 2 45 16,-1-1-50-16,0-1 41 0,0-1-35 0,-1 1 32 15,1-1-37-15,0 4 40 0,-2-2-44 0,2-3 47 16,0 3-47-16,-1-1 49 0,1 0-41 0,0 0 37 15,0 1-46-15,0-2 44 0,0 1-43 0,0-2 50 16,0 0-44-16,0 1 39 0,-1-1-46 0,1 1 47 16,0-3-46-16,-2 4 45 0,2-1-31 0,-1-1-6 15,1 2 42-15,0-3-49 0,0 1 3 0,-1 0 4 16,1-1 9-16,0 1-3 0,-2-1 2 0,1 2-2 16,1-1 4-16,0-1 1 0,0 1 1 0,-2 0 5 15,3 1-3-15,-1-1-1 0,0 1 1 0,1 0 39 16,-1-2-47-16,0 1 42 0,0 0-47 0,0-1 40 15,0 1-44-15,0-1 46 0,0 0-48 0,0 2 42 16,0-2-39-16,0 0 42 0,0 2-48 0,0-1 46 16,0 0-44-16,0 0 46 0,1 1-47 0,-1-1 50 15,2 2-46-15,-2-1 39 0,0-2-41 0,0 0 42 0,1 0-43 16,-1 1 44-16,0-1-47 0,0 0 23 0,0-1-19 16,0 2 5-16,0-2 4 0,0 1 2 0,3 0 5 15,-3-1 4-15,1 1-4 0,-1-2 0 16,1 1-44-16,1 0 55 0,-1 0 2 0,-1-2 0 0,1 2 0 15,-1-1-6-15,0 1-1 0,5-2 1 0,-5 2-3 16,0-5 6-16,0 5-7 0,0 0 0 0,0-1 2 16,1 1-5-16,1 0 4 0,-2 0-2 0,1-1 8 15,-1 1-7-15,1-1 2 0,-1 1 40 0,0 0-50 16,0 1 1-16,0 0 46 0,0-1-54 0,0 0 47 16,3 0-49-16,-3 1 45 0,0 0-46 0,0 0 6 15,0-1 0-15,0 2 7 0,0-3-3 0,0 2 2 16,0-2 1-16,0 2 2 0,0-1 1 0,0 2-1 15,-2-2 7-15,2 0-6 0,0-1 1 0,0 1-3 0,-1 0 3 16,1-2 7-16,0 2-5 0,0-3-50 16,1 2 59-16,-1 0-51 0,2-1 57 0,-2-2-48 15,0 2 71-15,0-1-68 0,0 1 48 0,0-3-3 16,0 4-2-16,0-3-2 0,0 0 1 0,0-1-9 0,0 1 0 16,0 0 0-16,0 0-3 0,0 0 2 0,0 1-2 15,-3-2 8-15,3 1-4 0,0 0-6 16,0-1 0-16,0 1 1 0,0-1 0 0,0 0-1 0,0-1 2 15,0 4 2-15,0-5-2 0,0 2-2 0,0 1 0 16,0-2 2-16,0 1 6 0,0 0-5 0,3 1-2 16,-3-1-2-16,0-2 2 0,0 1 3 0,0-1 17 15,0 2-15-15,0 0 6 0,0-3-1 0,0 3-5 16,0-2 4-16,1 0-1 0,-1 0 8 0,0 1-7 16,0 0-1-16,0-2-5 0,0 1 3 0,0 0 1 15,0-3-2-15,0 2 1 0,1-1-1 0,-1 1 0 16,2-1 1-16,-2 2 1 0,0-1 7 0,0 0-3 15,1-1-6-15,-1 1-1 0,1-1 1 0,-1 0 2 16,0 1 2-16,0-1-7 0,0 1-2 0,0-2 1 16,0 2 1-16,0-1 0 0,3 0 0 0,-3 1 5 15,1-1-4-15,-1 1-2 0,0-2 1 0,1 1 0 16,1-2 2-16,-2 2-56 0,0 0 68 0,1-1-60 0,-1 1 66 16,1-2-64-16,-1-6 68 0,0 14-64 0,0-14 68 15,0 14-55-15,1-7 56 0,-1-1-63 16,3 2 61-16,-3-8-63 0,0 12 64 0,1-6-62 0,-1-6 62 15,0 11-63-15,0-11 64 0,0 13-62 0,0-13 62 16,1 9 5-16,-1-9-17 0,3 11-5 0,-3-11-7 16,0 10 3-16,0-10-3 0,0 9 5 0,0-9-7 15,1 11-6-15,-1-11 5 0,2 9-1 0,-2-9-1 16,1 10-2-16,-1-10 1 0,-1 8 0 0,1-8-1 16,1 10 1-16,-1-10 1 0,0 8-3 0,0-8 6 15,1 9-5-15,-1-9-1 0,0 8-1 0,0-8 1 16,0 8 3-16,0-8 0 0,1 6-3 0,-1-6 2 15,2 8-2-15,-2-8 1 0,0 9-2 0,0-9 2 16,1 8 3-16,-1-8-3 0,0 8 0 0,0-8 0 16,0 9 0-16,0-9 0 0,1 5-3 0,-1-5 3 15,2 7-4-15,-2-7 5 0,0 0 0 0,0 10 3 16,0-10-3-16,1 7 5 0,-1-7-6 0,0 0 0 0,0 9 0 16,0-9 1-16,0 0-2 0,1 8 9 0,-1-8-11 15,0 7 0-15,0-7 4 0,0 0-3 16,0 9 1-16,0-9 1 0,1 7 4 0,-1-7-3 0,2 7-1 15,-2-7-2-15,0 7 0 0,0-7 0 0,0 9 8 16,0-9-7-16,1 6-2 0,-1-6 4 0,0 6-2 16,0-6-3-16,0 0-1 0,0 11-19 0,0-11-18 15,1 6-14-15,-1-6 14 0,2 6-77 0,-2-6 15 16,0 0-85-16,1 9 7 0,-1-9-46 0,1 7-47 16,-1-7-63-16,0 7-68 0,0-7-49 0,0 0-56 15,0 10-399-15,0-10-475 0</inkml:trace>
  <inkml:trace contextRef="#ctx0" brushRef="#br0" timeOffset="121216.02">6136 13100 803 0,'0'0'545'0,"0"0"-88"0,1-9-136 16,-1 9-6-16,0 0-87 0,0 0 30 0,0 0-20 15,0 0-22-15,13 1-19 0,-13-1-21 0,10 9-21 16,-5-2-14-16,3-1-13 0,1 2-14 0,-2 0-19 0,2 2-12 16,-1-2-10-16,2 3-12 0,-2-3-10 15,1 3-5-15,-2-5-7 0,0 3 1 0,-1-3 0 16,1 0 0-16,-1-3 0 0,0 2-4 0,-6-5 3 15,13 5-39-15,-13-5 59 0,15 0-29 0,-6-2 54 0,2-3-39 16,1-2 58-16,3-3-47 0,1-2-1 0,1-3 2 16,2-2 1-16,0-1-6 0,4-3-5 0,4-1-59 15,-2-2 60-15,4-3-63 0,-1 3 65 0,1-3-15 16,0 1-7-16,2 2-5 0,-3 0-6 0,0-1-5 16,-2 4-2-16,-3 4 0 0,-3 1-3 0,-3 5-2 15,0-1 0-15,-6 2 0 0,3 1 3 0,-5 1-7 16,0 1-5-16,1 2-9 0,-2 0-18 0,-2 0-32 15,1 1-37-15,-1 1-8 0,-6 3-110 0,9-7-19 16,-9 7-74-16,9-5-82 0,-4 0-93 0,-5 5-126 0,6-5-412 16,-6 5-633-16</inkml:trace>
  <inkml:trace contextRef="#ctx0" brushRef="#br0" timeOffset="126132.03">16835 3251 472 0,'0'0'385'16,"0"0"-40"-16,-6-5-115 0,6 5-21 0,0 0-47 15,-7 7 24-15,7-7-27 0,-5 10-16 0,4-5-32 16,-2 2-4-16,3-1-22 0,-2 1-5 0,0-1 0 16,2 2-12-16,0-8 8 0,0 12-9 0,0-12 24 15,2 11 3-15,-2-11 9 0,6 8-5 0,-6-8 4 16,9 5-25-16,-9-5-3 0,19-4-14 0,-7 2-12 15,4-4-10-15,2 0-10 0,3-2-1 0,0-2-19 16,5 0 7-16,1-2-28 0,0 0-47 0,1 2-60 16,1-2-37-16,1 0-73 0,0 2-21 0,0 0-91 15,0 1-27-15,-2-1-357 0,3 2-233 0</inkml:trace>
  <inkml:trace contextRef="#ctx0" brushRef="#br0" timeOffset="126415.05">17837 3165 444 0,'0'0'375'0,"0"0"-48"15,0 0-92-15,0 0-9 0,0 0-42 16,6 5 7-16,-6-5-12 0,0 7-6 0,0-7-31 0,3 10-17 15,-3-10-12-15,1 11-14 0,-1-11-22 0,1 10-2 16,-1-10-19-16,3 9 20 0,-3-9-15 0,4 9 17 16,-4-9-5-16,6 8 11 0,-6-8-22 0,13 4 6 15,-13-4-20-15,15-1 0 0,-2-2-22 0,-3 0 8 16,7-2-17-16,-3-1-28 0,2-1-49 0,1 1-8 16,2-2-40-16,-1 0-25 0,3-1-61 0,0 2-19 15,-3-2-83-15,3 2-7 0,-2-1-432 0,-1-1-239 16</inkml:trace>
  <inkml:trace contextRef="#ctx0" brushRef="#br0" timeOffset="126715.26">18555 3084 330 0,'0'0'379'0,"0"0"-55"0,0 0-101 16,-5 4 5-16,5-4-50 0,0 0 18 0,-2 10-37 15,2-10-8-15,-1 8-12 0,1-8-18 0,0 11-19 16,0-11-14-16,0 13 0 0,3-6-6 0,-3-7-11 16,1 10 22-16,3-5-16 0,-4-5 36 0,5 10-5 15,-5-10 21-15,9 6-11 0,-9-6-16 0,11 2-16 16,-11-2-17-16,18-4-13 0,-7 2-11 0,0-2-9 15,2 0-8-15,0-3-26 0,1 2-42 0,0-2-37 16,1 0-40-16,-1 0-39 0,0 0-88 0,2-1-74 16,-1 0-34-16,-2 2-474 0,2-1-364 0</inkml:trace>
  <inkml:trace contextRef="#ctx0" brushRef="#br0" timeOffset="127048.96">19232 3130 35 0,'0'0'609'0,"0"0"-121"15,0 0-94-15,-11 2-58 0,11-2-79 0,0 0-37 16,0 0-62-16,0 0-23 0,-7 5-37 0,7-5-12 15,-1 5-24-15,1-5 11 0,-1 9-20 0,1-9 17 16,1 8-32-16,-1-8 16 0,1 11-20 0,-1-11 32 16,4 8 3-16,-4-8 30 0,7 10-4 0,-7-10 15 15,11 5-19-15,-11-5-2 0,14 0-15 0,1-1-15 16,-2-3-13-16,4-2-8 0,-2 0-9 0,7 0-3 16,-3-2-10-16,3 0-21 0,-2-2-48 0,2 0-27 15,-3 1-39-15,3 2-43 0,-3-1-55 0,-1-1-57 16,-3 2-18-16,1 0-96 0,-1 1-56 0,-2 0-210 15,1 0-164-15</inkml:trace>
  <inkml:trace contextRef="#ctx0" brushRef="#br0" timeOffset="130381.17">19945 3067 194 0,'0'0'321'0,"0"0"-82"0,0 0 35 0,0 0-49 0,0 0 22 15,0 0-41-15,0 0 5 0,0 0-3 16,0 0-18-16,0 0-14 0,0 0-11 0,0 0-12 0,0 0-20 16,0 0-12-16,0 0-22 0,0 0-21 0,0 0-15 15,-2 7-8-15,2-7 5 0,-2 8-13 0,2-8 12 16,-2 12-14-16,0-6 20 0,1 3-17 0,1-2 8 16,-1 0-14-16,1 0 30 0,0 1 11 0,0-8 4 15,0 13 5-15,0-13 3 0,1 9 6 0,-1-9 6 16,7 10-19-16,-7-10 10 0,11 3-7 0,-11-3-15 15,17 0-15-15,-6-4-12 0,3-1-11 0,2-3-8 16,0 1-11-16,2-3 10 0,1 2-14 0,-1-2 4 16,0 2-13-16,1-2 4 0,-2 0-28 0,1 1-32 15,-1 1-33-15,-1 1-61 0,-3 0-31 0,2 0-43 16,-1 2-72-16,0-1-96 0,-2 0-106 0,2 2-505 16,-3 1-595-16</inkml:trace>
  <inkml:trace contextRef="#ctx0" brushRef="#br0" timeOffset="131599.01">7518 6904 212 0,'0'0'493'0,"-1"-12"-64"0,1 12-10 15,-1-14-16-15,1 8-26 0,0-1-39 0,-2 1-8 16,0-1-20-16,2 7-17 0,0-11-7 0,0 11-15 0,-3-12-53 15,3 12 12-15,-1-8-64 0,1 8 12 0,-2-6-73 16,2 6 14-16,0 0-63 0,0 0 29 16,0 0-49-16,-6 5 25 0,5 3-47 0,1 3 35 0,0 3-43 15,0 4 40-15,0 1-9 0,0 1-10 0,0 3 5 16,3 1-8-16,-2-2-3 0,3 4-3 0,-3-3-6 16,3 1-34-16,0-2 43 0,-2-1-5 0,1-1-4 15,-2-3-38-15,2 1 41 0,-1-2-40 0,1 1 38 16,-2-3-37-16,2-1-23 0,-2-2-66 0,2 1-77 15,-1-2-85-15,-2 0-82 0,4-1-85 0,-3-1-100 16,-1 0-137-16,3-1-272 0,-3 0-533 0</inkml:trace>
  <inkml:trace contextRef="#ctx0" brushRef="#br0" timeOffset="132331.04">7411 8460 489 0,'0'0'558'0,"-5"-4"-58"16,5 4-45-16,0 0-29 0,-5-8-64 0,5 8-33 15,-4-7-45-15,4 7-31 0,-3-11-25 16,3 11-70-16,0-12 30 0,1 6-68 0,-1 6 22 0,3-12-63 15,1 5 33-15,0 1-57 0,0 0 24 0,1 1-45 16,0 0 42-16,4 0-46 0,-3 3 39 0,-6 2-54 16,18-3 46-16,-18 3-54 0,19 3 39 15,-7-1-53-15,-2 3 43 0,2 2-46 0,0 0 46 0,-2 1-52 16,1 3 31-16,-1 0 10 0,-4 3-10 0,1 0 0 16,-1 2-5-16,-3 0 0 0,-2 3-7 0,-2-2 2 15,-2 3-1-15,-1 1 0 0,-1-1 2 0,-4 1-3 16,-2 0 5-16,-1 0-8 0,-1-2 2 0,-1 0 2 15,1-4-2-15,1 0 4 0,-1-1-1 0,0-4 2 16,3 1 11-16,0-5 40 0,1 1 19 0,0 0 11 16,3-2 3-16,-2-3-3 0,8-2 1 0,-12 5-15 15,12-5-10-15,0 0-16 0,0 0-13 0,0 0-2 16,-10-2-19-16,10 2-5 0,8-7 12 0,-8 7-3 0,14-5 1 16,-5 0-5-16,1 0-6 0,5 1 8 0,1 1-20 15,-1-1 14-15,3 0-2 0,1 2-23 16,0-1-28-16,-2 2-52 0,3 0-65 0,1 1-69 15,-5 0-51-15,2 1-77 0,-1 1-16 0,1 2-107 0,-3 1-57 16,2 0-120-16,-3 2-287 0,0 1-524 0</inkml:trace>
  <inkml:trace contextRef="#ctx0" brushRef="#br0" timeOffset="133114.81">7408 9954 309 0,'-10'2'570'0,"10"-2"-60"0,0 0-39 16,0 0-45-16,-7-5-57 0,7 5-40 0,-3-6-32 15,3 6-37-15,0-8-68 0,0 8 30 0,6-10-65 16,-3 4 31-16,1 1-71 0,0-4 28 0,2 4-62 16,0-3 31-16,3 3-57 0,0-2 31 0,-1 1-56 15,3 2 39-15,0 0-55 0,0 0 43 0,0 1-55 16,1 3 44-16,0-1-50 0,0 0 33 0,0 2-49 16,1 0 46-16,-3 2-52 0,0-1 48 0,-1 4-49 15,0 0 37-15,-1-1-49 0,-2 2 48 0,2 2-50 16,-6-1 48-16,2 4 4 0,-1-3-51 0,-3 2 50 15,-3 3-3-15,0 0-2 0,-2-1 1 0,-1 1-4 16,-2 2 3-16,1-3-6 0,-2 0 2 0,-1 0-3 0,1-1 2 16,0-1-1-16,-1 0 3 0,0-3 11 0,3 0-10 15,0-1 8-15,0-2 5 0,2-1 8 16,5-4-29-16,-9 6 47 0,9-6-10 0,-7 4-20 16,7-4 11-16,0 0-47 0,0 0 50 0,0 0-11 0,0 0-1 15,0-7-8-15,0 7 2 0,8-5 0 0,-8 5-44 16,12-3 50-16,-12 3-47 0,16-2 51 0,-16 2-15 15,17-2 3-15,-17 2 2 0,20 2-4 0,-11 0-1 16,4 0-3-16,-4 1-4 0,1 2 0 0,0-2-1 16,-1 4 1-16,-1-2 2 0,-2 3-1 0,2-2 2 15,-3 4-2-15,0-3-2 0,-1 1 7 0,-1 2 0 16,-2-4-4-16,-1 4 3 0,-1 0 8 0,-2 2-7 16,-1-5 5-16,0 4 6 0,-1-2 3 0,-4 0 8 15,0 0-36-15,0-1 48 0,-1-1-33 0,0 0 45 16,0 0-39-16,-2-4 39 0,2 0-33 0,0 1 24 15,-3-1-6-15,4-2-5 0,-3 0-5 0,12-1-7 16,-21-1-8-16,10 0 2 0,0-1-36 0,2-1-48 16,0 0-1-16,-1 1-50 0,10 2-55 0,-13-3-45 0,13 3-78 15,-14-4-40-15,14 4-143 0,-10-3-89 16,10 3-496-16,-6-4-684 0</inkml:trace>
  <inkml:trace contextRef="#ctx0" brushRef="#br0" timeOffset="133664.7">7508 11119 19 0,'0'0'686'0,"0"0"-178"0,0-9-74 15,0 9-38-15,0 0-94 0,0 0-53 0,0 0-53 0,0 0 11 16,0 0-5-16,0 0 24 0,1 9 7 0,-1-2-16 15,0 3-35-15,-1-1-28 0,1 2-14 16,-1 1-3-16,-2-1-11 0,1 2-46 0,-1 2 34 16,-1-3-59-16,-1 4 35 0,1-1-57 0,-2-2 36 0,1 1-55 15,-3 1 38-15,3-1-47 0,-3-1 42 0,1-2-54 16,-1 2 46-16,3-3-48 0,0-1 43 0,0-2-40 16,0 3 62-16,2-5-34 0,3-5 44 0,-5 9-53 15,5-9 2-15,-3 8-4 0,3-8-5 0,0 0 0 16,8 4 0-16,-8-4 5 0,17 0-4 0,-17 0 1 15,20-2-3-15,-6 1 0 0,0 0 2 0,4 0-2 16,1-2 0-16,-2 2 4 0,2-2-4 0,0 3 36 16,2-3-50-16,-2 2 41 0,-1 1-49 0,0-1 33 15,-3 1-58-15,0-2 20 0,-1 2-84 0,-1 2 37 16,0-2-79-16,-13 0 11 0,22-2-45 0,-22 2-49 16,16 3-40-16,-16-3-68 0,13 1-44 0,-13-1-39 15,0 0-59-15,0 0-377 0,14 2-405 0</inkml:trace>
  <inkml:trace contextRef="#ctx0" brushRef="#br0" timeOffset="133881">7706 11211 201 0,'-4'-9'767'0,"-1"4"-124"0,5 5-100 0,-7-6-90 16,7 6-109-16,-7-6-62 0,7 6-10 0,0 0-28 15,-6 5-16-15,6-5-15 0,-4 10-26 0,3 0-39 16,-1 1-19-16,1 2-57 0,1 0 36 0,1 5-61 15,1 1 45-15,-1 1-56 0,1 2 32 0,1 2-56 16,0-1 40-16,-2 2-52 0,0 0 43 0,2 0-50 16,-2 1 50-16,0-3-24 0,1 3-50 0,-2-3-68 15,0-4-63-15,0 2-59 0,0-2-60 0,-3-1-84 16,4-2-77-16,-2-3-76 0,1-1-458 0,-3 0-567 16</inkml:trace>
  <inkml:trace contextRef="#ctx0" brushRef="#br0" timeOffset="136197.04">7981 6060 165 0,'-5'-7'159'15,"5"7"-39"-15,-7-7-4 0,7 7-19 16,-6-5 0-16,6 5-3 0,-4-7 9 0,4 7-6 0,-5-5-1 16,5 5-5-16,0 0-22 0,-6-5-13 0,6 5-12 15,0 0-11-15,-6-4-7 0,6 4-9 0,0 0-1 16,0 0-6-16,0 0-3 0,0 0 1 0,0 0 4 15,0 0 13-15,-11 1 10 0,11-1 15 0,0 0 14 16,-4 8 0-16,4-8 7 0,-2 7-21 0,2-7-2 16,-3 7 18-16,3-7 27 0,-4 14-11 0,4-8-5 15,-2 5 4-15,-1-3 1 0,2 6 1 0,-2-2-5 16,1 3-13-16,-1 0 0 0,2 4 6 0,0-2-6 16,-2 2-2-16,3 3-15 0,-1 1-3 0,0 0 10 15,-2 1-14-15,3 0 10 0,0 1 0 0,0-1-2 16,0 2-8-16,1 0 7 0,1-1 8 0,-1 0-1 15,0 3 2-15,2-1 9 0,-2-1-8 0,3 0-22 16,-2 0 23-16,1 2-12 0,-1 4 17 0,2-1-20 0,-1 1 9 16,-2 0-9-16,4 1 15 0,-2-1 1 0,-2 1-7 15,3 1 0-15,0 0-8 0,-2-2-6 16,2 1 1-16,-1 1 4 0,-1 0-2 0,2-3-3 0,-1 2 0 16,-1 0-4-16,2-3 0 0,-1 2-4 0,0-2 2 15,0-1-3-15,-1 2 5 0,1-4-3 0,-2 2 3 16,2 2 2-16,-2-3-4 0,-1 2-5 0,3 1-3 15,-2-1-7-15,0-3 0 0,1 6-4 0,-1-4 2 16,0-2-6-16,0 4 4 0,1-3-4 0,-1 1 2 16,-1-3-5-16,3 3 8 0,-3-2-9 0,3 0 9 15,-3 1-24-15,0-1 35 0,0 0-4 0,3 0 11 16,-3 0-19-16,1 0 19 0,-1 1-8 0,1-2-3 16,1 0-4-16,-1 0-3 0,0 1-1 0,-1-2-40 15,1 2 52-15,2-1-42 0,-3 0 39 0,3-1-6 16,-2-1 1-16,0 1-1 0,1 0-1 0,0 0-1 15,-1 0-8-15,2-1 7 0,1 0 0 0,-3 0-3 16,1 1 4-16,1-1 2 0,0 2 2 0,-1-2 0 16,-1 1 4-16,2 0-3 0,0-2-2 0,-1 1-1 0,-2 1-2 15,3-1-7-15,-1 0 4 0,3 0-1 16,-5 0-39-16,4-1 44 0,-1 0-43 0,-2-1 48 16,2 2-37-16,-1-2 41 0,1 1-47 0,-1-3 44 0,1 1-42 15,-2 0 7-15,3 2 1 0,0 0 44 0,-2-2-49 16,-1 1 45-16,2 1-45 0,0-2 42 0,-2 0-37 15,0 1 29-15,2-1-39 0,-2 2 48 0,2-2-43 16,-2 1 43-16,2 3-45 0,-1-1 43 0,-1-2-35 16,2 0 33-16,1 3-41 0,-3-2 44 0,0 1-43 15,2-2 43-15,-2 2-46 0,2 0 46 0,-1 0-43 16,-1 0 47-16,1-1-41 0,-1 0 34 0,2 1-18 16,-2-2-19-16,0 3 38 0,-1-4-41 0,3 1 3 15,-2-2 4-15,0 1 7 0,3 1-1 0,-3 0 0 16,2-1 4-16,-2-1 1 0,0-1 0 0,2 0 1 15,-2 3 5-15,2-1-1 0,-2 2 31 0,2-4-41 16,-2 3 39-16,2-1-34 0,-1-1 27 0,-2 0-18 16,3 4 13-16,-1-3-37 0,1 0 36 0,-1-3-36 0,-2 3 40 15,3-1-37-15,-2 0 28 0,-1 0-32 16,3-1 38-16,-1 1-37 0,0 0 38 0,-1-1-37 16,0-1 36-16,2 2-36 0,-2-2 1 0,2 2 4 0,-1-1 4 15,-1-2 4-15,3 2 13 0,-3-1-1 0,2-1-1 16,-2 1-1-16,2-2-2 0,-2 2 10 0,2-1 2 15,-1 1 11-15,-1-1-57 0,2-1 62 0,-3 4-2 16,3-6-1-16,-1 3 3 0,-2-2-8 0,3 1 3 16,-3 0-4-16,1 0 0 0,-1-2-8 0,1 3 4 15,2-3-5-15,-2 2-4 0,-1 0 4 0,3 1-8 16,-3-2-2-16,1 0 0 0,0 1 4 0,0 0 7 16,1-2-9-16,-2 1 11 0,1-2-7 0,-1 1 21 15,0 1-9-15,1-1 7 0,-1-1-11 0,2 1-1 16,-2 2-1-16,0-3 4 0,0 0-11 0,0 1 6 15,-2 1-9-15,2-1 6 0,-1 3-1 0,1-5-5 16,-1 3-3-16,-1-1 4 0,1 2-3 0,0-3 0 16,0 0 7-16,-1 2-8 0,1-2-1 0,0-1 1 0,-2 2-2 15,2-1 1-15,0 2 2 0,-1-4-3 16,1 3-1-16,1-1-3 0,-1-2 5 0,0 2-1 16,-1 0 1-16,1-3 2 0,1 2 0 0,-1 2-42 0,1-1 53 15,-2-1-43-15,1-2 44 0,1 2-42 0,0 1 45 16,0-2-46-16,0-1 46 0,0 1-2 0,0 1-7 15,0-2 0-15,0 2-3 0,0-2 1 0,0 0-4 16,0 1-1-16,0 1 1 0,0-2-9 0,0 1 12 16,0 0-3-16,0 1 1 0,0-2-2 0,0 2 5 15,0-1-4-15,0-1 3 0,0 2-3 0,0-1 1 16,0-1-2-16,0 1-2 0,0-1 1 0,1 2-2 16,1-4 3-16,-2 4-4 0,0-3 1 0,1 3-1 15,-1-2 3-15,0 0 6 0,0 0 7 0,1 1-2 16,1-2 2-16,-1 1-2 0,0 0-2 0,-1-3-1 15,0 3-2-15,1 0 2 0,1-1-5 0,-1 0 0 16,-1 2-1-16,0-4-4 0,1 3 6 0,2-2 2 16,-2 1-3-16,-1 1 2 0,0-2-3 0,0 1-2 0,1 0 2 15,1-1-1-15,-2 1 2 0,0-1-2 16,1 1 1-16,-1-1 0 0,1 1 0 0,-1-2 3 16,0 1 0-16,0-1 0 0,1 1-2 0,-1 1 0 0,0-2-1 15,2 0 2-15,-2 1 0 0,0-8-1 0,0 12-1 16,1-4 0-16,-1 1-3 0,0-2 0 0,0 0 0 15,0 1-32-15,0-1 38 0,0-1-40 0,0 2 43 16,0-1-35-16,0 0 38 0,0-7-40 0,0 12 41 16,0-12-39-16,0 13 42 0,0-5-41 0,0-8 41 15,0 16-40-15,0-9 42 0,0-1-42 0,0 3 39 16,-1-2-38-16,1-1 37 0,0 3-37 0,-2-2 40 16,2-2-40-16,0 2 27 0,-1 0-26 0,1 0 38 15,0-7-40-15,0 13 41 0,0-13-35 0,0 12 35 16,0-12-42-16,0 11 41 0,0-11-41 0,0 12 43 15,0-12-37-15,0 9 33 0,0-9-39 0,0 11 39 16,0-11-4-16,0 7-2 0,0-7-38 0,0 8 40 16,0-8-1-16,1 8-4 0,-1-8 1 0,0 11-5 0,0-11 0 15,2 6 1-15,-2-6-2 0,0 9-1 16,0-9-1-16,0 7-3 0,0-7 4 0,0 0-3 16,0 10 0-16,0-10 2 0,0 0-8 0,1 7-22 0,-1-7-14 15,0 0-21-15,0 0-8 0,0 0-29 0,-1 7-61 16,1-7-88-16,0 0 30 0,0 0-61 0,0 0-40 15,0 0-151-15,-5-5-62 0,1-1-93 0,-1 0-636 16,0-3-871-16</inkml:trace>
  <inkml:trace contextRef="#ctx0" brushRef="#br0" timeOffset="138131.26">20486 3146 189 0,'0'0'417'0,"5"-8"-73"0,-5 8-46 0,4-8-20 16,-4 8-39-16,4-9-9 0,-4 9-27 0,3-8-19 16,-3 8-3-16,7-9-31 0,-7 9 14 0,2-8-34 15,-2 8-12-15,3-5-36 0,-3 5-6 0,0 0-34 16,0 0 9-16,0 0-14 0,0 0 14 0,4 3-17 16,-4-3 5-16,1 9-14 0,-1-9 8 0,1 10-16 15,-1-10 9-15,0 12-13 0,0-12 8 0,3 9-4 16,-3-9 25-16,2 8 13 0,-2-8 21 0,8 9-15 15,-8-9 16-15,18 1-28 0,-5-2 5 0,6-2-26 16,5-3 5-16,4-2-16 0,4-1 11 0,6-3-19 0,1-2 9 16,-2-1-26-16,-1 1-45 0,-3-1-38 0,-4 3-36 15,-1-3-50-15,-3 2-56 0,-2 0-50 16,-3 3-136-16,2-2-475 0,-6 0-456 0</inkml:trace>
  <inkml:trace contextRef="#ctx0" brushRef="#br0" timeOffset="139365.88">8624 6684 265 0,'-3'-8'430'0,"3"8"-49"0,-1-9-41 15,1 9-34-15,-3-9-23 0,3 9-17 0,-2-8-33 16,2 8-18-16,-4-6-7 0,4 6-11 0,-3-6-24 15,3 6-28-15,0 0-32 0,-5-7-23 0,5 7-20 16,0 0-12-16,0 0-13 0,-6 5-10 0,5 0-11 16,-3 4 23-16,1 3 10 0,-1 4 19 0,0 1-8 15,0 4 5-15,0 2 12 0,0 2-8 0,0 1-9 16,0 1-9-16,0 2-3 0,2-2-10 0,-1 1-3 16,0-2-9-16,2 1-21 0,-3 1 15 0,3-4-2 15,1 2-8-15,0-6 1 0,0 0-1 0,0-1-8 16,0 1 1-16,0-3-2 0,0 0-2 0,0-5-1 15,1 2 0-15,2-2 2 0,-3 0-1 0,1-1-3 16,-1-2-6-16,1 0-74 0,1-1-95 0,-1 0-55 16,-1 0-106-16,1 0-31 0,1-1-78 0,-1 2-114 0,0-2-293 15,-1 1-393-15</inkml:trace>
  <inkml:trace contextRef="#ctx0" brushRef="#br0" timeOffset="139963.97">8358 8511 67 0,'0'0'588'0,"-1"-8"-66"16,1 8-64-16,-3-6-31 0,3 6-45 0,1-12-53 0,-1 12-38 15,3-10-36-15,-3 10-37 0,4-11-72 0,1 4 27 16,-2 1-63-16,3-1 29 0,0 2-72 16,3-1 38-16,1 2-65 0,-1-1 34 0,2 3-55 0,0-1 37 15,2 1-50-15,-2 2 38 0,2 0-7 0,0 2-8 16,-1 1-10-16,0 1-2 0,2 3 3 0,-2 1-10 16,-3 2-6-16,1 2-11 0,-4 0-5 0,1 2-10 15,-4 0-2-15,0 3-2 0,-3 0 6 0,-3 1 4 16,1 1-2-16,-6 1 4 0,2 1-12 0,-7 4-23 15,0-1 11-15,-3-3 6 0,0-1 11 0,0-1 1 16,0-2 6-16,0-5 9 0,2 0 26 0,-3 1 35 16,4-5 22-16,2 0 25 0,1-1 29 0,0 0 21 15,2-4-13-15,0 1-58 0,8-4 23 0,-9 4-54 16,9-4 23-16,0 0-54 0,0 0 36 0,0 0-56 16,6-5 45-16,2 0-48 0,2 0 39 0,2 2-44 15,2-1 41-15,0 1-44 0,2-1 39 0,1 0-2 16,1 0-8-16,0 3-8 0,4 0-30 0,-3-1-48 0,0 2-60 15,0 0-70-15,-1 2-52 0,1 0-84 0,-1 1-36 16,-1 2-142-16,1 2-99 0,-4-1-342 16,2 5-535-16</inkml:trace>
  <inkml:trace contextRef="#ctx0" brushRef="#br0" timeOffset="140630.29">8514 9791 412 0,'0'0'490'0,"-4"-5"-95"0,4 5 1 0,0 0-33 15,1-10-52-15,-1 10-53 0,5-7-24 0,-5 7-30 0,7-9-27 16,-2 3-22-16,-5 6-24 0,10-9-21 0,-1 4-19 16,-1 1-6-16,1 1-25 0,0 1-11 15,1-1-5-15,0 1-9 0,0 0-8 0,-10 2-5 16,22 0-5-16,-12 2-1 0,-1 0-6 0,1 1-4 0,-2 1-2 15,1 1-5-15,-3 0 3 0,-1 3-4 0,-2-1-4 16,0 2-1-16,-3 0-40 0,-3 2 51 0,-1 1-44 16,-2 2 54-16,-4-1-50 0,1 1 48 0,-3 0-45 15,-2 1 53-15,1-3-9 0,3-1-41 0,-3-1 52 16,3 0-34-16,-1-2 90 0,3-1-20 0,0 0 67 16,2-4-54-16,-2 2 35 0,8-5-72 0,-9 5 36 15,9-5-57-15,0 0 38 0,0 0-54 0,0 0 45 16,0 0-38-16,7-8 28 0,-7 8-51 0,12-5 47 15,-4 3-47-15,1 0 45 0,2-1-46 0,1 2 45 0,-2 0-50 16,-10 1 47-16,23 1-45 0,-10 0 44 16,-3 3-47-16,2-1 47 0,-1 0-51 0,-2 3 48 15,0 0-48-15,1 1 50 0,-3 0-1 0,-1 1-6 16,-1 1-3-16,-2 1 1 0,-2-2-1 0,-1 3-1 0,0-1-2 16,-1 0 12-16,-2-1 4 0,-3 4 7 0,-2-2 0 15,-1-1 2-15,0 2 5 0,0-2 9 16,-5 0 11-16,3-1-46 0,-1-1 48 0,-2-1-43 0,1 0 51 15,1-1-38-15,0-2 42 0,2 0-58 0,0-1 22 16,-1 0-30-16,2-1 43 0,9-2-59 0,-15 2 14 16,15-2-85-16,-14 0 6 0,14 0-98 0,-13 0-8 15,13 0-71-15,0 0-77 0,-11 3-86 0,11-3-68 16,0 0-70-16,0 0-324 0,-5 3-434 0</inkml:trace>
  <inkml:trace contextRef="#ctx0" brushRef="#br0" timeOffset="141163.71">8722 11085 442 0,'0'0'594'0,"4"-9"-56"0,-4 9-38 15,5-7-51-15,-5 7-68 0,2-5-57 0,-2 5-56 16,0 0-42-16,0 0-24 0,0 0-5 0,0 0-5 15,3 7-14-15,-4 0-51 0,-1 0 32 0,0 4-55 16,-1-2 33-16,0 4-52 0,-3 0 39 0,1 0-48 16,0 1-7-16,-1 2-6 0,-3-1-7 0,1 2-8 15,-1-2-4-15,0 2-8 0,2-3-5 0,-1-1 12 16,-1 2-80-16,3-3 62 0,-2-1-60 0,2-3 62 16,2 0-51-16,-1-1 56 0,1-1-58 0,1 1 59 15,3-7-61-15,-6 8 61 0,6-8-58 0,3 7 73 16,-3-7-65-16,10 6 62 0,-10-6-2 0,15 4-12 15,-2-4-2-15,0 0-12 0,0-2-2 0,3 2-3 0,2-1-5 16,0 0 1-16,1 0-3 0,1 0-1 0,-2 0-9 16,1-1 9-16,1 1 11 0,-3 1-20 0,1-1-12 15,-5 1-10-15,4 0-25 0,-5 0-37 16,0 0-30-16,2 0-27 0,-14 0 11 0,18 1-84 0,-18-1 7 16,18 0-78-16,-18 0 3 0,13 0-80 0,-13 0-34 15,0 0-46-15,14 0-73 0,-14 0-300 0,0 0-355 16</inkml:trace>
  <inkml:trace contextRef="#ctx0" brushRef="#br0" timeOffset="141380.07">8842 11155 27 0,'-8'-8'653'16,"3"3"-138"-16,1-1-65 0,4 6-55 0,-8-8-62 15,8 8-64-15,-7-3-27 0,7 3-10 0,0 0-9 16,-8 9-8-16,7-3-5 0,0 5-18 0,0-1-58 15,1 3 43-15,0 2-59 0,1 2 36 0,0 0-63 16,-1 3-13-16,3 4-6 0,-2-1-20 0,2 0-11 0,-1 3 39 16,0-1-61-16,0-1 44 0,-2 1-89 15,3 1-6-15,-1-4-110 0,-2 2-10 0,1-4-74 16,-1 1-86-16,0-1-90 0,0-3-69 0,0-1-97 0,-1-2-284 16,-1-1-399-16</inkml:trace>
  <inkml:trace contextRef="#ctx0" brushRef="#br0" timeOffset="143680.03">8964 6004 249 0,'0'0'354'0,"0"0"-100"0,0 0-11 0,0 0-70 15,0 0-4-15,0 0-49 0,2-5 12 0,-2 5-48 16,0 0 19-16,0 0-48 0,0 0 30 0,0 0-54 16,0 0 58-16,0 0-16 0,0 0 36 0,5 5-19 15,-5-5 13-15,3 12 20 0,-1-4-12 0,-1 2 2 16,2 2 1-16,1 2 16 0,-3 3-25 0,3 2 25 16,0 1-33-16,-1 2 5 0,-1 1-30 0,3 2 9 15,-1-1-21-15,0 2 14 0,0-1-10 0,-2 0 10 16,2 0-13-16,1 0 12 0,-2-1-7 0,2 2 21 15,-1-1 4-15,1 0-5 0,-3 1-3 0,2 0-10 16,0 1-10-16,0-1-4 0,1-2-5 0,-1 6-40 16,-2-1 47-16,3 2-49 0,-1-2 40 0,0 2-48 0,0-1 38 15,1-1-4-15,0 2-7 0,-1 1-3 0,0-1-6 16,0 2-2-16,-2-3-6 0,2 2-2 0,0 1-3 16,-2-4 0-16,2 3-1 0,0-1-2 0,-1-4 2 15,-1 2-2-15,1-3 2 0,-2 1 2 0,3-2-39 16,-3 2 55-16,2-1-36 0,-1-1 48 0,1 3-45 15,-2-3 3-15,-1 1 21 0,4 2 37 0,-3 0-10 16,-1-2-13-16,1 1 33 0,1-1-49 0,-2 0 37 16,1-1-43-16,0 4 27 0,-1-3-34 0,0 1 33 15,1 0-41-15,1-1 38 0,-1 2-41 0,-1 0 42 16,3-2-43-16,-2-1 44 0,0 3-41 0,1-2 41 16,0 0-36-16,-1 1 30 0,2-1-27 0,-3-1 9 15,4 0-4-15,-3 0 0 0,4 1 1 0,-2-1 8 16,-1-1-5-16,1 0-1 0,-1 1 0 0,2-1-51 0,-1-2 85 15,-1 1 2-15,2 2-13 0,-2-4-5 16,1 2-6-16,0 1-1 0,-1-1 4 0,1 0-2 16,-2 0 0-16,2 0-7 0,-2-1 2 0,2 2-6 0,-1-2 1 15,-2-1-1-15,1 3 2 0,1-1-5 0,-1 1-1 16,-1-2-1-16,0 0-2 0,3 1-1 0,-3-2 4 16,0 2 8-16,1-4-13 0,-1 3 3 0,1-2-2 15,-1 2 6-15,0-1 2 0,0 1 7 0,0-1 2 16,0 1 3-16,0-1 5 0,0 2-57 0,2-2 61 15,-2-1-42-15,2 2 56 0,-2-1-53 0,0 0 51 16,0 0-11-16,0 0-3 0,0-2-8 0,1 3-2 16,-1 2-2-16,0 1-3 0,1-3 0 0,1-1-4 15,-2-1-3-15,1 1 1 0,0 1-3 0,-1 2-4 16,0 0 5-16,2 0-2 0,-2 1 0 0,1-1 2 16,-1-4 0-16,0 1-3 0,1 3 11 0,-1-2 5 15,0-1 4-15,0-1-1 0,0 2-2 0,1-2-3 16,1 1-9-16,-1 1-34 0,-1 0 46 0,0-3-44 0,1 2 47 15,1-1-40-15,-1 0 41 0,-1 0-38 0,1 1 44 16,-1-3-42-16,0 2 47 0,3 0-41 16,-3-1 40-16,0 2-45 0,1-1 46 0,-1-2-48 0,0 3 44 15,3 3-46-15,-3-3 38 0,1-1 1 0,-1 0-2 16,2 0-7-16,-2 2-2 0,0-2-4 0,3 1-1 16,-3 0-1-16,1-2-2 0,-1 2 5 0,0-3-3 15,1 3-3-15,1-1 3 0,-2-1 0 0,1 1-1 16,0-2 6-16,-1 0-3 0,0 1-1 0,1-1-39 15,1 1 43-15,-1 0-40 0,-1-1 46 0,0 0-41 16,0-1 40-16,1 2-39 0,1-1 38 0,-2 0-35 16,0 0 37-16,1 1-34 0,0-1 37 0,-1 1-41 15,0 0 6-15,0-1 6 0,0 3 33 0,0-2-37 16,0 0 34-16,0 0-40 0,0 1 29 0,0-1-25 16,0 1 34-16,1 0-38 0,1-2 42 0,-2 2-44 15,1-1 39-15,-1 0-40 0,0 1 37 0,3-1-35 16,-2 0 41-16,-1 1-42 0,1-2 42 0,3 2-41 0,-4-1 39 15,1-1-40-15,0 2 42 0,1-2-41 16,-1 0 41-16,0 1-39 0,1-1 38 0,-1 0-41 0,0-1 41 16,-1 1-34-16,1 0 34 0,1-1-40 0,-2 1 42 15,1 0-39-15,0-2 38 0,1 0-41 0,-1 0 41 16,0 1-41-16,-1-2 40 0,3 1-35 16,-2 0 33-16,2-2-39 0,-2 1 41 0,1-2-41 0,-1 3 4 15,1-5 4-15,-1 2 5 0,0 1-2 0,1-1 40 16,-1-1-43-16,0 1 37 0,1-1-41 0,-1 1 37 15,0-1-39-15,-1 1 40 0,1-1-40 0,1 1 41 16,-2-1-42-16,1 1 41 0,-1-2-29 0,0-2 25 16,0 4-35-16,0-2 35 0,0-1-39 0,0 2 38 15,0-3-36-15,0 3 36 0,-1-1-40 0,1-2 41 16,0-1-40-16,0 2 42 0,0-2-41 0,0 2 39 16,0-2-34-16,0 2 34 0,0-2-41 0,1 0 41 15,-1 1-42-15,0-1 41 0,0 0-38 0,0 0 41 16,1 1-41-16,1-1 39 0,-2 1-38 0,0-3 37 0,1 2-37 15,-1 0 39-15,1-1-26 0,-1 0 23 0,0 1-39 16,0-8 32-16,0 14 7 0,3-7-40 16,-3 0 39-16,0-7-38 0,0 12 40 0,1-5-40 0,-1-7 42 15,0 13-41-15,0-5 42 0,0-8-42 0,0 11 40 16,0-11-39-16,0 12 41 0,0-12-41 0,0 12 40 16,0-12-31-16,0 12 28 0,0-12-39 0,0 12 41 15,0-12-37-15,1 8 36 0,-2-1-40 0,4 0 43 16,-3-7-43-16,-2 12 43 0,2-12-40 0,0 12 39 15,0-12-42-15,2 11 41 0,-2-11-40 0,0 11 40 16,0-11-34-16,2 12 27 0,-2-12-32 0,1 11 41 16,-1-11-41-16,0 8 40 0,0-8-41 0,0 13 40 15,0-13-40-15,0 10 41 0,0-10-41 0,0 11 42 16,0-11-40-16,1 10 40 0,-1-10-41 0,2 11 40 16,-2-11-30-16,0 9 29 0,0-9-41 0,1 11 41 15,-1-11-39-15,0 10 38 0,0-10-39 0,3 10 39 0,-3-10-40 16,0 11 41-16,0-11-42 0,0 10 42 0,0-10-42 15,0 9 42-15,0-9-41 0,2 9 39 16,-2-9-36-16,0 8 33 0,0-8-39 0,0 8 43 16,0-8-42-16,0 0 41 0,1 10-41 0,-1-10 39 0,2 11-38 15,-2-11 40-15,0 10-38 0,0-10 37 0,1 8-42 16,-1-8 40-16,0 8-34 0,0-8 34 0,3 8-28 16,-3-8 26-16,0 6-42 0,0-6 41 0,1 8-39 15,-1-8 34-15,1 6-37 0,-1-6 41 0,0 0-40 16,0 7 43-16,0-7-41 0,0 0 43 0,2 8-41 15,-2-8 43-15,0 0-50 0,0 0 42 0,0 9-45 16,0-9 45-16,0 0-44 0,0 0 39 0,0 7-40 16,0-7 39-16,0 0-51 0,0 0 43 0,0 0-53 15,0 8 51-15,0-8-59 0,0 0 45 0,0 0-58 16,0 0 47-16,1 5-67 0,-1-5 39 0,0 0-82 16,0 0 41-16,0 0-80 0,0 0 13 0,0 0-65 15,0 0-42-15,0 0-73 0,0 0-63 0,0 0-17 0,-3-9-152 16,3 9-482-16,-2-11-680 0</inkml:trace>
  <inkml:trace contextRef="#ctx0" brushRef="#br0" timeOffset="-213510.72">9794 11135 4 0,'0'0'6'16,"0"0"30"-16,0 0-37 0,9-4 5 0,-9 4-4 16,0 0 1-16,9-4-10 0,-9 4 10 0,0 0 3 15,10-2-4-15,-10 2-5 0,0 0 5 0,9-3 0 16,-9 3 50-16,0 0-55 0,9-3 2 0,-9 3 32 15,0 0 33-15,9-4 2 0,-9 4 21 0,0 0-23 16,10-5 17-16,-10 5-25 0,0 0 18 0,9-3-24 16,-9 3 26-16,0 0-46 0,8-4 9 0,-8 4-17 15,0 0 9-15,10-2-14 0,-10 2 36 0,0 0-38 16,9-4 15-16,-9 4-16 0,0 0 14 0,0 0-13 16,8-4 18-16,-8 4-7 0,0 0 19 0,6-3-13 15,-6 3 18-15,0 0-17 0,0 0 35 0,10-4-35 16,-10 4 29-16,0 0-15 0,0 0 36 0,8-2-25 0,-8 2 37 15,0 0-29-15,0 0 30 0,0 0-35 16,9-4 40-16,-9 4-41 0,0 0 43 0,0 0-42 16,0 0 46-16,0 0-51 0,10-2-1 0,-10 2 2 0,0 0 3 15,0 0-2-15,0 0 0 0,0 0 10 0,0 0-10 16,9-2-3-16,-9 2-4 0,0 0 7 0,0 0-4 16,0 0-5-16,9-3 4 0,-9 3-4 0,0 0-2 15,0 0-1-15,13-2 3 0,-13 2-7 0,0 0 1 16,0 0 1-16,10-3 1 0,-10 3 4 0,0 0-4 15,0 0 4-15,12-1 1 0,-12 1 1 0,0 0-1 16,0 0-2-16,11-3 1 0,-11 3 2 0,0 0-6 16,0 0 0-16,0 0 5 0,9-2-4 0,-9 2 4 15,0 0 10-15,0 0 9 0,0 0 14 0,0 0 8 16,0 0 9-16,0 0-1 0,0 0-6 0,0 0-9 16,0 0-13-16,0 0-10 0,-5 6-14 0,5-6-5 15,-15 8-8-15,6-5 1 0,-2 2-5 0,0-3 1 16,-1 2-1-16,1 2-3 0,-2-2-1 0,2-2-5 0,-1 1 1 15,1-1-4-15,-1 1 1 0,-1 0-3 16,3-1-6-16,0 0 3 0,-2-1-3 0,12-1 2 16,-16 1 1-16,16-1 6 0,-17 0-6 0,17 0 4 15,-15 3 0-15,15-3 1 0,-13 0 0 0,13 0-1 0,0 0-4 16,-15 0-4-16,15 0 0 0,0 0-3 0,-14 0-6 16,14 0-1-16,0 0 3 0,-9 1-7 0,9-1-1 15,0 0 4-15,-7 7 1 0,7-7-30 0,-5 6 36 16,0 0 4-16,5-6-8 0,-2 11 1 15,-1-4 2-15,2-3-3 0,-1 4 4 0,1-1 0 0,1-1-33 16,-1 1 34-16,0 1-38 0,1-1 47 0,0-7-41 16,-2 11 44-16,2-3-41 0,0-8 42 0,0 10-42 15,0-10 46-15,2 12-45 0,-2-12 45 0,0 9-43 16,0-9 47-16,1 8-44 0,-1-8 43 0,0 0-44 16,1 7 47-16,-1-7-42 0,0 0 45 0,0 0-43 15,0 8 40-15,0-8-41 0,0 0 42 0,0 0-43 16,12-1 44-16,-12 1-43 0,10-4 40 0,-10 4-46 15,10-3 43-15,-10 3-45 0,13-5 42 0,-13 5-43 16,14-7 45-16,-14 7-35 0,14-3 28 0,-14 3-43 16,19 0 43-16,-19 0-43 0,21 0 45 0,-10 0-46 15,-2 3 41-15,4 0-43 0,-3-1 44 0,3 2-43 0,-3-1 42 16,2 2-42-16,-2 2 41 0,0-2-46 0,-1 1 46 16,1 2-45-16,-2-1 50 0,0 1-49 0,-2 0 9 15,0 1 9-15,1 0-3 0,-4 0 6 0,0 2 1 16,1-3 3-16,-3 3 45 0,-1-2-51 0,0 1 46 15,-1-2-49-15,-3 4 47 0,0-3-49 0,0 2 50 16,-1-2-49-16,-5 0 46 0,2 2-49 0,-1-3 49 16,-2 0-46-16,1 1 48 0,-2-4-34 0,-1 2 60 15,2-3-43-15,-3 1 47 0,1-2-41 0,1 0 48 16,-1 0-43-16,0-3 42 0,-1 0-50 0,1 0 18 16,-1 0-13-16,1-1 2 0,-1-2 2 0,1 1 0 15,2-1-2-15,-2 0 0 0,1 1 0 0,1-1-2 16,2-2 0-16,0 2 6 0,0-1-9 0,-1 1-5 15,4 1 2-15,6 2-6 0,-11-6-4 0,11 6-11 16,-12-6-17-16,12 6-25 0,-9-2-50 0,9 2-62 16,-7-5-35-16,7 5-128 0,0 0-57 0,-6-5-90 15,6 5-158-15,0 0-465 0,1-8-709 0</inkml:trace>
  <inkml:trace contextRef="#ctx0" brushRef="#br0" timeOffset="-212457.66">9541 6603 270 0,'5'-5'404'0,"-5"5"-85"16,5-6 33-16,-5 6-74 0,3-5 30 0,-3 5-50 15,1-7 17-15,-1 7-41 0,0 0 15 16,1-8-18-16,-1 8 3 0,0 0-31 0,0 0-17 0,0 0-43 16,-1-7-22-16,1 7-38 0,0 0-6 0,-1 8-26 15,-1 0 4-15,1 3-10 0,1 3 9 0,-2 2 7 16,-2 2-39-16,4 3 43 0,-1 2-46 0,-1 1 43 15,1 0-7-15,1 0-4 0,0-1 8 0,0-2-9 16,0 6-7-16,0-8-4 0,1 2-7 0,-1-1-5 16,0-1 0-16,0-1-8 0,2-1-11 0,-2 0 6 15,0-3-2-15,0-2-3 0,0 0-2 0,1 2 1 16,-1-4-5-16,0 1 1 0,0-3-2 0,0 0-32 16,1-1-52-16,2-1-57 0,-2 2-66 0,0-2-64 15,-1-6-86-15,0 12-73 0,0-12-46 0,4 12-510 16,-3-7-577-16</inkml:trace>
  <inkml:trace contextRef="#ctx0" brushRef="#br0" timeOffset="-211793.64">9735 8392 218 0,'0'0'487'0,"-9"-5"-88"0,9 5-40 0,-7-4-16 15,7 4-12-15,-8-4-36 0,8 4-33 16,-6-5-27-16,6 5-27 0,-8-6 25 0,8 6-73 16,-4-7 22-16,4 7-69 0,-4-8 24 0,4 8-67 0,-1-7 33 15,1 7-60-15,4-9 39 0,-4 9-55 0,5-7 41 16,-5 7-57-16,10-8 42 0,-5 4-51 0,-5 4 39 15,13-7-50-15,-3 4 52 0,-10 3-56 0,17-1 44 16,-17 1-49-16,20 0 45 0,-9 1-49 0,0 4 46 16,-2-3-46-16,1 5 22 0,0-1-36 0,-2 2 36 15,1 3-49-15,-2 0 42 0,-1 1-50 0,-2 3 40 16,-3 0-52-16,0-1 50 0,-5 4-1 0,2-1-2 16,-6 4 0-16,1 1 6 0,-2 0-4 0,-4 1 5 15,0 0 1-15,-2-2 7 0,-2 1 0 0,2-3 3 16,-1-4 5-16,1 2-2 0,1-3 6 0,-2-1 17 15,3-2 26-15,1-1 30 0,-2-2-23 0,6-1 62 16,1-2-45-16,-1 0 48 0,-1 0-57 0,4 1 35 16,5-6-56-16,-10 6 35 0,10-6-59 0,-8 5 39 0,8-5-55 15,0 0 44-15,0 0-51 0,0 0 44 16,12 2-45-16,-12-2 39 0,15-4-53 0,-2 1 51 16,0 2-50-16,-1-1 50 0,6 0-53 0,-1-2 50 15,1 1-54-15,-1 1 50 0,2-1-58 0,0 1 35 0,0 1-74 16,-3 1 16-16,4 0-87 0,-5 0 8 0,0 0-52 15,-1 0-49-15,2 1-89 0,-5 1-27 16,2 1-48-16,-2 1-68 0,1 0-380 0,-2 0-394 0</inkml:trace>
  <inkml:trace contextRef="#ctx0" brushRef="#br0" timeOffset="-211026.66">9643 9760 542 0,'0'0'422'0,"-1"-6"-33"0,1 6-88 0,1-9 32 15,-1 9-81-15,4-10 12 0,1 3-93 0,-1 1 18 16,3-2-68-16,0 1 31 0,2-3-30 0,1 3-26 15,2-1-18-15,-2 1-15 0,2 0-13 0,0-1-11 16,0 4-7-16,-2-1-3 0,3 0-10 0,-3 1-4 16,-1 1-5-16,2 3-2 0,-11 0 0 0,17-2 3 15,-17 2-38-15,15 2 54 0,-15-2-44 0,12 4 51 16,-7 2-49-16,-1-1 53 0,-3 1-48 0,-1 2 45 16,0 0-52-16,-5 1 53 0,3 3-55 0,-5 0 50 15,2-2-51-15,-1 2 9 0,-2 0 1 0,-2-1 3 16,2 1 8-16,-1-2 8 0,-1 0 5 0,2-1 11 0,-1 0 14 15,0-3 17-15,3 2 18 0,0-3 9 16,0 0 8-16,1 0 9 0,5-5-8 0,-9 7-16 16,9-7-14-16,-6 4-13 0,6-4-11 0,0 0-4 0,0 0-10 15,0 0-2-15,0 0 1 0,0 0 4 0,0 0-11 16,8-7-2-16,-8 7-2 0,12-5 2 0,-4 1-3 16,1 1-2-16,1-1 7 0,-1 1-8 0,3 0-2 15,-1 3-2-15,1-2 0 0,-1 2-1 0,1 0 8 16,-2 2 11-16,1-2-19 0,0 3 5 0,-1-1 9 15,-1 0 2-15,0 2 2 0,-3 0 8 0,3 1-32 16,-3 2 41-16,0 0-34 0,-3 1 43 0,0 0-45 16,-2 3 45-16,1-2-2 0,-5 1-3 0,2 1 2 15,-3 0-1-15,-3 1-3 0,-1 2 0 0,-1-1-5 16,-3-1-6-16,-2 2-1 0,1-2 3 0,-3 1 5 16,0-2 8-16,-2-1-6 0,2-2-7 0,-3 1-7 15,1-2-4-15,1-2-5 0,-2-2-4 0,1 2-11 16,0-3-34-16,-2-2-14 0,2 0-33 0,0-2-36 0,0-3-35 15,0 1-49-15,-1-4-56 0,1-1-59 16,3-2-46-16,-1-3-50 0,2-3-59 0,4 0-537 16,0-4-613-16</inkml:trace>
  <inkml:trace contextRef="#ctx0" brushRef="#br0" timeOffset="-208944.78">10151 6182 105 0,'0'0'261'16,"0"0"-21"-16,1-7-48 0,-1 7 11 0,0 0-39 16,0 0 15-16,1-5-47 0,-1 5 39 0,0 0-54 15,0 0 23-15,3-8-53 0,-3 8 28 0,0 0-49 16,0 0 29-16,0 0-53 0,0 0 36 0,0 0-52 16,0 0 37-16,0 0-45 0,0 0 45 0,0 0-33 15,0 0 14-15,5 8 6 0,-5-8 0 0,2 11 35 16,2-4-34-16,-4 4 38 0,4-2-33 0,-1 3 25 15,1 2-20-15,-2-1 18 0,3 4-28 0,0-1 38 16,-1 2-22-16,1 3 18 0,0-2-14 0,0 3 22 16,2 2-13-16,-2 1 18 0,0-1-22 0,0 4 6 15,0 1-27-15,0 1 3 0,2-1-2 0,-2 0-6 16,1 0-4-16,-2 0-41 0,3 2 62 0,-1-2-50 16,-1 3 43-16,-1-3-14 0,1 3-7 0,-1-1-3 15,1-1-3-15,-1 3 6 0,1-2 3 0,-1 0-2 16,-1 3 0-16,1 0-10 0,0-2 1 0,0 0 3 15,-1 2-2-15,0 0-6 0,1-1-3 0,0-1 0 0,-2 1-42 16,1 1 49-16,0-3-43 0,-1 1 51 0,1 0-37 16,-1 2 44-16,1-3-46 0,-2 2 43 0,2-1-46 15,-2-5 51-15,3 5-40 0,-3-3 34 0,3 2-43 16,-3-2 43-16,2-2-45 0,-2-1 45 0,3 3-46 16,-3-3 41-16,3 6-42 0,-1-4 41 0,-1-2-45 15,1 2 43-15,0-1-43 0,1 2 43 0,0 0-36 16,-1-1 28-16,-2-3-44 0,2 2 48 0,-1 0-48 15,1-1 7-15,-2-1 5 0,2 0-2 0,-1 0 3 16,2 1 2-16,-3-2 1 0,2 1 1 0,-2-2 2 16,0 0 23-16,2 1 15 0,-2-2-8 0,-1 3-1 15,1-1 0-15,1-4 0 0,0 3-9 0,-2 0-3 16,0-2 0-16,2 3-2 0,-1-1-5 0,-1 2 1 16,1-1 0-16,-1 2 1 0,0-2-6 0,1 1 1 0,-1 0-3 15,0-1 2-15,0 2 7 0,2 0-7 16,-2-2-2-16,0 1 4 0,1 0 8 0,-1-2 11 15,0-3-53-15,0 2 73 0,0-2-64 0,0 1 67 0,0 2-61 16,3-2 68-16,-3-2-60 0,1 2 60 0,0-1-8 16,-1 0-6-16,1 1-4 0,2-1-7 0,-2 5-3 15,0-3-3-15,1 1-4 0,0-1 3 16,-2 4-6-16,1-3-7 0,1 0 4 0,-1 2-1 0,0 0-7 16,1 0 1-16,0-2-2 0,-1 2 3 0,2 0-1 15,-2-2 0-15,3 1 1 0,-3 1 4 0,3-3 8 16,-1 1 1-16,-2 0 0 0,2 1 2 0,-1-3 2 15,1 1-2-15,-2-2-45 0,2-1 54 0,-1 3-45 16,1-2 54-16,-2 5-29 0,2-4 42 0,-2 2-46 16,0-3 49-16,-1 4-53 0,4-4 44 0,-4 4-48 15,1-1 42-15,-1-2-47 0,1 3 46 0,1 0-10 16,-2-4-6-16,0 4-5 0,1-1-2 0,0 2-2 16,-1-1-2-16,0 0 1 0,0 0-2 0,0-1-4 0,1-2-1 15,-1 3 0-15,2 0-1 0,-2 0 1 16,1-3-5-16,-1 0-37 0,0 1 47 0,1-3-37 15,1 6 42-15,-2-4-38 0,0 1 43 0,1 2-36 0,-1-3 36 16,0-1-33-16,1 1 39 0,-1 4-37 0,0-4 40 16,0 1-43-16,0-2 38 0,0 4-40 0,0 2 38 15,0-4-40-15,0 0 36 0,0-2-36 0,2 1 37 16,-1 0-41-16,0-1 39 0,-1 3-33 0,3-2 32 16,-2 1-34-16,2 2 33 0,-1-5-37 0,0 0 37 15,1 0-35-15,0-1 37 0,-1 1-33 0,-1 0 36 16,2-1-39-16,0 1 40 0,-1-2-34 0,-2 0 40 15,3-1-41-15,-2 1 33 0,0-2-33 0,2 0 36 16,0 1-40-16,-1 0 37 0,-1-2-36 0,2 2 36 16,-2-4-40-16,0 2 41 0,1-1-40 0,-1 2 34 15,0-3-33-15,-1 2 36 0,3 0-37 0,-2-1 38 16,-1 0-39-16,3 1 39 0,-3-2-35 0,2 3 1 16,-2 0 10-16,3 0-6 0,-3-2 1 0,1-1 37 15,0 4-38-15,1-3 33 0,0 0-35 0,-2 0 30 16,2 0-36-16,0 1 36 0,-1-1-36 0,0 1 35 15,-2-2-39-15,4-1 30 0,-3 1-28 0,1-1 39 0,0 1-39 16,1-1 27-16,-1-1-24 0,0 2 8 0,-1-2-4 16,1 1 35-16,1-2-39 0,-2 0 36 0,1-1-36 15,-1 1 35-15,0 3-37 0,0-3 38 0,0-1-39 16,0 1 38-16,0-1-40 0,0 1 40 0,0-3-35 16,0 4 19-16,-1-3-23 0,1 1 36 0,0 1-42 15,0-1 39-15,-2 0-40 0,2 0 41 0,-1-1-39 16,1 0 36-16,0 0-36 0,0 2 38 0,0-2-39 15,-1 2 40-15,1-3-39 0,0 2 38 0,0 0-37 16,0-1 31-16,0 0-30 0,0 0 37 0,0 1-36 16,0-1 37-16,0 0-38 0,0 2 38 0,0-1-40 15,1-1 40-15,-1 3-38 0,0 0 34 0,1-2-41 16,-1 0 39-16,2 1-37 0,-2-1 38 0,1 2-35 16,0-3 31-16,1 2-34 0,-1 2 35 0,0-4-36 0,-1 3 41 15,1-4-42-15,1 1 43 0,-1 1-40 16,-1 3 40-16,3-4-38 0,-2 3 37 0,-1-2-39 15,2 0 39-15,-1-1-41 0,1 0 40 0,-1 2-37 0,0-1 36 16,1 0-33-16,-1 0 36 0,0-1-45 0,-1 1 41 16,0 0-44-16,3-2 44 0,-3 3-42 0,1-3 41 15,-1 1-38-15,1-1 35 0,1 1-42 0,-2-7 44 16,1 13-47-16,-1-13 43 0,1 12-37 0,-1-12 41 16,3 12-42-16,-2-5 35 0,-1-7-25 0,0 12 36 15,3-6-43-15,-3-6 47 0,2 11-46 0,-2-11 46 16,3 12-50-16,-3-12 41 0,1 11-46 0,-1-11 49 15,1 11-48-15,-1-11 47 0,3 11-46 0,-3-11 48 16,1 10-50-16,-1-10 41 0,3 13-39 0,-3-13 47 16,1 8-49-16,-1-8 49 0,1 10-11 0,-1-10-14 15,3 9-9-15,-3-9-13 0,0 9-18 0,0-9-18 16,1 5-21-16,-1-5-33 0,0 8-81 0,0-8 14 0,0 0-32 16,-1 9-30-16,1-9 17 0,0 0-85 0,-4 5-37 15,4-5-23-15,-4 5-17 0,4-5-2 16,0 0-89-16,-9 7-368 0,9-7-405 0</inkml:trace>
  <inkml:trace contextRef="#ctx0" brushRef="#br0" timeOffset="-208360.8">9510 13392 420 0,'0'0'549'0,"3"-8"-40"15,-3 8-48-15,0 0-30 0,1-7-49 16,-1 7-34-16,0 0-43 0,0 0-84 0,0 0 26 0,8 3-69 16,-8-3 39-16,5 9-68 0,-2-4 27 0,-1 2-61 15,2-2 38-15,1 3-59 0,-2 0 38 0,2 0-56 16,-2 1-5-16,0 2-9 0,2-4-5 0,-1 0-2 15,0 1-2-15,0-1 2 0,-2-2-9 0,2 1-8 16,0 0-4-16,0-2-1 0,-4-4-6 0,6 5-7 16,-6-5 2-16,13 2 0 0,-13-2-4 0,20-6-2 15,-6-1-2-15,2-3 4 0,2-2-7 0,2-4-2 16,1-2-2-16,3-6-1 0,3-1 16 0,-3-1-18 16,4-3 4-16,0 1-2 0,2-1 12 0,-2 1 6 0,1 0-60 15,-1 1 68-15,-2 2-61 0,-2 3 60 16,-3 2-62-16,-1 3 66 0,-4 1-57 0,0 5 11 15,-2-1 9-15,-3 2 0 0,0 0 57 0,-1 3-62 0,-2-1 60 16,-1 3-64-16,0 0 59 0,0-1-67 0,-3 2 56 16,-4 4-83-16,9-5-26 0,-9 5-28 0,9-7 12 15,-9 7-101-15,9-6-48 0,-9 6-94 16,8-4-104-16,-8 4-37 0,0 0-181 0,7-5-420 0,-7 5-690 16</inkml:trace>
  <inkml:trace contextRef="#ctx0" brushRef="#br0" timeOffset="-205261.55">21330 3009 53 0,'0'0'521'0,"5"-6"-61"0,-5 6-68 16,7-2-49-16,-7 2-31 0,0 0-44 0,6-5-61 0,-6 5-25 16,0 0-55-16,0 0-6 0,0 0-44 0,0 0 2 15,0 0-25-15,0 0 11 0,8 5-10 16,-8-5 1-16,0 5-15 0,0-5 4 0,0 9-21 15,0-9 7-15,0 10-20 0,0-10 15 0,0 9-20 0,0-9 16 16,2 9-14-16,-2-9 28 0,4 7 16 0,-4-7 29 16,8 7-5-16,-8-7 19 0,14 1-29 15,-1-1 3-15,4-1-28 0,0-4 7 0,7 1-21 0,3-4 10 16,5 1-27-16,0-3 23 0,0 1-9 0,0-1-22 16,-1 0 15-16,1-2-20 0,-3 2 16 0,1-2-18 15,-2 2 17-15,0-1-27 0,-3 1 27 0,-3 1-22 16,0-1 23-16,-2 2-24 0,-1 0 19 0,-1 2-18 15,-5-1 19-15,4 0-17 0,-6 3 16 0,1-1-25 16,-3 0-3-16,-2 1-27 0,1 1-18 0,-8 3-50 16,13-5-25-16,-13 5-45 0,9-2-65 0,-9 2-47 15,0 0-100-15,0 0-477 0,0 0-431 0</inkml:trace>
  <inkml:trace contextRef="#ctx0" brushRef="#br0" timeOffset="-202378.9">10934 6503 330 0,'0'0'431'16,"0"-13"-40"-16,0 13-63 0,0-9-8 0,0 9-62 15,-1-10 20-15,1 10-54 0,0-6-8 0,0 6-52 16,-2-6-16-16,2 6-51 0,0 0-3 0,0 0-36 16,0 0 8-16,0 0-32 0,-1 10 21 0,1 0-2 15,1 4 34-15,1 4-24 0,-1 0 11 0,-1 6-20 16,3 1 2-16,-2 0 3 0,0 3 8 0,-1-1 16 16,0 1-9-16,0-1-8 0,1 0-5 0,-2 2-12 15,1-3-12-15,0 0-7 0,0-1-4 0,0 0-5 16,0-4-6-16,0-1 0 0,1 1-1 0,1-1-3 15,-2-3-3-15,0 0-3 0,0-2 1 0,2-2 0 16,-2 0 3-16,0-1-2 0,0-1-19 0,1-2-79 0,1 1-94 16,-2-2-84-16,1 0-69 0,-1-1-50 0,0 0-83 15,1 0-408-15,-1 1-435 0</inkml:trace>
  <inkml:trace contextRef="#ctx0" brushRef="#br0" timeOffset="-201711.56">10851 8313 38 0,'0'0'624'16,"0"0"-134"-16,0 0-51 0,-5-5 19 0,5 5-111 16,0 0-16-16,-3-10-81 0,3 10 15 0,3-9-72 15,-3 9 23-15,4-13-74 0,2 6 34 0,-2-1-62 16,2-1 27-16,2 2-63 0,2-4 31 0,-1 5-64 16,1-4 34-16,4 3-56 0,-3-2 43 0,0 4-58 15,3-1 44-15,0 0-50 0,-1 3 44 0,-2 0-51 16,1 2 44-16,2 1-48 0,-2 1 45 0,0 2-50 15,-3 1 48-15,0 2-51 0,1 3 54 0,-2 1-48 16,-3 2 41-16,-1 0-48 0,-1 4 4 0,-3 0 4 16,-3 2 1-16,-1 3 3 0,-2 1 36 0,-3 3-49 0,-4 1 37 15,0 0-57-15,-2 0 49 0,-1-1-46 16,0 0 57-16,-1-3-52 0,-2 0 51 0,3-2-49 16,2-4 48-16,-2-2-42 0,3 0 53 0,3-5-36 0,0 1 70 15,1-3-21-15,3 0 61 0,-1-1-53 0,1-2 37 16,6-4-64-16,-8 3 38 0,8-3-52 0,0 0 34 15,0 0-45-15,0 0 44 0,12-3-46 16,-6-1 5-16,3 2-7 0,1-2 4 0,3 0-2 0,1-1 6 16,3 1-3-16,-2-2-1 0,4 1 5 0,3 0-5 15,-2 1-1-15,1 0 25 0,-1-2-68 0,1 2 24 16,-2 1-86-16,0 2 19 0,-1-2-82 0,-2 0 11 16,0 5-52-16,-2-4-60 0,-1 2-75 0,1 2-38 15,-4 0-63-15,0 1-510 0,0-1-544 0</inkml:trace>
  <inkml:trace contextRef="#ctx0" brushRef="#br0" timeOffset="-200878.58">10982 9855 597 0,'0'0'507'0,"0"-8"-9"16,0 8-88-16,2-10-2 0,-2 10-112 0,2-10-2 16,-2 10-92-16,7-12 12 0,-2 6-80 0,0 0 22 0,1-1-72 15,2 2 31-15,0 0-60 0,2 1 34 0,0 0-61 16,-1 0 41-16,5 2-12 0,-2 2-6 0,-1 0-11 16,3 0-52-16,-1 4 50 0,0-1-49 0,-2 4 47 15,1-2-54-15,-1 5 51 0,-2-1-45 0,-4 3 43 16,-1 1-48-16,1 1 48 0,-5 1-50 0,-1-1 47 15,-3 3-49-15,-2 0 48 0,-2 2-46 0,2-1 47 16,-4-2-48-16,-1 1 50 0,3-5-45 0,-2 3 54 16,3-6-36-16,0 1 73 0,-2 0-23 0,4-4 68 15,0 2-27-15,0-3 48 0,5-5-69 0,-8 7-10 16,8-7-19-16,0 0 0 0,0 0-20 0,0 0-6 16,0 0-4-16,0 0-2 0,7-7-2 0,-7 7 4 15,12-4-11-15,-4 0 42 0,1 2-49 0,0-1 41 16,4 2-49-16,-3-2 46 0,3 2-46 0,-3 1 40 0,-10 0-51 15,24 0 46-15,-12 1-48 0,-2 2 40 16,3 1-59-16,-3 1 46 0,0-1-51 0,-1 1 49 16,0 3-51-16,-2-1 53 0,0 3-45 0,-2-2 48 0,-3 1-40 15,-1 1 48-15,-1 2-44 0,-1-2 52 0,-3 2-49 16,-4 2 51-16,0-2-39 0,-2 3 38 0,-4-3-42 16,0 2 47-16,-4-2-45 0,2-1 51 0,-2 0-42 15,0-3 56-15,-1 1-41 0,1-3 53 0,1-2-49 16,-2 0 42-16,4-1-43 0,-3 0 33 0,4-3-36 15,0 0 39-15,-1 0-47 0,2-2 41 0,1 0-50 16,-1 0 39-16,3 0-65 0,1-3 3 0,0 1-100 16,0 1-14-16,3-1-69 0,6 4-78 0,-9-8-87 15,9 8-93-15,-5-9-76 0,5 9-459 0,0-8-615 16</inkml:trace>
  <inkml:trace contextRef="#ctx0" brushRef="#br0" timeOffset="-199895.52">11153 11319 196 0,'-2'-11'394'0,"0"1"-24"0,-1 2-45 16,2-1-15-16,-2 0-11 0,3 0-16 0,-2 1-11 0,0 1-16 16,1 1-3-16,1-1-12 0,0 7-6 15,-3-12-10-15,3 12-24 0,-1-9-20 0,1 9-18 16,-1-7-18-16,1 7-21 0,-1-7-22 0,1 7-13 0,0 0-15 15,-3-6-9-15,3 6-6 0,0 0-8 0,0 0 7 16,0 0-44-16,-7 6 42 0,7-6-46 0,-4 10 40 16,4-10-48-16,-4 7 39 0,4-7-48 0,-3 9 40 15,3-9-45-15,-2 9 45 0,2-9-48 0,-3 7 45 16,3-7-45-16,-1 6 44 0,1-6-47 0,0 0 46 16,-3 7-43-16,3-7 45 0,0 0-45 0,0 0 51 15,-1 7-45-15,1-7 44 0,0 0-44 0,0 0 56 16,0 0-34-16,0 0 54 0,0 0-42 0,0 0 35 15,0 0-34-15,0 0-2 0,0 0-1 0,0 0-3 16,0 0 4-16,0 0-9 0,0 0-4 0,0 0-3 0,0 0-3 16,0 0-24-16,0 0 28 0,0 0 0 15,0 0-9-15,0 0 28 0,-1 7-38 0,1-7 3 16,2 11 2-16,-2-5 6 0,0 5-2 0,1-1 0 0,1 2 2 16,-1-1-4-16,0 3 6 0,1 0-4 0,0-3 6 15,-2 3-3-15,2-1-4 0,-1-4 1 16,0 4-1-16,0-4 2 0,1 3 0 0,-1-5-1 15,-1 0 4-15,3 0-4 0,-3-7 1 0,1 11 1 0,-1-11 1 16,1 8 14-16,-1-8-10 0,0 0 3 0,5 6-3 16,-5-6-2-16,0 0-1 0,8-5-1 0,-4 1-3 15,-1-1 6-15,3-2-4 0,0-1-1 0,0 0-2 16,1 0 0-16,-1 0 8 0,1-1-13 0,0 3 0 16,1-3 3-16,0 1 3 0,-2 1-6 0,4 0 3 15,-1 2 3-15,0 0-1 0,1 1-5 0,2 1 3 16,-2 1-2-16,3 2-2 0,-3 0 10 0,3 0-7 15,-2 1 4-15,2 2-4 0,0-1 0 0,-2 4 4 16,1-2 0-16,-1 1 5 0,1 3-2 0,-1-1-6 16,-2 0 6-16,0 2 0 0,-1-2-1 0,-1 3 1 15,-1-2 2-15,-1 2 3 0,-3-2-4 0,1 3 4 16,-2 1 32-16,-1-3-34 0,-2 2 20 0,-2-2-29 0,0 6 32 16,-4-4-36-16,1 2 34 0,-2-1-30 15,-3 0 26-15,-2 0-33 0,1 0 33 0,-2 0-35 16,-2-2 32-16,0-1-34 0,0 0 35 0,-4-3-32 15,1 1 31-15,2-2-36 0,0 0 35 0,-1-2-47 0,0-2-54 16,-2-1-15-16,3-1-111 0,-2-2-17 0,2-1-78 16,0-1-74-16,-1-3-66 0,0 0-83 0,4-3-78 15,-2-2-313-15,6 1-489 0</inkml:trace>
  <inkml:trace contextRef="#ctx0" brushRef="#br0" timeOffset="-199727.79">11114 11263 639 0,'18'-12'627'0,"-1"0"-53"0,0-1-38 16,4 4-84-16,-2-2-56 0,4 1-51 0,0-1-41 16,-1 4-52-16,0 0-50 0,0-2-37 0,0 4-40 15,0 1-25-15,-3-2-20 0,0 2-6 0,-2 1-36 16,1 2-93-16,-3-2-115 0,-1 1-129 0,0-1-156 16,0 0-151-16,-3 2-430 0,0 0-651 0</inkml:trace>
  <inkml:trace contextRef="#ctx0" brushRef="#br0" timeOffset="-197594.4">11569 5981 202 0,'0'0'232'0,"0"0"-29"16,5-6-27-16,-5 6-16 0,0 0-7 0,4-7-18 16,-4 7-16-16,0 0-7 0,6-5-5 0,-6 5-10 15,0 0-5-15,0 0-4 0,3-5-20 0,-3 5-14 16,0 0-11-16,0 0-6 0,0 0-10 0,0 0-7 16,5-6 3-16,-5 6-12 0,0 0 0 0,0 0-4 15,0 0-3-15,0 0 1 0,0 0-1 0,0 0 16 0,8 3-11 16,-8-3 5-16,0 0-20 0,6 6 39 0,-6-6-30 15,6 5 36-15,-6-5-28 0,4 12 37 16,0-7-30-16,0 3 3 0,-3 0 36 0,3 2-38 16,0 1 47-16,-1 1-29 0,0 1 32 0,1 2-43 0,1 1 33 15,-1 1-40-15,-1 1 42 0,0-1-21 0,1 4 41 16,0 1-3-16,0 0-5 0,2 2-8 0,-3-2-8 16,-1 2-13-16,2 0 17 0,-1 0 19 0,1 1-12 15,-2-1-24-15,2 0 12 0,-1 2-21 0,2-3 36 16,-3 3 2-16,1 1 6 0,1-2-25 0,-2 2-6 15,2 3-4-15,1 0-5 0,-1 1 1 0,0 1 20 16,0 0 12-16,-2 0-5 0,2 2-7 0,1-2-11 16,-2 4-1-16,1-3-16 0,-2 2 1 0,2-1-8 15,1 2 3-15,-2-1-1 0,0 2 25 0,0-3 22 16,2 2-11-16,-1 1-12 0,-1-3-8 0,0-1-6 16,1 2-6-16,1-2-43 0,-2 3 42 0,1-1-39 15,-2 0 40-15,1 0-44 0,-1-1 47 0,1 1-44 16,0 0 46-16,-1-1-3 0,-1 2 10 0,3-2 9 0,-1 0-7 15,-2 0-6-15,0 2-6 0,2-3-5 16,-2 2-7-16,0 0 1 0,2-2-3 0,-2-2-6 16,0 2-34-16,2-2 45 0,0 0-45 0,-1 2 43 0,1-6-43 15,-1 1 46-15,1 0-42 0,-1 2 7 0,1 3 5 16,-1-3 5-16,1 1 34 0,0 2-45 0,-1-3 44 16,1 3-45-16,-1-2 37 0,2 0-37 0,1 1 34 15,-2 0-33-15,-1-2 40 0,-1 3-42 0,2-2 42 16,0 0-36-16,-1 1 43 0,1 2-32 0,1-3 52 15,-3-5-39-15,2 5 33 0,-1-5-36 0,0 3 29 16,1-3-46-16,0 3 8 0,-1-2-1 0,1 0 0 16,1 5 0-16,-2-5-2 0,1 0 3 0,-2-2 2 15,2 4 28-15,-1-3-42 0,2 2 36 0,-3-2-20 16,2 2 5-16,-2-3-29 0,2 1 35 0,-2 2-33 16,0-3 33-16,2 2-32 0,-2-2 33 0,0-1-35 15,2 3 29-15,-2-3-25 0,-1 1 25 0,3 0-1 16,-3 0 26-16,1-2-29 0,0 4 25 0,1-4-31 0,-1 0 25 15,0 1-28-15,-1 1 21 0,2-2-24 16,0 0 2-16,-1 1 0 0,0 1 3 0,1-3 4 16,-1 3-4-16,0 0 2 0,1-1-3 0,-2 0 21 0,1 0-25 15,0 0 21-15,-1 0-26 0,1 1 24 0,1 1-25 16,-1-3 25-16,0 3-27 0,1-1 24 0,-1 0-25 16,-1 0 26-16,1 1-21 0,-1 0 14 0,1 0-19 15,1 0 26-15,-1-1-28 0,-1 1 27 0,1-1-19 16,1 0 17-16,-1-1-25 0,1 1 27 0,-2 1-23 15,0-1 22-15,3-1-19 0,-3 0 4 0,1 1-2 16,-1-1 6-16,0 0 0 0,1 0 0 0,-1 1 1 16,2 0 10-16,-2-2 17 0,0 1-12 0,0 2 15 15,0-4-16-15,0 1 11 0,0 0-17 0,0 3 7 16,0-3-12-16,0-1 12 0,0-1-13 0,0 1 12 16,0 2-15-16,0-5 8 0,0 3-12 0,0 2 15 15,0-2-11-15,0-1 11 0,-2 1-13 0,2-1 14 16,0 0-15-16,0 0 10 0,0 1-9 0,-1 0 11 0,1-1-11 15,0 0 10-15,0 0-9 0,0 0 10 16,0-1-11-16,1 0 6 0,-1 1-5 0,2 0 5 16,-2 0-1-16,0 0 3 0,0 0-3 0,0-1 0 0,1 1 0 15,0 0 9-15,-1-2-10 0,0 3 4 0,0 0-4 16,0-1 9-16,0 0-7 0,1 0 5 0,1 0-9 16,-2 0 5-16,0-1-6 0,0 1 4 0,1 0-6 15,-1 0 9-15,0-2-10 0,0 2-10 0,0 0 14 16,0-3 8-16,1 3-10 0,1-2 5 0,-2-1-6 15,0 0 5-15,1 0-6 0,0 0 2 0,-1-2-2 16,0 0 8-16,0-2-7 0,0 3 3 0,0-3-2 16,1 1 5-16,-1-3-8 0,2 1 8 0,-2-1-5 15,0 1 4-15,1-2-8 0,-1 2 8 0,0-2-7 16,0-1-1-16,0-1 3 0,0 3 0 0,1-4-1 16,-1 1 1-16,2-1 3 0,-2 1-2 0,0-2-1 15,0 0 4-15,0 0-6 0,0 1 1 0,1-3 1 16,-1-5 1-16,0 13-3 0,1-6 3 0,-1-7-1 0,0 12 2 15,0-12-3-15,0 13 3 0,3-6-2 16,-3-7 1-16,0 13 0 0,1-8-2 0,-1-5 1 16,0 15 0-16,0-15 1 0,1 11-3 0,0-3 4 0,-1-8-4 15,2 9-1-15,-2-9 2 0,1 13 3 0,-1-13-1 16,1 10-3-16,-1-10 5 0,2 9-3 0,-2-9 0 16,1 8 4-16,-1-8-5 0,1 9 4 15,-1-9-2-15,0 6 2 0,0-6-6 0,3 7 10 0,-3-7-10 16,0 0 7-16,0 7-7 0,0-7 7 0,0 0-8 15,1 8 8-15,-1-8-5 0,0 0-9 0,0 0 9 16,1 7 5-16,-1-7 3 0,0 0-6 0,0 0 3 16,0 0-3-16,0 0 7 0,2 6-9 0,-2-6 5 15,0 0-1-15,0 0 0 0,0 0-1 0,0 0-1 16,0 0 1-16,0 0 4 0,0 0-25 0,0 0-68 16,0 0-83-16,0 0-130 0,0 0-110 0,0 0-184 15,0 0-160-15,0 0-614 0,0 0-969 0</inkml:trace>
  <inkml:trace contextRef="#ctx0" brushRef="#br0" timeOffset="-194946.38">22124 2932 37 0,'0'0'388'0,"1"-11"-60"16,-1 11-42-16,5-12-16 0,-5 12-53 0,3-10 11 16,-3 10-29-16,4-11-1 0,-4 11-18 15,4-8-58-15,-4 8-15 0,2-7-22 0,-2 7-17 0,0 0-16 16,4-4-7-16,-4 4-13 0,0 0 3 0,2 5-12 16,-2-5 14-16,2 11-15 0,-2-11 3 0,-2 14-5 15,2-6 5-15,0-1-16 0,0 0 6 0,-1 2-9 16,0-2 4-16,1 0-6 0,0 0 5 0,0-7-13 15,0 13 15-15,0-13-15 0,2 11 27 0,2-5 20 16,-4-6 30-16,8 7-4 0,-8-7 7 0,16 1-9 16,-3-2-6-16,0 0-19 0,2-4 4 0,2 0-15 15,6-1-2-15,-1-2-17 0,1 1 12 0,2-1-15 16,1-3 7-16,1 0-13 0,0 1 7 0,-2-1-12 16,-1 3 9-16,-1-1-8 0,-1 1-10 0,0-1-56 15,-1 2-40-15,0-2-34 0,-2 3-72 0,0 1-40 16,-3 0-51-16,0 1-51 0,0-1-367 0,-1 2-227 15</inkml:trace>
  <inkml:trace contextRef="#ctx0" brushRef="#br0" timeOffset="-194496.44">22898 2887 67 0,'0'0'521'0,"0"0"-121"15,-5-6-21-15,5 6-48 0,0 0-52 16,0 0-30-16,-4-4-61 0,4 4-32 0,0 0-41 15,0 0-13-15,0 0-41 0,0 0 1 0,0 0-18 0,-9 5-3 16,9-5-17-16,-5 9 9 0,2-3-20 0,1 0 8 16,-2 1-8-16,2 0 5 0,-1 2-15 0,1-3 11 15,0 1-14-15,0 0 19 0,-1 0-31 16,3-7 23-16,-2 10-10 0,2-10 13 0,0 10 2 0,0-10 37 16,2 9 2-16,-2-9 14 0,9 6-14 0,-9-6-1 15,18 1-16-15,-8-3 1 0,3-1-21 0,1-1 10 16,5-1-29-16,-1 0 27 0,5-2-21 0,3-1 12 15,2-1-18-15,2 0 11 0,1-2-15 0,2 2 8 16,-2-1-16-16,0 2 20 0,-2-3-12 0,0 5 9 16,-4-2-15-16,-2 3 17 0,-1-1-42 0,-3 2-19 15,-4-2-54-15,2 2-51 0,-6 1-90 0,1 1-78 16,-1 0-94-16,-11 2-301 0,14 0-227 0</inkml:trace>
  <inkml:trace contextRef="#ctx0" brushRef="#br0" timeOffset="-193279.61">12348 6761 160 0,'-2'-12'330'0,"-1"2"-51"15,2-1-41-15,-3 3-3 0,3-1-27 0,-2 1-21 16,2-1-2-16,-1 2 2 0,2 7-22 0,-3-12-23 15,3 12-40-15,-4-10-23 0,4 10-20 0,-1-8-10 16,1 8-14-16,0 0-5 0,0 0-34 0,-4 8 73 0,1-1-17 16,2 5 48-16,0 3-22 0,0 2 14 15,-2 4 22-15,1 2-28 0,-1 5 10 0,2-1-34 16,0 2 7-16,1 4-29 0,-2 0 10 0,2 1-11 16,2 0-20-16,-1-1 15 0,0-1-22 0,2 2 14 0,-1-3-19 15,1-5 17-15,-1 3-23 0,-1-2-36 0,2 2-135 16,0-3-87-16,-1 2-67 0,-2-2-138 0,1 0-326 15,-1 1-311-15</inkml:trace>
  <inkml:trace contextRef="#ctx0" brushRef="#br0" timeOffset="-192762.69">12365 8260 383 0,'0'0'482'0,"0"-8"-38"0,0 8-71 0,3-7-42 0,-3 7-45 16,3-8-43-16,-3 8-28 0,5-9-30 0,-1 5-19 15,2-2-15-15,0 2-20 0,3-2-16 0,-2 1-10 16,2 1-12-16,2 2-16 0,0 0-10 0,2-1-6 16,2 2-7-16,-2 2-5 0,1 1-7 0,0-1-4 15,-1 3-6-15,2-1-1 0,-2 3-8 0,1 1-3 16,-2 1 1-16,-1 1-46 0,-2-1 47 0,-1 4-45 15,-2 0 54-15,-1 0-54 0,-2 1 46 0,-3 1-46 16,-3 1 46-16,0-1-4 0,-4 6-4 0,-2-2-1 16,-4 2-6-16,2-3 0 0,-6 2-4 0,1 1 0 15,-3-2-1-15,3-4 5 0,-2 0-8 0,1-2 2 16,1-1 2-16,3-1 3 0,-1-2 1 0,4-1 6 16,0-2 18-16,1 2 22 0,1-5-4 0,8-2-11 15,-10 4-10-15,10-4-6 0,0 0-6 0,0 0 2 0,0 0-4 16,0 0-8-16,9-5-1 0,0 0-2 0,2 2 0 15,1 0 5-15,4 1-6 0,0-2-1 16,0 1-2-16,1 1 0 0,2 0-13 0,1 1-86 16,0 1-6-16,-1 0-81 0,0 0-88 0,0 1-81 0,-1 3-70 15,-1 1-47-15,1 0-387 0,-4 2-406 0</inkml:trace>
  <inkml:trace contextRef="#ctx0" brushRef="#br0" timeOffset="-191997.32">12592 9800 309 0,'0'0'511'0,"-1"-9"-62"15,1 9-45-15,0-8-49 0,0 8-44 0,3-11-56 16,-2 5-33-16,4 0-31 0,-1-2-31 0,3 0-31 16,0 0-20-16,1 0-24 0,2 1-14 0,1 0-17 15,1 0-6-15,1 1-15 0,1 2-4 0,-4-1-3 16,4 2-7-16,0 1-3 0,0 2-1 0,-1 0-1 15,0 2-6-15,-2 2-2 0,2 0-4 0,-2 1-3 0,0 3-6 16,-5 0-7-16,1 2-6 0,-2-1-6 16,-4 3 1-16,-2 0-44 0,-4 4 49 0,-2 0-46 15,-2 2 41-15,-1 1-48 0,-3-2 54 0,-1 1-38 0,0-2 55 16,0 0-2-16,0-3 4 0,1-2 7 0,3-1-2 16,0-2 15-16,2-1 22 0,-1-2 6 0,3 0-1 15,6-5-8-15,-9 4-1 0,9-4-16 16,0 0-45-16,0 0 47 0,0 0-44 0,4-4 47 0,-4 4-41 15,14-7 42-15,-7 4-46 0,2 0 49 0,3-1-52 16,-2 1 47-16,0 3-46 0,3-3 48 16,-3 3-45-16,4 0 43 0,-14 0-44 0,21 1 47 0,-11 2-6 15,0 1 0-15,-1 1-8 0,-1 0 0 0,-1 2 0 16,0 0-4-16,-2 1 1 0,-2 1-4 0,-1 1 5 16,-2-1-4-16,0 1 0 0,-2 1 2 0,-2-1-5 15,-4 2-1-15,2 0 4 0,-6-1 3 0,2 0-2 16,-5 0 5-16,-1 1 18 0,-3-2-10 0,1-1 4 15,-1 0 4-15,0-3 9 0,2 1 7 0,-1-5 6 16,3 3-8-16,-3-3-2 0,5-1-5 0,-2-1-8 16,3 0-5-16,0-1-10 0,0 0-2 0,3-2-47 15,-2 3-69-15,2-4-71 0,1 1-73 0,8 3-87 16,-14-5-85-16,14 5-110 0,-9-5-287 0,9 5-350 0</inkml:trace>
  <inkml:trace contextRef="#ctx0" brushRef="#br0" timeOffset="-191312.97">12668 10917 108 0,'0'0'401'0,"0"9"1"0,-4-4-86 16,2 3-54-16,-5 1-33 0,3 0-32 0,-2 3-34 16,0 0-28-16,-1-1-24 0,5 0-7 0,-5 1-21 15,5 0-14-15,-2-4-9 0,-1 4-9 0,2-2 1 16,-1-3-16-16,2 2-2 0,1-2-3 0,-1-1 2 15,0 1-2-15,2-7 24 0,-2 10 11 0,2-10 7 16,3 7-2-16,-3-7-11 0,6 4-4 0,-6-4-14 16,13 1-7-16,-13-1-6 0,15-2-6 0,-2 1-5 15,-3-1-2-15,2-1-5 0,3 3 1 0,-3 0-5 16,2 0 1-16,0 0-1 0,0 0 4 0,-1 3 5 16,0 1-1-16,2 0 1 0,-2 0-3 0,-1 2 1 0,1 2-1 15,-3-2-1-15,1 3 3 0,-5 0 2 16,0-1 5-16,3 2 7 0,-6-1 10 0,-2 1 1 15,0 1 3-15,-2-2 10 0,-2 3 5 0,-1-2-36 16,-3 2 55-16,-2 0-43 0,0-2 47 0,-4 2-43 0,-1-2 51 16,-1 2-41-16,-3-1 50 0,0-1-55 0,-1-3-1 15,1 1 2-15,-2-1-8 0,3-3 41 16,-2 1-58-16,1-3 44 0,0 1-52 0,0-3 35 0,4 0-60 16,-5-2 27-16,4-1-99 0,-2-1-26 0,3-1-74 15,-1-2-82-15,3-1-69 0,-2 1-57 0,5-3-55 16,0-2-83-16,-1-1-238 0,5 0-285 0</inkml:trace>
  <inkml:trace contextRef="#ctx0" brushRef="#br0" timeOffset="-191180.53">12651 10940 263 0,'17'-12'473'0,"1"1"-54"0,1-2-49 16,0 2-47-16,2-2-49 0,0 6-51 0,1-3-51 15,0 2-34-15,2-1-22 0,0 2-31 0,-2 2-14 16,1-3-59-16,0 4-91 0,0-1-114 0,-5-1-132 15,1 2-420-15,-1 2-251 0</inkml:trace>
  <inkml:trace contextRef="#ctx0" brushRef="#br0" timeOffset="-188980.84">13044 5840 2 0,'0'0'213'0,"0"0"-27"0,0 0-30 15,0 0-21-15,0 0-21 0,0 0-1 0,0 0-16 16,0 0-18-16,0 0-3 0,5 5 17 0,-5-5 14 16,4 7 3-16,-4-7-12 0,2 7 14 0,-2-7-3 15,5 11 3-15,-2-6 9 0,-2 3-50 0,2 0 40 16,-1 1-51-16,1 0 35 0,-1 2-48 0,-1 0 44 16,2 1-51-16,-2 0-6 0,3 3-1 0,-3 1 27 15,2 0-42-15,2 2 37 0,-2 0-42 0,2 2 46 16,0 1-28-16,-1 1 33 0,2 2-5 0,-2-2-8 0,1 2-3 15,-1 0-5-15,4 1 10 0,-3 2 4 16,0-1-9-16,0 3 2 0,0-2-10 0,0-1-4 16,1 3-5-16,0 1-26 0,-1-1 22 0,1 2-26 15,-2-2 25-15,1 0-26 0,0-3 1 0,-1-1-2 0,0 6 12 16,0-1-8-16,-2-4-2 0,2 3 4 0,-1-4-4 16,0 7 23-16,1-5-28 0,-2 5 24 0,0-1-23 15,1 0 22-15,-1-4-24 0,0 1 23 0,0 0-25 16,1-1 21-16,-2 1-11 0,3-3 7 0,-3 3-14 15,3-2 30-15,-2 1 58 0,0 1 11 0,0-4-30 16,-2 4 1-16,1-5-26 0,1 3-1 0,-1 1-5 16,-1-2-4-16,1 1-3 0,-1-2 10 0,2 1-27 15,-2 1 45-15,1-1-5 0,0 0-12 0,-1 1-6 16,0-1-5-16,2 0-5 0,-2 2 0 0,1-4-5 16,0 4 1-16,2-2-3 0,-2-2 2 0,-1 1 6 15,3 1 0-15,-1-1-1 0,-2-2 1 0,4 3-6 16,-3-3 2-16,2 1-1 0,-3-3 1 0,2 1 2 15,-2-2 7-15,0 2 9 0,1 0 4 0,1 0-1 16,-2-1-7-16,0 0-1 0,0 1-2 0,0 0-1 16,0 0 18-16,0-2-35 0,-2 1 44 0,1 0-50 15,1 1 42-15,-2 1-45 0,-1-1 38 0,3 1-44 0,-3 1 43 16,0-2-47-16,2 2 42 0,-2 0-43 0,0 0 40 16,1 1-38-16,-1-2 35 0,1 2-47 0,-1-1 46 15,-1 0-42-15,3 1 43 0,-3 1-47 0,3-2 46 16,-3 1-6-16,2 1-4 0,-1-1-5 0,-1 1 1 15,2-1-37-15,-1-1 40 0,2 2-37 0,-2 0 79 16,2 0-31-16,-2-1 36 0,2 0-52 0,0-1 37 16,-2 1-46-16,1 1 37 0,1-6-49 0,-1 5 7 15,2-1-2-15,-2-1 8 0,-1 3-1 0,3-3-4 16,-1 2 1-16,-2-2 0 0,3 2-1 0,-2-1 39 16,0 0-46-16,1-1 36 0,0 2-41 0,-2-2 43 15,3 0-43-15,-2 2 38 0,0-2-35 0,1 3 7 16,0-2-5-16,-3 1 31 0,3 2-34 0,0-3 36 15,-1 2-38-15,0 1 36 0,0-2-36 0,1 2 38 16,1 0-14-16,-1-1 9 0,0 1-33 0,1-1 38 16,0-2-46-16,-2 2 12 0,4 1-4 0,-2-3 4 15,-2 1 3-15,2-2 0 0,0 3 12 0,0-2-5 0,0-1-1 16,0 0-3-16,0 2 1 0,0-3 3 0,0 1 4 16,0-1 3-16,0 4 24 0,2-1 33 15,-2-1-30-15,0 2 14 0,0-2-27 0,0 3 12 0,0-1-25 16,0-1 22-16,0 2-28 0,0-2 23 0,0-1-23 15,-2 1 20-15,2 1-27 0,0 0 23 0,0 0-23 16,-1-1 22-16,0 1-23 0,1 0 21 0,0 0-22 16,-2-1 3-16,1 0 2 0,1 1-2 0,0 0 5 15,0 0 4-15,-1-1-3 0,1 3-1 0,0-4 3 16,0 4-4-16,0-3-1 0,0 1 2 0,0 1 15 16,0-1-23-16,0-1 24 0,-2 2-23 0,4-1 20 15,-2 0-18-15,0 0 10 0,1 0-11 0,-1-1 19 16,0 2-22-16,1-2-1 0,-1 1 5 0,2 0 18 15,-1-1-15-15,0-1 8 0,-1 2-11 0,0-2 18 16,2 0-21-16,-1-3 19 0,-1 2-14 0,1-1-1 16,-1 0 0-16,1 1 2 0,1-2-2 0,-1 0 3 15,0 1-1-15,-1 0 6 0,2-1-48 0,-1 4 55 0,0-2-5 16,-1-2 0-16,1 0-4 0,2 0 3 0,-2 0-6 16,-1 1 1-16,3-1 1 0,-3 1-5 15,2-2 18-15,-2 2-18 0,0-1 2 0,1 0-4 0,1 0 19 16,-1 0-19-16,-1-1 16 0,0 0-17 0,3 1 14 15,-3-1-11-15,1-1 14 0,0 0-17 0,-1 2 13 16,0-3-14-16,1 0 17 0,1 1-13 16,-2-1 9-16,1 1-15 0,-1-1 18 0,0 1-16 0,1-2 16 15,-1 1-11-15,2-1-1 0,-2-1-2 0,0-1 2 16,0 0 1-16,0 0 0 0,1 0 2 0,-1 0 7 16,1 0-10-16,-1-1 3 0,0-1-2 0,0 2 3 15,0-2-2-15,0 0 5 0,2 0-5 0,-2 0 2 16,0 0-52-16,1 0 67 0,-1-2-59 0,2 1 67 15,-2 1-11-15,-2-2-3 0,4 0 4 0,-2 1-8 16,0-1 0-16,0-1 5 0,0 1 38 0,0-3-8 16,0 3-2-16,0-1-7 0,0-1-6 0,0 1-9 15,0-1 0-15,0 1 0 0,0-1-7 0,1 1 5 0,-1-1-5 16,2 1-2-16,-2-1-3 0,0 1 3 0,0-2-5 16,1 1 3-16,-1 1 0 0,1-2-2 15,-1 1 1-15,0-3-3 0,0 2-13 0,0 0 16 0,0-7 5 16,2 12-4-16,-2-12-1 0,0 12-1 0,0-12 1 15,0 10-4-15,0-10 2 0,1 9-2 0,-1-9 3 16,0 10-2-16,0-10 0 0,1 8-1 0,-1-8 1 16,0 8 2-16,0-8-3 0,0 7 0 0,0-7 0 15,0 0-1-15,0 10-1 0,0-10 4 0,0 0-3 16,0 8-2-16,0-8 0 0,0 0 2 0,0 8 0 16,0-8-7-16,0 0 7 0,0 9 1 0,0-9-1 15,0 0 2-15,0 8 0 0,0-8-2 0,0 0 2 16,0 8-3-16,0-8 3 0,0 0-3 0,0 0-1 15,0 6-8-15,0-6 10 0,0 0 7 0,0 0-5 16,0 0 1-16,0 7 2 0,0-7 0 0,0 0-2 16,0 0 6-16,0 0-5 0,0 0-3 0,0 0-37 15,0 0-40-15,0 0-54 0,0 0-31 0,0 0-95 0,-4-7-25 16,4 7-109-16,-5-8-22 0,2 2-88 0,0 1-81 16,-1-2-113-16,0-2-303 0,-1 1-593 0</inkml:trace>
  <inkml:trace contextRef="#ctx0" brushRef="#br0" timeOffset="-183081.05">23631 2954 329 0,'0'0'348'0,"0"0"-99"0,6-5 15 0,-6 5-55 16,0 0 10-16,0 0-42 0,1-6-1 0,-1 6-37 15,0 0-4-15,1-6-35 0,-1 6-4 0,0 0 0 16,0 0-19-16,2-8 7 0,-2 8-15 0,0 0-2 0,0 0-12 16,2-8 6-16,-2 8-19 0,0 0 10 15,0 0-26-15,0 0 22 0,0 0-31 0,0-5 16 16,0 5-19-16,0 0 12 0,0 0-20 0,0 0 13 16,0 0-13-16,0 0 14 0,0 0-17 0,0 0 17 15,0 0-20-15,0 0 9 0,0 0-12 0,0 0 12 16,0 0-10-16,0 0 10 0,0 0-14 0,0 0 13 0,0 0-15 15,0 0 15-15,0 0-16 0,0 0 12 16,0 0-22-16,0 0 32 0,0 0-13 0,0 0 17 16,0 0-11-16,-2 6 15 0,2-6-12 0,-2 7 14 15,2-7-23-15,0 0 23 0,-1 9-17 0,1-9 11 0,-1 8-14 16,1-8 12-16,-3 8-15 0,3-8 14 16,0 6-15-16,0-6 13 0,-1 7-13 0,1-7 11 15,0 0-12-15,-2 10 4 0,2-10-8 0,0 0 14 16,0 8-14-16,0-8 12 0,0 0-11 0,0 0 13 15,0 0-10-15,2 7 13 0,-2-7-14 0,0 0 11 0,8 2-2 16,-8-2 9-16,14 0-15 0,-3-2 13 0,5-3-4 16,1 0-2-16,3 0-9 0,3-1 7 0,0-2-15 15,1 1 16-15,-1 1-17 0,1-1 16 0,2 1-16 16,-1-2 17-16,-1 0-17 0,0 1-20 16,0 1-52-16,-1 0-37 0,-3 1-51 0,-2-1-63 15,-1 3-89-15,-2-2-113 0,-1 2-254 0,-2 0-196 0</inkml:trace>
  <inkml:trace contextRef="#ctx0" brushRef="#br0" timeOffset="-181964.55">13748 6871 130 0,'-2'-6'344'0,"0"0"-34"16,-1 0-37-16,2-1-17 0,-4 3-10 0,4-2-19 15,-2-1-12-15,-2 3-12 0,4-4-20 0,-3 4-12 16,0-1 3-16,4 5 2 0,-5-10-22 0,5 10-7 16,-9-9-11-16,9 9-16 0,-4-8-8 0,4 8-10 15,-5-9-12-15,5 9-16 0,-4-6-12 0,4 6-3 16,-5-7-8-16,5 7-6 0,0 0-7 0,-5-7-6 15,5 7-10-15,0 0-7 0,-4-4-1 0,4 4-7 16,0 0 0-16,0 0 0 0,-2 9 0 0,2-9 1 16,2 17 4-16,-2-5-7 0,3 2 2 0,-2 3-3 15,0 3 3-15,2 3 10 0,-2 1-18 0,0 1 14 16,1 2-4-16,0 2-50 0,-2 5-81 0,1-1-33 16,1 1-101-16,-1 0-39 0,-1 0-100 0,0 2-67 0,0-2-348 15,0 2-343-15</inkml:trace>
  <inkml:trace contextRef="#ctx0" brushRef="#br0" timeOffset="-181431.54">13763 8349 411 0,'0'0'525'16,"-4"-8"-92"-16,4 8-14 0,-4-6-86 0,4 6 5 15,-1-7-101-15,1 7 4 0,1-10-39 0,-1 10-39 16,4-10-29-16,0 3-31 0,1 0-20 0,1 2-15 0,2-3-16 16,0 2-10-16,2 1-7 0,-1 0-7 0,3 1-7 15,0 1-3-15,-1 2-3 0,0-2-4 16,3 3 1-16,-2 3-1 0,0 0-4 0,-1 1 1 0,-1 1 0 16,1 2-3-16,-3 3-48 0,-2 0 47 0,-2 1-41 15,0 2 43-15,-4 2-2 0,-2-1 3 0,-2 5-7 16,-3 0 1-16,-2 2 0 0,-3 2 1 0,-1 2-2 15,-4-4 0-15,2 1 0 0,-3-1 1 0,1-1 1 16,1-3 1-16,2-2 4 0,-2-2 18 0,6-2 38 16,0-1 32-16,0-3 30 0,3 0 11 0,-2-1-28 15,9-6-24-15,-9 5-19 0,9-5-11 0,0 0-14 16,0 0-8-16,0 0-5 0,12-7-6 0,-4 1-2 16,2 2-7-16,4-1-3 0,-1-1 0 0,3 1-2 15,0 0-3-15,0 2-5 0,2-2-32 0,0 0-52 16,0 2-77-16,0 1-70 0,0 1-81 0,-3 1-35 15,0 1-94-15,1 1-77 0,0 2-339 0,-3 1-404 16</inkml:trace>
  <inkml:trace contextRef="#ctx0" brushRef="#br0" timeOffset="-180730.59">13823 10005 497 0,'0'0'466'0,"-2"-5"5"0,2 5-74 16,0 0 38-16,-3-7-121 0,3 7-4 0,-3-8-92 16,3 8 16-16,0-8-88 0,0 8 19 0,4-12-72 15,0 6 34-15,2-2-68 0,1 1 34 0,2-1-61 0,0-2 36 16,2 3-58-16,2-2 43 0,0 2-55 0,1 1 44 15,0-1-48-15,0 3 42 0,0 0-49 0,-1 0 44 16,-2 4-47-16,2-2 43 0,0 2-47 0,-13 0 51 16,22 2-54-16,-15 1 50 0,1 1-48 0,-3 1 50 15,1 3-52-15,-3 1 50 0,-4 1-50 0,-2 0 51 16,-3 4-7-16,-2 1-3 0,-2 0-7 16,-3 1 0-16,-1-1 2 0,1 0-7 0,-1-1-4 0,0-1 3 15,0-1 2-15,4-3 0 0,-3 0 1 0,5-1 11 16,1-3 16-16,0 1 24 0,0-1-4 0,7-5-9 15,-9 6-11-15,9-6-9 0,0 0-7 0,0 0-2 16,0 0-4-16,0 0-3 0,0 0-2 0,9-4 0 16,-9 4-1-16,12-4-2 0,-12 4-3 0,15-1 1 15,-15 1-2-15,16 0 2 0,-16 0 0 0,17 3 0 16,-7 0-2-16,-2-1-1 0,1 3-4 0,-2-1 0 16,2 2 6-16,-2 1-1 0,-2-1-4 0,-1 2 7 15,-2 0 0-15,2 4 1 0,-4-3-6 0,-3 1 8 0,1 2 0 16,-3 1-6-16,-3 0 2 0,0 0 1 0,-4 2 0 15,0-1 1-15,-3-1 1 0,-1-1-1 16,0 1-2-16,-1-3 1 0,-1 0-44 0,2 0 52 16,-1-3-44-16,3-2 51 0,-1 0-29 0,1-1 28 0,0 0-48 15,2-2 43-15,-2 0-88 0,4-2-5 0,10 0-49 16,-19 0-71-16,19 0-73 0,-14 0-65 0,14 0-68 16,-13-2-64-16,13 2-422 0,-8-4-453 0</inkml:trace>
  <inkml:trace contextRef="#ctx0" brushRef="#br0" timeOffset="-180098.69">13730 11282 354 0,'0'0'475'0,"2"-9"-73"0,-2 9-67 0,3-5-53 0,-3 5-51 15,0 0-48-15,4-8-36 0,-4 8-36 0,0 0-9 16,0 0-2-16,0 0-12 0,-2 8-3 0,2-8-17 16,-3 8-51-16,0-2 45 0,3-6-57 0,-4 10 31 15,4-10-39-15,-4 11 51 0,4-11-53 0,-2 9 40 16,2-9-50-16,-1 10 47 0,1-10-46 0,0 8 66 15,0-8-43-15,2 9 52 0,-2-9-46 0,7 7 49 16,-7-7-46-16,12 5 46 0,-3-2-46 0,0 1 35 16,3-1-49-16,-1 0 45 0,2 0-51 0,1-1 49 15,1 2-51-15,1 2 48 0,-2-1-46 0,1 0 39 0,-1 2-43 16,0-2 45-16,-2 1-41 0,2 4 52 0,-3-4-44 16,0 3 52-16,-1-1 7 0,-1 3-3 0,-3-4 3 15,-1 3 3-15,0-2 1 0,-1 1 2 0,-3 2 6 16,1-2 3-16,-4 0-9 0,1 3 1 0,-3-3-4 15,-1 2-5-15,-1-2-1 0,-3 1-4 0,0 0-3 16,-4 1-5-16,2-3-5 0,-3 1-51 0,-2-3 43 16,0 3-49-16,0-2 52 0,-2-2-56 0,2 0 44 15,-2 1-48-15,0-3 46 0,0 0-86 0,0-3-13 16,4 0-104-16,-5 0-29 0,4-3-71 0,-2 0-69 16,2-2-46-16,1-3-45 0,1 1-75 0,0-3-289 15,4 2-328-15</inkml:trace>
  <inkml:trace contextRef="#ctx0" brushRef="#br0" timeOffset="-179914.63">13713 11264 420 0,'9'-11'445'0,"0"1"-42"0,1 1-47 0,1-2-35 16,-1 2-39-16,2-1-47 0,3-1-42 0,0-2-34 15,2 5-29-15,-1-3-29 0,2 3-19 16,1-2-17-16,0 3-9 0,-2 1-15 0,2-1-12 0,-2 3-61 15,1 2-73-15,-2-2-78 0,2 1-65 0,-3 0-123 16,0 1-384-16,-4 2-268 0</inkml:trace>
  <inkml:trace contextRef="#ctx0" brushRef="#br0" timeOffset="-176798.65">14512 6048 244 0,'0'0'196'0,"0"0"-22"0,0 0-43 0,0 0 3 16,2-7-29-16,-2 7 3 0,0 0-21 0,0 0 2 16,0 0-28-16,0 0 7 0,0 0-39 15,0 0 13-15,0 0-17 0,0 0 23 0,0 0-24 0,0 0 20 16,2 9-22-16,-2-9 22 0,1 7-22 0,-1-7 34 15,1 8-28-15,-1-8 19 0,3 11-32 0,-3-11 29 16,1 11-14-16,-1-4-2 0,4-2-3 16,-4 4 3-16,1-3 11 0,0 3 4 0,1 0-1 0,0 0-10 15,-2 2 4-15,3-2-6 0,-2 1 22 0,-1 1 2 16,3 0-11-16,-1 1-3 0,-2 0-9 0,2 0 5 16,-1 1-4-16,0-1 0 0,-1 0 3 0,1 0-4 15,1 2 10-15,-1-2-33 0,0 4 39 0,-1-2-36 16,2 2 43-16,-2 1-37 0,1-2 30 0,-1 2-42 15,1 0 37-15,-1-1-43 0,4 1 38 0,-3-1-43 16,-1 1 42-16,3 0-41 0,-1-1 35 0,-2 1-38 16,3 0 39-16,-2-2-29 0,2 3 16 0,-1-1 12 15,-2 1 3-15,3-1 16 0,-2-1-6 0,2 4-7 16,-1-2-2-16,1 0-6 0,-1 3-2 0,1-3 6 0,-1 3-7 16,0-1 0-16,0 1 20 0,1 1-16 15,-2 1 8-15,3-2-19 0,-3 1 13 0,2 0-21 16,-1 1 16-16,2-1-20 0,-4 0 19 0,5 0-22 0,-2-3 22 15,-1 1-24-15,1 0 31 0,-2-1-19 0,2 0 15 16,-1 1-11-16,0-1 16 0,-1 0-20 0,1-1 18 16,0 0-11-16,0 2 17 0,1-2-22 0,-2 0-4 15,3-1-2-15,-3 0 1 0,0 1 0 0,2 0-1 16,-2-1 1-16,2 0 6 0,-2 0-10 0,2 0 3 16,-1 0-3-16,-1 0-43 0,2 0 51 0,0-1-38 15,-1 0 42-15,0 0-6 0,0 1 8 0,0 0-1 16,1 0 25-16,-2 2 13 0,2-2-6 0,-2 1-11 15,2 0-5-15,-2 0 2 0,2 0-15 0,-2 0-3 16,0 0-4-16,2 0-1 0,-2 2-3 0,0-2-1 16,1 2-3-16,0 0 0 0,-2-1-1 0,4 0-1 15,-3 1 1-15,0-1-1 0,1 1 2 0,0-1-5 16,0-1 1-16,-1 1-1 0,0-1 2 0,0 0-2 0,1 1 0 16,0-2 1-16,0 0-1 0,-1 1 0 0,0-1 0 15,-1 0 1-15,3 1-1 0,-2-1-40 16,-1-1 48-16,1 1-42 0,1 1 48 0,-1-1-44 15,1 1 48-15,-2-1-45 0,3-1 51 0,-3 0-50 0,1 1 46 16,-1 0-47-16,3 0 49 0,-3 0-49 0,2 0 49 16,-2 0-46-16,0 0 43 0,1 1-3 0,1-2-1 15,-1 3-3-15,-1-1-2 0,0 0-3 0,1-1 0 16,1 2-2-16,-1 0-5 0,0 1 6 0,-1-3-4 16,0 2 2-16,0 1 2 0,3-1-4 0,-3 1 0 15,0-1 0-15,1 0 5 0,-1 1-46 0,0-1 50 16,0 1 4-16,1-1-49 0,1 0 54 0,-2 1-45 15,1-1 51-15,0-1-45 0,-1 2 46 0,0-1-45 16,3 1 48-16,-3-2-48 0,0 1 5 0,2 2 3 16,-2-2 3-16,0 1 8 0,0-1-7 0,0 1 0 15,0 2 46-15,0-1-48 0,0-1 38 0,0 1-46 16,0 1 49-16,0-1-53 0,-1 0 47 0,1 1-49 16,0 1 48-16,-1-3-49 0,1 1 53 0,-3 3-52 15,3 0 47-15,0 0-45 0,-1-1 54 0,0 1-43 16,-1-2 56-16,1 3-51 0,1-2 43 0,-1-1-49 15,-2-1 47-15,3 3-46 0,0-4 45 0,-2 4-49 0,-1-3 49 16,3 1-51-16,-1 1 23 0,-2 0-19 0,3-3 7 16,-1 0 0-16,0 1 6 0,-1-1-4 0,1 1 2 15,1 1 3-15,-1-1 3 0,-1 1 3 0,1-2 9 16,1 2 7-16,0-3-6 0,-2 2 1 0,2 1-4 16,-1-4 1-16,1 4-1 0,0-1-4 0,0-1 46 15,-2 0-55-15,2 1 46 0,0-2-52 0,0 2 49 16,2-3-49-16,-2 2 5 0,0-1 38 0,0 2-47 15,0-1 1-15,0 1 7 0,0 0 11 0,0-3 9 16,0 3 16-16,0-1-11 0,0 0 2 0,0 2 5 16,-2-3-2-16,1 2 6 0,1-1-50 0,0 2 49 15,-1-4-54-15,1 3 54 0,-2-2-51 0,1 1 53 16,1-2-57-16,0 2 60 0,0-1-64 0,0 1 56 16,0-2-57-16,0 0 54 0,0 1-39 0,0-1 40 15,0 0-57-15,0 0 55 0,0 1-57 0,0-2 58 16,0 1-55-16,1-1 58 0,-1 0-49 0,2 1 55 15,-1-1-8-15,-1 0-1 0,0 0 2 0,1-1-9 0,1 1-7 16,-2 0-2-16,1 0-6 0,-1-1 3 0,2 1 5 16,-2-1-10-16,0-2 3 0,1 3-2 0,1-2 0 15,-2-1-3-15,1 1 3 0,-1-3 5 16,1 4 3-16,1 1 5 0,-1-3 3 0,0-1-7 0,-1 3 2 16,1 0-56-16,1-2 62 0,-1-1-59 0,-1 0 63 15,3 3-62-15,-2-2 62 0,0 0-59 0,-1-2 62 16,1 4-56-16,1-4 63 0,-1 2-73 0,0-2 60 15,1 2-58-15,0-2 10 0,-2 0 11 0,3 1-7 16,-2-1 5-16,0 0 2 0,-1 0 57 0,3-1-66 16,-2 0 61-16,0 1-44 0,1-2 38 0,-1 2-62 15,-1 0 60-15,1-3-59 0,-1 3 63 0,3-3-60 16,-3 2 51-16,1-2-58 0,-1 2 59 0,1-2-60 16,1 2 65-16,-2-2-66 0,1 1 60 0,0-2-4 15,-1 3-4-15,0-1-5 0,0 1 0 0,1-1 3 16,1-1-15-16,-1 1 6 0,-1 1-6 0,0 0 0 15,1-3 1-15,-1 5 6 0,2-3-9 0,-2 0 1 0,3 0 4 16,-3 0-6-16,0 0 2 0,1 1 1 0,1-1-1 16,-2 0-1-16,0 1 1 0,1 0-1 15,-1-1 7-15,0-1-9 0,1 2 6 0,1-1-7 0,-2 1 3 16,1 0-3-16,0 0 1 0,-1 0 1 0,0-1 0 16,2 1 1-16,-2-1-2 0,1 1 3 0,-1 1-1 15,1-3 1-15,-1 3-1 0,0-3 2 0,3 2-4 16,-3-1 0-16,0 0 1 0,1-1-53 0,0 1 64 15,-1 0-53-15,0 1 59 0,2-2-44 0,-2 2 47 16,0-2-56-16,1 2 58 0,-1-2-58 0,1 0 65 16,-1 0-55-16,0-1 60 0,0 1-68 0,0-1 61 15,1 1-59-15,-1-1 64 0,2-1-63 0,-2 3 58 16,0-3-59-16,0 3 8 0,0-3 58 0,0 1-60 16,1 2 58-16,-2-3-55 0,2 2 57 0,-1-2-65 15,0 3 60-15,0-3-59 0,0 2 60 0,1-1-54 16,1-1 48-16,-2 1-52 0,2-1 56 0,-1 1-56 15,-1 0 56-15,0-2-58 0,0 2 54 0,1-1-50 0,1 0 54 16,-2 2-4-16,1-3-5 0,-1 3 0 0,0-2-10 16,3 0 1-16,-3 1-1 0,1-1-5 0,0 0 1 15,-1 0 2-15,0 1-6 0,0-1 1 0,0-7 1 16,1 11-3-16,-1-11-1 0,2 13 1 0,-2-13 3 16,0 10-8-16,0-10 7 0,1 9-5 0,-1-9-9 15,0 0-14-15,0 8-7 0,0-8-18 0,0 0-27 16,0 9-35-16,0-9-41 0,0 0-40 0,0 0-44 15,3 6-11-15,-3-6-107 0,0 0-43 0,0 0-97 16,0 0-143-16,0 0-370 0,0 0-614 0</inkml:trace>
  <inkml:trace contextRef="#ctx0" brushRef="#br0" timeOffset="-163483.62">24751 3510 620 0,'0'0'447'0,"0"0"-71"16,-10-3-45-16,10 3-27 0,0 0-35 0,-18 0-52 16,18 0-38-16,-13 5-33 0,5-1-54 0,2 0 4 0,-3 2-13 15,3-2-13-15,-2 3-9 0,4-1-14 16,-3 0-8-16,2 1-4 0,1 0-5 0,1 1-5 16,1-2 0-16,0 1-5 0,0-2-27 0,2-5 29 15,0 12-21-15,0-12 20 0,2 11-24 0,-2-11 28 0,4 9-27 16,-4-9 25-16,9 3-27 0,-9-3 20 0,13 1-3 15,-13-1 1-15,13-2-4 0,-13 2 0 16,14-5-1-16,-14 5-1 0,11-8-16 0,-11 8 38 0,9-8 11 16,-9 8 5-16,4-10 13 0,-4 10 3 0,5-9 2 15,-5 9 2-15,0-11-5 0,0 11-4 0,-5-9-12 16,5 9-10-16,-6-5-9 0,6 5-5 0,-11-4-3 16,11 4-3-16,-15 2-4 0,6 1-1 15,0 1-3-15,-2 3-8 0,0 0-4 0,1 1 13 0,-1 0-9 16,3 3 9-16,0-3-15 0,1 1 11 0,0-2-9 15,4 3 14-15,-1-3-13 0,1-2 12 0,3 4-10 16,0-9 15-16,0 11-15 0,0-11 5 0,5 9-1 16,-5-9-1-16,10 5 13 0,-10-5-15 0,12 0 11 15,-12 0-14-15,13-3 13 0,-13 3-13 0,14-5 11 16,-9 0-11-16,1 1 13 0,-2-1-9 0,2 0 14 16,-2 0 26-16,-4 5 17 0,4-9 2 0,-4 9-2 15,3-9 1-15,-3 9-8 0,0-8-5 0,0 8-9 16,-3-5-10-16,3 5-8 0,0 0-2 0,-6-6-4 15,6 6-4-15,0 0-7 0,-12 3 3 0,12-3-4 16,-6 6 3-16,6-6-4 0,-8 6-39 0,8-6-41 16,-4 8-60-16,4-8-24 0,-6 10-66 0,6-10 1 15,0 9-68-15,0-9 20 0,0 9-44 0,0-9 12 16,6 7-5-16,-6-7-38 0,7 6-324 0,-7-6-183 16</inkml:trace>
  <inkml:trace contextRef="#ctx0" brushRef="#br0" timeOffset="-162350.68">24757 3661 305 0,'0'0'413'16,"0"0"-54"-16,0 0-31 0,8-2-21 0,-8 2-71 16,0 0 26-16,0 0-28 0,0 0-30 0,0 0-22 0,0 0-26 15,0 0-24-15,0 0 18 0,0 0-10 16,0 0-3-16,0 0-26 0,0 0 13 0,0 0-23 16,0 0 9-16,0 0-10 0,0 0 9 0,0 0-14 15,0 0-6-15,0 0-5 0,0 0-6 0,0 0-12 16,0 0-6-16,0 0-7 0,0 0-9 0,0 0 2 15,0 0-8-15,0 0 8 0,0 0-13 0,0 0 3 16,0 0-11-16,0 0 5 0,0 0-10 0,0 0 7 16,0 0-6-16,8-3 18 0,-8 3-18 0,0 0 21 15,10-3-35-15,-10 3 22 0,14-1-24 0,-14 1 17 16,12-3-21-16,-12 3 17 0,21-3-12 0,-8 3 35 0,1-1-39 16,2 0 49-16,3-1-36 0,0 1 24 15,1-1-36-15,1 1 30 0,2 1-35 0,-3-3 29 16,6 1-31-16,-1 1 26 0,-2 0-33 0,0 0 33 0,-1-1-39 15,0 1 32-15,-1 1-24 0,0-1 23 0,-1 0-23 16,-2 1 24-16,0 0-28 0,-3-1 31 0,1 1-36 16,-1 0 35-16,-1-1-28 0,0 3 24 0,0-3-22 15,0 1 23-15,-1-1-31 0,-1 1 26 0,2-2-17 16,-1 2 23-16,2 0-22 0,-2 0 25 0,1-3-27 16,-3 3 33-16,4-2-30 0,0 1 39 0,-3 0-30 15,4 0 30-15,-2 0-34 0,2-1 31 0,-2 1-38 16,3 1 28-16,-1-3-23 0,0 2 30 0,-1 1-55 15,3-1 58-15,-3 1-38 0,2-3 37 0,1 2-40 16,-4 0 36-16,4-1-34 0,-3 1 31 0,1 0-58 16,-1-1 63-16,0 2-42 0,3-1 36 0,-3 1-29 15,3 0 41-15,0-3-38 0,1 2 40 0,-3 0-34 16,3-1 13-16,-2 0-13 0,2 1 35 0,0-1-43 16,-2-1 37-16,2 1-46 0,-3 0 35 0,2 1-26 0,1-1 33 15,-1 0-42-15,-1 1 39 0,0 0-41 16,0-2 42-16,-4 3-47 0,4-1 47 0,-3-1-38 15,0 1 33-15,-1 0-38 0,1-1 38 0,-3 1-36 0,2 0 30 16,-3 0-28-16,2 1 40 0,0-2-44 0,-1 1 42 16,-11 1-42-16,16-1 40 0,-16 1-43 0,17-1 46 15,-17 1-44-15,14-2 41 0,-14 2-39 16,11 0 34-16,-11 0-42 0,0 0 51 0,15-1-40 0,-15 1 37 16,0 0-33-16,12-2 37 0,-12 2-38 0,0 0 37 15,0 0-38-15,0 0 30 0,12-1-33 0,-12 1 39 16,0 0-37-16,0 0 36 0,0 0-50 0,0 0 40 15,4-5-35-15,-4 5 36 0,0 0-40 0,-5-5 33 16,5 5-42-16,-7-5 35 0,7 5-40 0,-9-10 44 16,2 6-34-16,1-2 36 0,-1-1-33 0,0 2 35 15,-5-2-39-15,1-1 43 0,1-1-38 0,-4 1 33 16,2 0-23-16,-1-1 3 0,1 0 1 0,-1 2 4 16,-1-1 3-16,1-1-1 0,1 2-7 0,1 0 7 15,0-1 3-15,1 4 1 0,3-2 1 0,0 3-3 16,0-1 6-16,1 0 0 0,6 4-9 0,-9-6 8 15,9 6-11-15,-8-3 10 0,8 3 0 0,0 0 2 16,0 0-5-16,0 0 3 0,3 6 6 0,-3-6 5 16,13 8 30-16,-5-4-37 0,3 1 35 0,0 2-40 0,3-2 37 15,2 2-39-15,0-1 34 0,2-2-37 16,4 4 33-16,-4-4-44 0,2 3 47 0,1-2-40 16,2-3 32-16,-3 4-39 0,2-3 41 0,-3 0-41 15,-2 1 42-15,0-3-49 0,-2 2 46 0,-3-2-39 0,0 1 39 16,-1 0-38-16,-2-1 40 0,-1 1-41 0,-8-2 31 15,14 4-41-15,-14-4 44 0,6 2-40 16,-6-2 33-16,0 8-28 0,-5-2 42 0,-2 1-42 16,-4 1 43-16,0 3-50 0,-6 2 51 0,2-1-42 0,-7 4 42 15,3 0-6-15,-2 2 5 0,1 0 7 0,-2 1 7 16,3 0 0-16,-1-1-5 0,1 1 8 0,1-1 0 16,1-1-1-16,4-3-1 0,-2 1-25 0,2-1 29 15,1 0-24-15,1-4 23 0,2 1-22 0,0 0 17 16,3-4-23-16,0 1 16 0,-1-1-18 0,3 0 16 15,-3-1-23-15,4-1 19 0,-2-1-20 0,5-4 18 16,-6 7-26-16,6-7 22 0,-7 7-21 0,7-7 19 16,-4 7-21-16,4-7 17 0,-6 5-25 0,6-5-30 15,0 0-83-15,-5 5-21 0,5-5-84 0,0 0-55 16,0 0-53-16,-5 5-51 0,5-5-61 0,0 0-131 16,0 0-96-16,0 0-334 0,0 0-617 0</inkml:trace>
  <inkml:trace contextRef="#ctx0" brushRef="#br0" timeOffset="-138470.53">15208 6711 205 0,'2'-6'407'0,"-1"0"-87"0,0-1 22 16,-1-1-75-16,3 2-5 0,-2-2-3 0,0 1-19 16,-1 7-19-16,2-13 8 0,-2 13-34 0,1-10-1 15,-1 10-40-15,1-8-3 0,-1 8-40 0,0-8-10 16,0 8-40-16,0 0 1 0,0 0-28 0,0 0 8 16,0 0-24-16,0 0 5 0,-6 12 2 0,2-2 4 15,-1 4-2-15,-2 1 0 0,0 3-41 0,-1 0 44 16,-1 3-7-16,1-1-1 0,0-1-6 0,0 1-3 15,-1 0 1-15,1-2-9 0,1 2 5 0,0-4-4 16,2-1-3-16,0-2 0 0,0 1 0 0,0-2-1 16,1-3-1-16,0 1 3 0,1-3-4 0,2-2 2 0,-1 3 5 15,2-8 3-15,-2 9-1 0,2-9 2 16,3 7 11-16,-3-7-11 0,0 0-3 0,13 1 0 16,-13-1-2-16,15-4-1 0,-6 0 3 0,1 2-3 15,0 0-3-15,2-1-2 0,2 0 4 0,0-1-3 0,1 0 1 16,1 0 3-16,0 0-4 0,0 2-1 0,0-1-1 15,1 1 2-15,-1-1 0 0,-1 1-1 16,-2 1 4-16,-1 0-6 0,3 1-2 0,-3-3 1 0,-12 3 2 16,22 0-2-16,-22 0-1 0,16 3-1 0,-16-3 0 15,17 0-5-15,-17 0-14 0,14 1-23 0,-14-1-29 16,14 1-32-16,-14-1-35 0,10 3-41 0,-10-3-43 16,8 4-50-16,-8-4-54 0,0 0-62 0,9 2-378 15,-9-2-289-15</inkml:trace>
  <inkml:trace contextRef="#ctx0" brushRef="#br0" timeOffset="-138204.21">15355 6693 115 0,'-4'-5'477'16,"4"5"-55"-16,-5-6-119 0,5 6-45 0,-7-6-77 0,7 6-37 15,0 0-14-15,-7 3 3 0,7-3 12 16,-5 14-52-16,2-3 38 0,2 3-33 0,-1 5 28 16,0 0-57-16,1 4 36 0,1 2-22 0,0 3-10 0,0 1-11 15,3-1-8-15,-3 0-12 0,0 0-8 0,0 1-7 16,0-1-4-16,0 1 1 0,0-3-8 0,0 0-3 16,0-1-1-16,0 1-3 0,0-1-37 0,-2-5-68 15,2 1-71-15,-1-2-51 0,1-2-65 0,0 3-102 16,0-6-321-16,0-1-212 0</inkml:trace>
  <inkml:trace contextRef="#ctx0" brushRef="#br0" timeOffset="-134188.31">15225 8381 176 0,'0'0'351'16,"-5"-6"-76"-16,5 6-4 0,0 0-11 0,-5-9-38 15,5 9 3-15,0 0-42 0,-5-3-2 0,5 3 1 16,0 0-11-16,-2-7 2 0,2 7-9 0,0 0-4 16,0 0-4-16,-5-7 1 0,5 7 37 0,0 0-58 15,0 0-11-15,-1-7 27 0,1 7-67 0,0 0 30 16,1-7-64-16,-1 7 34 0,3-5-45 0,-3 5 39 0,6-10-57 16,-1 5 43-16,-1-2-47 0,5 2 42 15,-3 0-53-15,2-1 46 0,1 0-56 0,0 3 45 16,1-1-49-16,-1 0 45 0,3 3-48 0,-2-1 50 15,1 2-51-15,-11 0 45 0,23 2-27 0,-10-1 21 0,-3 3-48 16,1 0 50-16,0 2-44 0,-2-1-1 0,0 4 4 16,0 1 47-16,-3 0-46 0,1 2 43 0,-5 0-48 15,0 2 45-15,-4 1-48 0,0 2 49 0,-5 4-52 16,-3 0 49-16,-1 1-48 0,-4 3 50 0,-1-3-51 16,-4 9 47-16,0-9-48 0,1-3 47 0,-3 2-46 15,3-3 52-15,-1 2-50 0,2-4 46 0,1-2-50 16,1-1 48-16,2-3-42 0,3-1 61 0,0-2-39 15,3-1 55-15,-1 1-46 0,4-2 41 0,-2-1-53 16,7-4 39-16,-8 8-44 0,8-8 41 0,0 0-52 16,0 0 50-16,0 0-53 0,15 0 45 0,-6-3-46 15,0 1 47-15,6-1-44 0,-2 1 41 0,6-1-48 16,-1 1 47-16,3-2-46 0,0 3 48 0,0-1-49 16,1 1 44-16,-1 2-48 0,2-1 20 0,-1 2-92 0,2 3-1 15,-1-2-57-15,-1 1-47 0,-3 5-55 16,2-2-91-16,-3 4-74 0,-2 1-169 0,-2 4-333 15,-2 0-496-15</inkml:trace>
  <inkml:trace contextRef="#ctx0" brushRef="#br0" timeOffset="-133437.79">15281 9739 369 0,'-4'-6'461'0,"4"6"-92"0,-5-10-13 16,5 10-75-16,-5-12-35 0,5 6-24 0,0 6 10 15,3-13-71-15,-1 4 36 0,2 2-70 16,1-2 31-16,3 0-67 0,1 0 34 0,0-1-62 0,2 3 36 16,1-1-57-16,-1 3 36 0,2-2-60 0,-3 2 45 15,3 3-56-15,-2 1 46 0,1 0-56 0,-12 1 44 16,24 1-49-16,-13 0 47 0,-1 4-57 0,-1-1 47 15,0 1-50-15,-2 1 53 0,-2 3-52 0,-1-1 48 16,-3 4-47-16,-1-1 46 0,-1 1-46 0,-3 3 2 16,-2-2 8-16,-3 4 2 0,-1 0 1 0,-2-1 3 15,0 1 3-15,-1-2 1 0,-1-1 4 0,1 0 12 16,0-3 20-16,2-2 20 0,0 0 6 0,1-1 11 16,1 0 8-16,0-3 13 0,0 1 0 0,3-1-32 15,1-3 16-15,5-2-39 0,-9 7 14 0,9-7-33 16,0 0 19-16,0 0-33 0,0 0 33 0,0 0-40 15,0 0 24-15,0 0-28 0,8-7 27 0,-8 7-30 16,12-5 27-16,-12 5-23 0,18-4 43 0,-7 3-33 0,0-1-2 16,-11 2 2-16,24 0-4 0,-14 2-27 0,2 1 28 15,1-1-27-15,-2 1 26 0,2 2-4 16,-3 0-3-16,2 2-5 0,-2-1 6 0,-4 2-9 0,1 1 2 16,-1-3-3-16,-2 6 6 0,2-3 1 0,-5 1 1 15,1 2 2-15,-2-1-1 0,-3 0 2 0,0 1 2 16,-4 0 1-16,1 1 1 0,-2 1 6 0,-5 0-5 15,3-2 3-15,-3-2 7 0,-1 3 8 0,0-4-4 16,0 1 15-16,1-1 22 0,-3-2 6 0,3-3 0 16,-2 2 4-16,2-1 2 0,0 0 10 0,2-3-3 15,0 1-7-15,-1-1-9 0,1-1-57 0,2 1 48 16,9-2-56-16,-16 2 53 0,16-2-56 0,-14 0 38 16,14 0-68-16,-13 1 21 0,13-1-39 0,0 0-42 15,-14 0-41-15,14 0-56 0,0 0-8 0,-13 1-105 16,13-1-49-16,0 0-22 0,-5 4-11 0,5-4-87 15,0 0-406-15,0 7-444 0</inkml:trace>
  <inkml:trace contextRef="#ctx0" brushRef="#br0" timeOffset="-132437.5">15217 11190 38 0,'0'0'523'0,"0"0"-126"16,0 0-50-16,9 2-42 0,-9-2-29 0,3 9-21 15,-3 0-18-15,0-2-36 0,0 2-19 16,0 1-18-16,0 2-10 0,0 0-25 0,0 0-20 0,-2 1-19 16,2-1-12-16,-1-1-12 0,1 2-12 0,0-4-11 15,0 2-12-15,0-2-5 0,-1-1 0 0,1-2-7 16,0-6-5-16,-3 12-1 0,3-12 0 0,-1 10-9 16,1-10-2-16,1 10-6 0,-1-10 2 0,0 0-4 15,4 5 6-15,-4-5-3 0,0 0 2 0,8-4-4 16,-8 4 6-16,9-5-3 0,-9 5 4 0,10-7-7 15,-1 2 5-15,-1 1-6 0,-2-1 3 0,4 1 1 16,-1-1 0-16,0 1 4 0,0 0-4 0,2 0 2 16,0 1 3-16,0 2 1 0,1-2 4 0,-2 2-1 15,3 0 4-15,-2 2 6 0,0-1-4 0,1 1 2 16,-1 2 2-16,0-2 17 0,-1 2-13 0,-1 1 2 16,3 2 0-16,-3-2 4 0,-2 1-3 0,1 5 12 15,1-4-7-15,-3 2 9 0,1 0 0 0,-2 1 0 0,-1 0 1 16,1-1-1-16,-3 1 1 0,1 1-4 0,-3 0-2 15,0 2-5-15,-3-2-2 0,2 1-1 16,-3 0-4-16,-2 0-1 0,-2 3-2 0,0-4 6 16,-2 3-9-16,1-1 3 0,-5 0 5 0,0 2-2 0,0-3-6 15,-1 1-2-15,-2 0-2 0,-1-3 1 0,-1 2-3 16,1-2-2-16,-1-1-5 0,0-2-24 0,1 0-2 16,0-1-25-16,0-4-27 0,-1 2-29 0,4-3 3 15,-2 0-118-15,2-3-46 0,-2-1-38 0,3-1-43 16,-1-2-27-16,3-3-503 0,0 0-432 0</inkml:trace>
  <inkml:trace contextRef="#ctx0" brushRef="#br0" timeOffset="-132271.55">15192 11209 432 0,'7'-9'592'0,"0"2"-141"0,-1 0-56 0,1 0-7 16,4-1-52-16,-1-1-49 0,2 0-48 0,3 0-47 0,3 0-35 15,0-3-33-15,2 3 18 0,-2 0-90 16,3 0-17-16,0-2-137 0,-1 2-91 0,1 1-60 16,-2 1-80-16,1-3-91 0,-1 5-373 0,0-4-322 0</inkml:trace>
  <inkml:trace contextRef="#ctx0" brushRef="#br0" timeOffset="-130305.45">16012 5936 186 0,'0'0'203'0,"0"0"-35"0,0 0-11 15,0 0-32-15,0 0-13 0,0 0-15 0,10 2-15 16,-10-2-18-16,0 0-14 0,0 0 7 0,0 0 3 0,4 5 17 16,-4-5-6-16,0 0-8 0,3 6 5 0,-3-6-1 15,2 7-2-15,-2-7-13 0,3 10-4 0,-2-5-31 16,0 4 30-16,2-1-30 0,-2 3 35 15,1 0-17-15,1 3 50 0,0 3-40 0,-1-1 31 0,1 2-6 16,-2 3-7-16,3 3 20 0,0 1-6 0,-3 1-3 16,3 7-5-16,-1-1-11 0,-1 1-3 0,2 1 5 15,-3 1-3-15,2 3-36 0,-1-1 34 0,1 2-23 16,-2 3 11-16,2 1 3 0,-1 1-5 0,1-1 1 16,-2 0 3-16,3 1 26 0,-3 1-29 0,4-1 19 15,-5 0-27-15,3 0 9 0,-2-1-24 0,2 1 24 16,-1-6-24-16,-1 5 20 0,2-5-16 0,-2 0 30 15,2-2-12-15,-2 3 12 0,0-2 10 0,1 1-5 16,-1 0-46-16,2 4 40 0,-2-2-8 0,3-3-6 16,-4 2-6-16,1-1-10 0,0-1 0 0,0 9-1 15,1-5 3-15,-1 0-4 0,0-2-2 0,1 5 1 16,-1-7-5-16,0 1-3 0,3 0 2 0,-1 3 2 16,-1-3 1-16,1-1-44 0,1-1 51 0,-2 1-46 0,3 0 54 15,-1 0-42-15,0 0 63 0,0 4-53 16,-2-6 48-16,2 1-56 0,-1 0 45 0,1 0-6 15,-1-2-3-15,0 0-1 0,-2 1 3 0,3-2 3 16,-3 1-3-16,2-1 0 0,-2 0-1 0,2 0-44 0,-1 1 51 16,0-1-41-16,0-1 48 0,1-1-51 0,-1-2 49 15,1 1-49-15,-1-1 2 0,-1-3 7 16,2 3 12-16,0 0-3 0,-1 3 2 0,2-1 3 0,-1-1 2 16,-1-2 46-16,2 1-50 0,-1 0 50 0,0 2-54 15,0-2 45-15,-2-2-50 0,2 1 41 0,-1-1-44 16,1 2 45-16,-2-3-50 0,2 4 48 0,-1-4-49 15,0 3 50-15,0-3-49 0,-1 2 54 0,2-3-49 16,-2 3-1-16,3-1 4 0,-3-2 2 0,2 1 4 16,-2 0 7-16,0 1-38 0,2-2 56 0,-2 0-43 15,0 1 46-15,1 0-44 0,-1 1 54 0,-4-1-46 16,5-2 55-16,-2 3-65 0,1 0 53 0,-1-1 6 16,0-1-4-16,-1 1-6 0,1-2-3 0,0 1-51 15,-2-1 53-15,2 1-9 0,-1 0-4 0,1-3 11 16,0-2-19-16,0 1-5 0,0-1 2 0,0 2-7 15,0-1 5-15,0 0 4 0,0 1-47 0,1-1 66 16,-2 0-65-16,2 1 69 0,-1-2-62 0,0 1 61 0,0-2-64 16,-1 3 88-16,1-2-63 0,0 1 60 0,0-2-67 15,-1 2 6-15,0-3 9 0,1 2 2 16,-2 0-4-16,1-2-2 0,1 2 29 0,-1-1 21 0,1 0-64 16,-2 1 56-16,2-1-47 0,0 0 40 0,0 1-63 15,-1-2 61-15,1 2-60 0,0-1 63 0,0-1-61 16,0 2 55-16,0-2-61 0,1 2 60 0,-1-1-56 15,2 0 63-15,-2 0 0 0,0 1-2 0,0-2 1 16,1 1-57-16,-1 1 56 0,0-2-55 0,0 1 60 16,0 0-53-16,1 0 55 0,1 0-58 0,-1 0 52 15,0 0-52-15,-1 0 52 0,0 1-48 0,1-3 52 16,1 1-53-16,-1 0 43 0,-1-1-45 0,3 3 46 16,-2-3-44-16,0 1 8 0,1-1 4 0,-1 0 5 0,0 3 4 15,2-4 3-15,-2 1 2 0,1 1-4 16,0-1 41-16,-1-2-53 0,0 2 42 0,2-1-48 15,-2 1 44-15,2-3-45 0,-1 3 45 0,-2-2-31 16,3-3 25-16,-2 4-42 0,2-2 45 0,-1 2-43 0,-2-6 39 16,3 5-41-16,-2-2 40 0,2 0-43 0,-1 3 41 15,-1-3-40-15,1 0 38 0,-1 1-42 16,0-1 44-16,0 0-44 0,1 0 45 0,0 0-35 0,-2 0 34 16,2-1-45-16,-1 0 45 0,0 2-47 0,0-4 45 15,1 2-42-15,0 2 38 0,-2-1-42 0,2-1 45 16,0 0-44-16,-2-1 44 0,3 0-44 0,-2 1 42 15,0 0-39-15,2 0 40 0,-1-2-27 0,-2 2 28 16,3-3-42-16,-2 2 43 0,2-2-37 0,-2-2 34 16,0 3-37-16,2-2 37 0,-2 0-42 0,-1 0 41 15,3-1-40-15,-3-7 39 0,2 13-42 0,-2-6 44 16,2-2-43-16,-1 2 40 0,0 0-31 0,-1-7 24 16,3 10-32-16,-3-10 42 0,3 10-45 0,-3-10 44 15,2 10-44-15,-2-10 41 0,1 11-40 0,-1-11 39 16,0 10-43-16,0-10 30 0,1 9-46 0,-1-9 40 15,0 9-41-15,0-9 42 0,0 9-26 0,0-9-17 0,0 10 6 16,0-10 5-16,0 10 10 0,1-3 2 0,-1-7 3 16,2 12 3-16,-2-5 4 0,0-7 0 0,1 14 6 15,-1-6-7-15,0-1 41 0,0 2-50 16,1-1 37-16,-1-1-50 0,0 0 39 0,0-7-48 0,2 14 21 16,-2-14-69-16,0 11 40 0,0-11-87 0,0 11-28 15,0-11 30-15,0 8-86 0,0-8-14 0,-3 8-49 16,3-8-69-16,-4 6-58 0,4-6 32 0,-5 3-95 15,5-3-40-15,0 0-457 0,-14 2-561 0</inkml:trace>
  <inkml:trace contextRef="#ctx0" brushRef="#br0" timeOffset="-129805.63">15382 12813 624 0,'-9'-7'471'15,"9"7"-93"-15,-6-5-51 0,6 5-27 0,-5-5-39 16,5 5-47-16,0 0-29 0,-7-4-18 0,7 4-1 16,0 0 3-16,3 6-1 0,-3-6-7 0,6 10 2 15,-2-5-5-15,1 3-6 0,1 1-5 0,1-1-7 16,-1 1-46-16,-2-1 35 0,3 1-53 0,-1 1 32 16,0 0-46-16,1 0 34 0,-1-1-55 0,-1-3 43 15,4 3-55-15,-3-2 49 0,2 1-50 0,1-4 52 0,3 0-57 16,-3-3 61-16,4-1-67 0,2-1 43 15,2-3-60-15,3-3 57 0,0-3-68 0,6-5 62 16,-1 1-70-16,-2-1 59 0,8-6-63 0,-2-1 60 0,2-1-65 16,0 0 64-16,-2 1-56 0,3-4 55 0,-1 3-78 15,-2 0 39-15,-1 1-76 0,2-3 23 16,-2 1-35-16,0 3-31 0,-1 0-22 0,-3 2-54 0,-1 1-45 16,-1 1-48-16,-1-1-57 0,1 2-21 0,-3 0-30 15,-1 4-100-15,1-1-351 0,-3 3-394 0</inkml:trace>
  <inkml:trace contextRef="#ctx0" brushRef="#br0" timeOffset="-126989.52">24418 3059 71 0,'-2'-9'266'0,"2"9"-17"0,0 0-84 15,-1-9 10-15,1 9-71 0,0 0 21 0,0-7-57 16,0 7 17-16,0 0-50 0,0 0 30 0,0 0-14 15,0 0 56-15,0 0-23 0,0 0 44 0,0 0-27 16,5 4 25-16,-5-4-33 0,3 12 30 0,-2-4-19 0,-1 1-1 16,0 3-9-16,-1-2-20 0,1 1 0 15,-3 2-20-15,3-4 1 0,-1 1-11 0,0 0-6 16,1-1-11-16,-2-1 0 0,2-8-8 0,0 12 8 16,0-12 4-16,2 11 32 0,-2-11 0 0,7 6 17 15,-7-6-16-15,0 0 4 0,18-1-22 0,-5-5 3 0,0-2-20 16,2 0 6-16,2-1-19 0,0-3 9 0,3 0-5 15,3-3-8-15,1 1 2 0,0-1-1 16,2 1 0-16,-2-2-8 0,2 2 1 0,-1 0-15 16,1 0 8-16,-1 2-59 0,-2 0-16 0,-1 2-43 15,1 0-54-15,-1 1-6 0,-2 1-67 0,3 1 0 0,-1 0-39 16,-3 0-56-16,4 2-246 0,-4 1-103 0</inkml:trace>
  <inkml:trace contextRef="#ctx0" brushRef="#br0" timeOffset="-123606.3">16845 6645 283 0,'0'-9'348'0,"1"1"-69"0,1 2 27 16,-2 6-76-16,1-13 36 0,-1 13-62 0,1-11 25 15,-1 11-62-15,0-8-1 0,0 8-65 0,0-8 15 16,0 8-60-16,0 0 22 0,0 0-37 0,0 0 26 16,0 0-23-16,0 0 38 0,0 0-21 0,0 10 24 15,-1-3-28-15,-2 3 4 0,1 2-1 0,-2 1-4 16,-1 1-6-16,-1 1-6 0,-1 0-8 0,1 1-41 15,1-1 43-15,-3 0-13 0,0 0 0 0,2 0-8 16,-1 0-4-16,1-2-2 0,-1 0 3 0,0 0-9 16,3-1-1-16,-1-3 2 0,1 0-2 0,-1-1 0 15,1 0-4-15,2-1 1 0,2-7 2 0,-4 11 1 16,1-5-1-16,3-6 2 0,-1 7 3 0,1-7 7 16,4 7 3-16,-4-7 4 0,14 3 4 0,-14-3-8 15,21 0 0-15,-8 0-3 0,4-2 0 0,1-1-4 16,4 2-42-16,-4-1 50 0,6-1-7 0,0-1-3 0,-1 1 0 15,0-1 0-15,2 2-6 0,-4-1 1 0,0 1-1 16,-3 1-2-16,1-1 1 0,-4 0-3 0,2 2 5 16,-4-1-9-16,-1 0-23 0,0 0-64 0,-12 1 17 15,19 0-44-15,-19 0-36 0,13 0-67 0,-13 0-50 16,7 2-71-16,-7-2-103 0,0 0-252 0,-2 7-205 16</inkml:trace>
  <inkml:trace contextRef="#ctx0" brushRef="#br0" timeOffset="-123372.63">16959 6699 355 0,'0'0'414'0,"-6"-8"-2"0,6 8-112 0,-4-9-51 0,4 9-63 16,0 0-40-16,-5-4-30 0,5 4-19 0,0 0-4 15,-4 6 9-15,1 2 17 0,2 2-9 16,0 3-37-16,-1 2 46 0,0 3-10 0,-1 5-25 15,2 1-12-15,-2 1-17 0,3 1-9 0,-3 1-5 0,0 1-8 16,2-1-4-16,-1 2-7 0,1-2-1 0,0 2-9 16,0-2 1-16,-2 3-3 0,2-4 5 0,-1 2-53 15,1-2-61-15,1 1-56 0,-2-1-102 0,0 2-11 16,1-2-47-16,0 0-423 0,-2 2-244 0</inkml:trace>
  <inkml:trace contextRef="#ctx0" brushRef="#br0" timeOffset="-122754.7">16777 8574 65 0,'0'0'555'0,"-6"-9"-110"0,6 9-92 0,-4-8 15 16,4 8-76-16,-2-11 7 0,2 11-101 0,0-11 15 16,1 4-72-16,2 0 21 0,1 1-69 0,2-1 29 15,0-2-55-15,2 4-9 0,3-4-8 0,-2 4-11 16,4-1-1-16,1 2-8 0,-2-1-5 0,1 4-5 16,2 0-4-16,0 1-2 0,-2 1 42 0,1 0-59 15,0 2 42-15,-1 2-49 0,1 0 46 0,-3 2-52 16,-2 2 47-16,0 0-49 0,-3 2 37 0,-3 0-49 15,0 2 46-15,-3 2-49 0,-3 0 47 0,-2 2-47 16,-3 1 48-16,-3 1-41 0,-2 3 45 0,-4-2-47 0,2-1 45 16,-3 1-44-16,0-3 53 0,0-3-52 0,4-1 49 15,-2-1-42-15,2-1 54 0,0-3-12 16,3 0 75-16,1 0-35 0,3-3 55 0,-1 0-58 16,3 0 37-16,-3 0-66 0,8-5 42 0,-5 2-55 0,5-2 56 15,0 0-44-15,0 0 52 0,13-1-52 0,-13 1 49 16,16-4-54-16,-3 1 41 0,0 1-52 0,2-2 42 15,2 1-47-15,1 1 37 0,-2-2-53 0,3 1 45 16,1 0-50-16,-2 1 49 0,-1 2-57 0,0-3 26 16,0 3-94-16,-2 0 0 0,0 0-98 0,-2 3-5 15,1-2-56-15,-2 4-75 0,-2 1-43 0,3-2-71 16,-4 4-489-16,-3-1-500 0</inkml:trace>
  <inkml:trace contextRef="#ctx0" brushRef="#br0" timeOffset="-122039.66">16734 9697 153 0,'0'0'577'16,"0"0"-120"-16,0-8-130 0,0 8 22 0,5-9-104 15,-5 9 21-15,10-9-91 0,-5 3 40 0,3 0-64 16,1 0 29-16,4-1-70 0,0 0 33 0,2 4-73 15,-1-4 29-15,1 2-62 0,2 2 41 0,-1 1-62 16,1-1 39-16,-3 2-54 0,0 0 40 0,2 2-51 16,-5 0 44-16,3 0-53 0,-2 3 48 0,-3-3-54 15,-1 5 53-15,0 2-49 0,-5-2 48 0,-2 3-49 16,-1 0 6-16,-4 2 2 0,-2 1 5 0,-3 2 3 16,-4 0 1-16,0 1 3 0,-3-1 3 0,0 0 2 15,-3 1-3-15,3-2 1 0,-1-2 15 0,-1 0 11 0,5-2 18 16,1-1 16-16,0-1 12 0,4 0 13 0,-2-2-3 15,3-1-6-15,0 1-13 0,7-5-11 16,-9 5-12-16,9-5-9 0,0 0-9 0,0 0-1 0,0 0-1 16,0 0 1-16,0 0-3 0,13-2-4 0,-13 2 3 15,15-2-4-15,-15 2-3 0,19-3-1 0,-19 3 2 16,25 0-4-16,-14 2-16 0,3-1 26 0,-2 1-25 16,2 0 21-16,-4 3-20 0,3-3 25 0,0 3-27 15,-2 2 31-15,-1-2-12 0,-1 2 1 0,0 1-1 16,-2-1 2-16,-1 3-1 0,-2-3 5 0,0 3 7 15,-3-1-6-15,-2 1 3 0,-2 2 0 0,-1-2 0 16,-3 2 1-16,-2 0-5 0,-2 0 2 0,-1-1-1 16,-4 2 6-16,1-2 3 0,-3-1-1 0,2 1 23 15,-3-4-12-15,3 0-5 0,1-2 1 0,-3-1 1 16,1-1-2-16,2 0 2 0,2-1-7 0,0 1 8 16,2-2-14-16,-2-1-5 0,13 0-4 0,-17 0-4 15,17 0-7-15,-16 0-17 0,16 0-36 0,-12-2-32 0,12 2-45 16,-10-4-39-16,10 4-47 0,-4-3-40 0,4 3-59 15,0 0-27-15,0-7-26 0,0 7-14 0,0 0-134 16,0 0-272-16,0 0-310 0</inkml:trace>
  <inkml:trace contextRef="#ctx0" brushRef="#br0" timeOffset="-121372.99">16775 11405 506 0,'1'-4'474'0,"-1"4"-61"0,5-11-28 16,-5 11-22-16,0-7-45 0,0 7-35 0,3-7-45 0,-3 7-38 15,0 0-32-15,0 0-17 0,0 0-8 0,0 0-24 16,1 8-10-16,-1-8-16 0,-1 12-15 0,1-3-12 15,-2-2-14-15,1 0-8 0,1 3-9 0,-1 0-4 16,0-3-10-16,-2 2-5 0,3-2-4 0,-1 2 1 16,1-9-5-16,-2 9-1 0,0 0 2 0,2-9-8 15,0 8-2-15,0-8 4 0,2 7 1 0,-2-7 0 16,6 4 2-16,-6-4-4 0,0 0 3 0,18-1-3 16,-8-2 1-16,0 0-2 0,3-1 0 0,1 1 4 15,0 0-5-15,2 1 2 0,1-2-4 0,-2 2 6 16,1 2-4-16,-1-3 2 0,-1 3 0 0,2 3-2 0,-2-1 1 15,1 0 1-15,-2 2 1 0,2 1 5 16,-3-1 6-16,0 1-2 0,-3 1 5 0,0 0 3 16,-2 2 7-16,0-2 5 0,-3 3 15 0,0-1 25 0,-3 2-19 15,0-3-2-15,-2 1 2 0,1 4-3 0,-5-4 0 16,1 3 2-16,-3 0-10 0,-2-1 2 0,0 1-4 16,-5 0-3-16,2 1-1 0,-4-2-1 15,0 0 4-15,-3-1-8 0,1 0-5 0,0-1-3 0,0-3-5 16,-1 3 3-16,0-4-9 0,1 0-1 0,0 1-4 15,2-2-2-15,-2-1-5 0,1-1-25 0,2 1-28 16,0-2-30-16,-1-2 2 0,2 1-92 0,1-1 6 16,-1-3-92-16,2 1-7 0,-1-2-93 0,1 0-19 15,2-2-22-15,2-1-102 0,-2-2-333 0,4 1-373 16</inkml:trace>
  <inkml:trace contextRef="#ctx0" brushRef="#br0" timeOffset="-121223.35">16730 11389 35 0,'13'-13'635'0,"-4"1"-159"16,0 1-41-16,1 0-14 0,4-2 17 0,0-2-112 16,0 4 21-16,2-2-84 0,0 2 21 0,3 0-98 15,-2 0 13-15,2 1-81 0,0 1 19 0,3 1-75 0,0 1 32 16,-2 2-69-16,3 1-31 0,-4 0-127 16,-1 2-58-16,3 0-142 0,-2 0-106 0,-1 0-153 15,-2 2-285-15,-3 2-432 0</inkml:trace>
  <inkml:trace contextRef="#ctx0" brushRef="#br0" timeOffset="-119240.74">17696 6096 30 0,'0'-7'307'0,"0"7"-37"0,0 0-58 0,0 0 11 0,-1-7-45 15,1 7 18-15,0 0-50 0,0 0 3 0,0 0-4 16,-3-5-3-16,3 5-4 0,0 0-17 0,0 0-16 16,0 0-28-16,0 0-8 0,0 0-23 0,0 0-8 15,0 0-8-15,0 0-3 0,0 0-6 0,0 0-5 16,0 0 2-16,0 0-5 0,0 0 12 0,-6 2 12 16,6-2 13-16,0 0 1 0,-1 12 0 0,1-12 10 15,0 8 40-15,0 1-18 0,0-1 13 0,0 1-19 16,0 1 6-16,1 2-18 0,-1 1 22 0,1 1-22 15,-1 3 10-15,3 1-11 0,-1 2 18 0,-2 2-21 16,4 2 14-16,-4 1-13 0,4-1 13 0,-1 2-11 0,-1 1 3 16,1 0-9-16,-1 0 1 0,3 3-9 0,-1 0 1 15,-1 3-4-15,1-3 1 0,-2 1-33 16,3 3 49-16,-2-3-40 0,1 3 55 0,-2 0-46 0,3 2 36 16,-2 0-11-16,-2 2-12 0,4 4-4 0,-3-5-1 15,0 6-1-15,1-6-6 0,-1 7 4 0,1-7 1 16,-2 1-36-16,2-2 46 0,0 1-36 0,-1 1 38 15,0-2-30-15,-1-1 21 0,2 1 1 0,-3 0-8 16,3 2-6-16,-1-3 1 0,-2 2-7 0,1-1-2 16,1 1 44-16,-1-1-36 0,-1 0 25 0,3 1-36 15,-2 0 25-15,0-2-34 0,2 2 27 0,-2-2-21 16,-1 0 27-16,4-1-26 0,-3 1 15 0,0 0-21 16,1 2 1-16,-1-3 7 0,0 0-1 0,-1 0 4 15,1-1-56-15,1 1 60 0,0 2-56 0,-2-5 58 16,0 4-4-16,2-1-5 0,-1 0-1 0,-1 1-6 15,1 0 4-15,-1-1-6 0,1-1-1 0,-1 1 0 16,2 2 1-16,-2-2-4 0,1-1 0 0,-1 0 1 0,1 0-1 16,-1 1 1-16,0-6 1 0,0 5 0 0,2 1-3 15,-1-6-50-15,0 1 63 0,-1-1-53 16,0 1 66-16,1 2-56 0,1 0 43 0,-1-2-48 16,-1 0 59-16,0-1 0 0,0 1-7 0,0-1 0 0,0 1-3 15,0 0-3-15,0 0 0 0,0-1-3 0,-1 2-2 16,1-3-2-16,-2 4 4 0,1-4-6 0,1 5 6 15,-1-1-5-15,0 1-1 0,-1 1 2 0,1-4 4 16,-2-1-4-16,2 1-50 0,0-2 62 0,0 1-50 16,-1-1 65-16,0 1-37 0,0-1 24 0,1 0 31 15,0-1-41-15,0 1 55 0,-1-1-47 0,2 1 42 16,-2-1-41-16,-1-1 35 0,2 0-47 0,1 1 41 16,-1-2-46-16,-1 0 45 0,1 1-46 0,1-2 39 15,-1 2-44-15,0-1 42 0,1 2-47 0,-2-2 42 16,1-1-47-16,1 3 42 0,-1-1-34 0,1 1 29 15,-3-1-41-15,3 0 42 0,0 0-42 0,0 1 39 16,-1-1-39-16,0 1 42 0,1 1-39 0,-2-3 2 0,2 2 1 16,0-1 8-16,-1-1 19 0,1-1 2 0,0 0 5 15,0-2-5-15,0 1 35 0,0-2-42 0,1 1 34 16,-1 0-40-16,0 0 34 0,2-2-39 0,-2 3 35 16,1-1-40-16,-1 0 35 0,1 0-38 0,-1-1 36 15,0 1-33-15,0-2 29 0,0 2-35 0,3-1 35 16,-3 2-34-16,1-1 36 0,-1-1-39 0,0 0 35 15,3 1-37-15,-3-1 36 0,2-2-36 0,-2 2 37 16,1-1-39-16,1-1 35 0,-1 1-34 0,-1 0 37 16,4-2-39-16,-2 3 5 0,-2-4 2 0,2 2 8 15,-1-1-3-15,0 0-1 0,2-1 2 0,-1 1 4 16,-2 0-1-16,3-1-27 0,-2 1 34 0,0 0-1 16,2-1-1-16,-2 0-1 0,1-1-1 0,0 2 1 15,-2-3 2-15,1 3-5 0,2-1 1 0,-1-2-2 16,1 2 2-16,-2-2 1 0,0 2 30 0,1-1-38 15,-1-1 36-15,0-3-41 0,2 1 36 0,-2 0-38 16,1 1 38-16,-1-3-26 0,0 1 11 0,0 2-25 0,1-1 35 16,0-4-35-16,1 5 39 0,-2-5-35 0,-1 3 29 15,5-1-36-15,-4-1 35 0,-1 3-34 16,2-3 37-16,-2 2-39 0,1-2 39 0,0 0-39 0,-1 0 37 16,0 2-36-16,1-2 27 0,1 0-25 0,-2 1 36 15,1 1-38-15,-1 0 39 0,0-11-37 0,1 16 33 16,1-5-32-16,-1-2 34 0,-2 4-36 0,2-5 35 15,-1 1-34-15,1 0 34 0,-1 0-35 0,0-1 39 16,0 1-35-16,1-1 21 0,1 1-25 0,-2 0 15 16,0-1-9-16,1 1 37 0,-1-3-36 0,0 2 31 15,3 2-36-15,-2-1 0 0,-1-1 6 0,0-1 0 16,1 1 3-16,-1 0 0 0,0 0 2 0,0 0 1 16,0 0 2-16,0 1 1 0,0-3-1 0,0 3 4 15,0-3-5-15,0 3 1 0,2-4 1 0,-2-5 2 16,0 13-1-16,0-13 5 0,0 14-8 0,0-14 1 15,0 11 0-15,0-11 2 0,0 11-2 0,0-11 1 16,0 10 13-16,0-10-17 0,0 10 2 0,0-10 1 0,0 9 1 16,0-9 1-16,0 12 7 0,0-12-8 0,0 9-1 15,0-9 2-15,0 12 1 0,0-12-2 16,0 10 0-16,0-10 0 0,1 12 2 0,-1-12 0 0,0 8 2 16,0-8-3-16,0 9 1 0,0-9 5 0,0 8-7 15,0-8 0-15,0 0 4 0,0 9-1 0,0-9 3 16,0 0 4-16,1 7-5 0,-1-7 0 0,0 0-2 15,0 0 0-15,-1 7-9 0,1-7-6 0,0 0-7 16,0 0-7-16,0 0-14 0,0 0-11 0,0 0-17 16,0 0-28-16,0 0-34 0,-8 3-46 0,8-3-55 15,-5-5-50-15,5 5-47 0,-7-7-54 0,5 1-63 16,-3-2-12-16,0-1-135 0,0-2-130 0,0-2-309 16,-2-1-645-16</inkml:trace>
  <inkml:trace contextRef="#ctx0" brushRef="#br0" timeOffset="-118172.43">25294 2944 126 0,'0'0'404'0,"0"0"-108"16,0 0 20-16,0 0-56 0,0 0-8 0,2-6-52 15,-2 6-41-15,0 0-33 0,0 0-23 0,0 0-3 16,0 0-17-16,0 0 16 0,1 10-6 0,-1-10-13 0,1 15 4 15,0-7-4-15,1 2-19 0,1 1 1 16,-1-1-21-16,0 1 8 0,-2-1-24 0,3 0 17 16,1 1-17-16,-1-2 29 0,3 1 2 0,1 1 13 15,3-4-9-15,3 0 7 0,1-1-15 0,6-4 0 16,1 0-23-16,11-4 1 0,5-3-9 16,12-4 0-16,3-1-7 0,1 0 7 0,12-4-15 0,-3-1 6 15,-2 1-11-15,-10-1-46 0,-1 3-52 0,-2-3-25 16,0 1-30-16,-4-1-62 0,0 1-11 0,-2 0-21 15,0-1-29-15,0 1-76 0,1-1-280 0,-4 1-141 16</inkml:trace>
  <inkml:trace contextRef="#ctx0" brushRef="#br0" timeOffset="-116056.6">25161 8606 117 0,'0'-14'592'0,"0"4"-172"0,2 2-100 0,-4 2-76 15,2 6-48-15,0 0-29 0,0 0 39 0,-4 8-63 16,0 8 20-16,2 6-43 0,-4 9 21 0,3 2-39 16,-1 1 14-16,2 10-43 0,-1 1-6 0,4-6-53 15,1 7 40-15,-1 0-8 0,0 0-3 0,1-8-15 16,0-1-4-16,-1-1-5 0,2-2-4 0,-2 0 4 16,-1-5-9-16,0-5-1 0,0 1-3 0,0-4-18 15,0-3-54-15,0-2-58 0,0-1-62 0,0-3-60 16,0-4-90-16,-2 0-88 0,2-8-233 0,-3 6-165 0</inkml:trace>
  <inkml:trace contextRef="#ctx0" brushRef="#br0" timeOffset="-115807.46">25091 9065 79 0,'-1'-33'364'16,"1"-1"-51"-16,1-3-26 0,0 3-25 0,3-1-12 0,1 1-91 16,2 4 38-16,2 1-60 0,1 0 41 0,1 3-87 15,3 4 27-15,0 2-55 0,2 3-7 16,-2 1-9-16,2 3-8 0,1 4-5 0,1-2-10 15,-1 6 2-15,0 2-7 0,0 2 6 0,2 2-16 0,-2 2 5 16,-2 1-3-16,3 3 0 0,-3 2 2 0,-1 1 1 16,-1 0-3-16,-4 2 10 0,1 0-3 15,-6 0 4-15,0 2 7 0,-3-3-3 0,-3 1-1 16,-2 3 4-16,-3-1-11 0,-3-1-5 0,-1 2-2 0,-3-1-2 16,1-1 1-16,-4-1 1 0,3 0-5 0,0-4-1 15,0 1 3-15,3-2-45 0,-1 1-42 0,1-2-57 16,2-3-34-16,0 2-84 0,1-2-32 0,8-3-394 15,-9 5-189-15</inkml:trace>
  <inkml:trace contextRef="#ctx0" brushRef="#br0" timeOffset="-115423.4">25720 8722 115 0,'10'-10'462'0,"-4"3"-59"0,-2 0-86 16,-4 1 2-16,0 6-80 0,-2-10 14 0,2 10-71 15,-12-4 0-15,1 2-63 0,0 4 22 0,-3 1-60 16,3 1 19-16,-6 3-52 0,1 3-8 0,0-1 29 16,0 2-49-16,0 2 1 0,5-2 24 15,-2 2-38-15,5-2-2 0,2 0 3 0,1-1-9 0,2 1 3 16,2-2 3-16,2 0-8 0,-1-1 6 0,4-1-4 16,1-2-3-16,2-1-13 0,1 0-22 0,3-3-18 15,0 0-9-15,3-1-5 0,-2-2 46 0,0-2-36 16,1 0 50-16,0-1-31 0,1-2 45 0,-2 0-40 15,-1 0 47-15,-2-1-37 0,-1 1 62 0,0 1-28 16,-2-2 49-16,0 0-27 0,-2 1 38 0,0 1-30 16,-4 6 28-16,4-8-44 0,-4 8 26 0,2-7-41 15,-2 7 34-15,0 0-37 0,-2 7 27 0,2-7-33 16,-4 9 27-16,1 1-35 0,2-3 37 0,1 4-37 16,0-1 32-16,1 1-35 0,1 0 9 0,2 0-2 15,-2 1 10-15,5-2-10 0,1 1 3 0,-3-3-3 16,6 3-8-16,0-5-53 0,1 1-44 0,1 0-46 15,2-4-24-15,3 0-76 0,-2-2-53 0,2-2-346 16,3-2-166-16</inkml:trace>
  <inkml:trace contextRef="#ctx0" brushRef="#br0" timeOffset="-114973.58">26250 8738 275 0,'4'-12'394'0,"-2"5"-96"0,-2-1-2 15,0 8-83-15,-5-9 14 0,5 9-78 0,-10-6 38 16,10 6-52-16,-19 2 33 0,6 3-66 0,0-1 22 15,-3 4-59-15,0 2 29 0,-3 3-58 0,4-2 29 16,-2 4-52-16,3-1 43 0,2 2-52 0,1-2 5 0,2-2-8 16,2 1 0-16,3-3-8 0,1 1-11 15,2-2-8-15,2-1-14 0,1-3-26 0,0 1 4 16,-2-6-67-16,13 8 28 0,-13-8-31 0,15 1 35 0,-15-1-13 16,19-3 44-16,-10-1 17 0,3-1 25 15,-3 0 36-15,0 0 28 0,-3-4-12 0,4 2 65 16,-3-1-32-16,0-1 72 0,-1 1-46 0,0-1 54 15,-1 1-30-15,0 0 42 0,0 2-41 0,-5 6-1 16,5-10-46-16,-5 10 10 0,5-6-44 0,-5 6 21 0,0 0-34 16,0 0 21-16,11 5-30 0,-10 2 24 0,0-1-28 15,2 6 22-15,-2-2-31 0,0 4 28 16,1 3-28-16,0 0 8 0,1 2 14 0,-1-1-11 16,-2 2 6-16,2 1-41 0,-2-2 52 0,-2 5 4 0,-2-1 4 15,1 2-2-15,-4-4 1 0,1 2 15 0,-4-3 5 16,-3 4 29-16,-1-2-22 0,0-1 5 0,-4-4-24 15,0 1 13-15,0-4-22 0,1-2 11 0,-3-2-23 16,1-3 12-16,1-1-19 0,1 0 11 0,-1-4-14 16,3-2-3-16,0 0 4 0,-3-4-22 0,1-2-33 15,3-1-55-15,0-1-34 0,1-1-72 0,2-3-46 16,1 1-5-16,3-2-11 0,3-1-19 0,3 3-9 16,2-2-28-16,5-2-32 0,4-2-147 0,1 2-1 15</inkml:trace>
  <inkml:trace contextRef="#ctx0" brushRef="#br0" timeOffset="-114723.7">26215 8944 211 0,'39'-16'313'0,"-1"1"-29"16,-1-1 18-16,0 1 2 0,-1 0-47 0,-3-2 52 16,-7 4-56-16,-4-3 22 0,-1 1-32 0,-6 2 16 15,-2-2-25-15,-2 1-15 0,-3 1-18 0,-2 1-16 16,-3-1-19-16,-1 2-19 0,-1 1-29 0,-2 2-18 16,-2 1-25-16,1 0-16 0,-2 2-9 0,-4 1-10 15,8 4-14-15,-14 0 2 0,6 4-10 0,0-1 0 16,0 3-6-16,0 2 2 0,0 1-2 0,3 1-3 15,-2 0-4-15,4 1 3 0,1 1-7 0,0 0 6 16,4 1-3-16,0 0 3 0,3-1-3 0,3 2-3 16,1-4 5-16,1 2-5 0,3-1 3 0,2-1-7 15,-1-2-38-15,4-1-21 0,-1-1-58 0,-1-1-18 16,2-1-55-16,1-2-13 0,-2 0-80 0,0-1-26 16,1-2-52-16,-2-1-64 0,2 0-404 0,-1-3-371 15</inkml:trace>
  <inkml:trace contextRef="#ctx0" brushRef="#br0" timeOffset="-113924">27525 8412 515 0,'5'-16'462'0,"-1"2"-5"15,-3-2-80-15,1 3-18 0,-4 0-82 0,1 0-21 0,-1 1-43 16,-1 0-46-16,-1 1-17 0,-2 1-25 0,-2 2-28 15,2 1-19-15,-3 1-16 0,-3 2-27 16,2 4 7-16,-1 0-24 0,-5 5 16 0,2 2-26 0,-1 3 3 16,1 4 4-16,0 3-2 0,0 5 13 0,0 4-22 15,2 3 17-15,1 6-20 0,-1 3 17 0,3 1-19 16,0 2 11-16,-1-1-11 0,4 0 20 0,-1 1-23 16,2 0 20-16,1-7-19 0,-3 0 4 0,3-2-1 15,-1 1 5-15,0-4-4 0,-1 0 0 0,3-4 1 16,-4 0-2-16,4-4-29 0,-1-3-31 0,0 0-41 15,-1-2-37-15,1-2-49 0,1-2-40 0,-2 0-21 16,0-3-29-16,1-3 15 0,-1 1-15 0,1-3 24 16,4-4 42-16,-12 2 50 0,12-2 22 0,-13-4 34 15,5 1 47-15,-1-4 29 0,2 0 64 0,-4-1 1 16,3-6 58-16,0 1 40 0,1 1 4 0,0-2 7 16,1-1 10-16,0-1-30 0,5-1 46 0,0 1-74 15,2-1 35-15,0 1-71 0,5 1 27 0,1-4-60 16,1 3 39-16,4-2-55 0,1 2 37 0,4 1-57 0,2 0 12 15,3 1-78-15,0 0 10 0,5 2-28 16,-2 2-28-16,2 0-30 0,1 3-32 0,-3-1-5 16,2 1 8-16,-2 3 30 0,2-2 32 0,-1 2 27 15,0-1 18-15,-1 2 11 0,-1-3 12 0,-5 3 20 0,-2-2 51 16,1 2 40-16,-4-1 18 0,-4 1 13 0,2-1 7 16,-6 0 13-16,1 0 11 0,-7 4 8 15,5-7-4-15,-5 7 3 0,0-7-8 0,0 7-7 0,-8-3 0 16,8 3-64-16,-14-1 34 0,14 1-57 0,-22 1 65 15,11 2-46-15,-3 3 32 0,1 0-16 0,-2 0-53 16,2 2 44-16,0 0-51 0,3 1 36 0,1 1-47 16,1 0 39-16,1-1-44 0,3 1 38 0,1-1-32 15,3 1 30-15,0-2-39 0,3 1 37 0,2-1-51 16,2-1 17-16,2 1-78 0,-1-3 6 0,5-1-35 16,0-2-30-16,0 1-22 0,2-2-16 0,0-1-3 15,3-2 6-15,-3-1 24 0,3 2 30 0,-3-3 28 16,1-1 26-16,-1-1 36 0,-2 1 44 0,-1-1 31 15,0-2 32-15,-3 0 28 0,0 0 32 0,-3-1 21 16,1 3-6-16,-3-2 23 0,1 0-9 0,-4 2-55 16,2 0 24-16,-3 6-24 0,2-9-21 0,-2 9-14 15,0-5-15-15,0 5-3 0,0 0-8 0,0 0 0 0,-9 5-1 16,9-5 0-16,-5 10 0 0,1-5-4 0,2 4-2 16,-1-1-11-16,2 1-2 0,1 1 1 0,0-2-10 15,0 3-1-15,1-3-2 0,-1 1-2 16,4 1-4-16,-1-1-13 0,-1-1-82 0,3-3-8 0,-1 1-73 15,3 0-70-15,1-2-51 0,-1-2-55 0,-7-2-254 16,17 3-116-16</inkml:trace>
  <inkml:trace contextRef="#ctx0" brushRef="#br0" timeOffset="-113557.71">27971 8675 346 0,'0'0'482'16,"-5"-10"-69"-16,5 10-124 0,-5-6 20 0,5 6-83 15,0 0 17-15,-13 0-37 0,13 0-34 0,-11 6-22 16,7 0-16-16,-1 2-28 0,2 1-17 0,-1 0-17 16,4 1-15-16,-1 2-9 0,2-2-9 0,-1 1-10 15,4 0-8-15,-1-2-25 0,2 1 25 0,0 1-29 16,3-3 22-16,-1 0-50 0,1-4 1 0,0 2-68 0,3-2 19 16,-2 0-75-16,3-3 32 0,0 1-10 0,0-2 4 15,-1-2 24-15,0 1 20 0,0 0 23 0,-1-4 9 16,1 0 12-16,-2 0 22 0,-1 0 19 15,1-3 32-15,-2 2 20 0,-1-2 9 0,-1-1 17 0,2-1 12 16,-4 0 9-16,1 2 12 0,0-2 3 0,-4 2 0 16,3 1-9-16,-1 0-9 0,2 0-20 0,-4 7-17 15,0-9-11-15,0 9-15 0,0 0 3 0,0 0-4 16,0 0-6-16,0 0 0 0,0 0 1 0,-5 8-4 16,4 0-2-16,1-3 0 0,0 4-1 0,1-1-5 15,0 3-4-15,3-1 4 0,-3 0-6 0,4-1 2 16,-1 2-2-16,0-2-32 0,3 0-41 0,0-2-54 15,1 1-89-15,-2-2-12 0,3-1-39 0,0 0-54 16</inkml:trace>
  <inkml:trace contextRef="#ctx0" brushRef="#br0" timeOffset="-113291.68">28462 8453 303 0,'-6'-12'500'0,"2"1"-8"16,0 3-102-16,1-2-30 0,-2 3-103 0,3 2-37 0,2 5-75 16,-7-7-1-16,7 7-24 0,0 0 4 15,-7 7-21-15,4 0 18 0,0 3-17 0,2 2-15 16,1 5-12-16,3 1-19 0,-1 4-7 0,1 3-7 0,2-1-8 16,1 5-5-16,-2-1-6 0,4 0-4 0,-3-1-2 15,4-3-8-15,-4 0 1 0,0-2-8 0,0-1-47 16,-1-3-29-16,0-4-37 0,1 1-46 15,-1-1-98-15,-2-2 6 0,2-3-55 0,0-1-57 0,1-3-379 16,-5-5-244-16</inkml:trace>
  <inkml:trace contextRef="#ctx0" brushRef="#br0" timeOffset="-113024.16">28715 8495 492 0,'2'-17'524'0,"2"3"-84"0,-2 1 9 0,0 3-50 15,-2-1-24-15,3 1-49 0,-1 2-45 0,-2 1-62 16,0 7-42-16,3-12-49 0,-3 12-12 0,1-7-32 16,-1 7-7-16,0 0-17 0,0 0 2 0,-4 7-20 0,4 1 4 15,-1 2-19-15,0 3 4 0,-2 2-6 16,3 2-5-16,0 2 0 0,0 3-5 0,0-3-5 16,0 5 1-16,0 0 0 0,1-2-3 0,2 2-6 0,1-4 6 15,-2-1-1-15,1-2-4 0,1 2 1 0,0-2 4 16,-2-2-2-16,3-2-6 0,0 0 5 0,3 0-9 15,-2-4 4-15,1 1-46 0,-1-4-31 16,3 0-53-16,-9-6-37 0,14 7-47 0,-14-7-55 0,14 5-61 16,-14-5-50-16,14-2-81 0,-14 2-313 0,12-4-291 15</inkml:trace>
  <inkml:trace contextRef="#ctx0" brushRef="#br0" timeOffset="-112840.68">28592 8572 428 0,'-8'-4'460'0,"2"-2"-66"0,6 6-70 0,-6-8-109 16,6 8-10-16,0-8-43 0,0 8-33 0,11-6-33 15,-3 2-20-15,2-1-26 0,4 3-38 0,2 1-40 16,1-3-47-16,0 3-40 0,2-2-47 0,2 2-38 16,-2 0-23-16,3 1-16 0,-1-2-236 0,0 2 42 15</inkml:trace>
  <inkml:trace contextRef="#ctx0" brushRef="#br0" timeOffset="-112557.22">28973 8502 406 0,'13'-3'263'0,"-4"1"6"0,-1 2 23 0,-8 0-16 0,11-6-18 16,-11 6-79-16,6-6 34 0,-6 6-67 16,0 0 14-16,0-7-65 0,0 7 25 0,-7-4-58 0,7 4 24 15,-12 0-62-15,12 0 43 0,-13 0-46 16,13 0 27-16,-14 4-45 0,14-4 37 0,-11 4-41 0,11-4 31 16,-7 8-32-16,7-8 26 0,-5 9-1 0,5-9-3 15,0 12-7-15,2-4-3 0,1 1-39 0,1-1 9 16,0 2 39-16,3 1-1 0,0 3-7 0,-1-1-2 15,2-1-1-15,-1 1-26 0,0 1 29 0,0-2-12 16,-1 2 13-16,-1 1-4 0,0-4 3 0,-2 0-2 16,-2 0 3-16,4-1-2 0,-2 2 1 0,-3-5-1 15,-2 3 1-15,1-2-2 0,-3 1 9 0,1-2 9 16,-1-2-8-16,-1 2 3 0,-2-2-4 0,-2 0-4 16,0-1-2-16,-1 0-3 0,0-1 2 0,-3-2-8 15,3 2 4-15,-3-3-8 0,3 0-28 0,-2-3-39 16,2 2-66-16,0-3-71 0,0 0-73 0,0-3-25 0,2 1-459 15,1-2-273-15</inkml:trace>
  <inkml:trace contextRef="#ctx0" brushRef="#br0" timeOffset="-112341.39">29558 8577 762 0,'11'-2'678'15,"-11"2"-50"-15,15-3-59 0,-15 3-45 0,15-5-83 16,-7 2-49-16,1-1-95 0,0 1-46 0,2-1-77 16,1-1-13-16,1 2-48 0,2 0-2 0,0-1-45 15,4 3 8-15,-2 0-36 0,2 0 8 0,0 1-81 16,-1 0-28-16,3 1-62 0,-3 0-57 0,-1 0-57 16,1 1-51-16,-2 1-55 0,-5 0-59 0,2 1-27 15,-4-1-125-15,-1 1-281 0,-8-4-380 0</inkml:trace>
  <inkml:trace contextRef="#ctx0" brushRef="#br0" timeOffset="-112174.18">29726 8710 157 0,'-8'4'775'0,"2"1"-93"0,6-5-46 0,-10 5-92 16,10-5-69-16,0 0-48 0,0 0-84 0,0 0-16 0,0 0-75 16,13 1-7-16,-1-2-79 0,1 1 7 15,1-2-69-15,2 1 11 0,2-1-50 0,0 0 18 16,2 0-50-16,1 2 13 0,-1-1-87 0,2 0-46 0,-4 0-99 15,4 1-113-15,-3 0-110 0,-4 0-171 0,3 0-699 16,-2 2-887-16</inkml:trace>
  <inkml:trace contextRef="#ctx0" brushRef="#br0" timeOffset="-109358.58">31145 8269 502 0,'-14'-5'435'16,"-2"1"-124"-16,-3 1-24 0,-1 3-32 0,-3 0-17 16,-2 4-32-16,-5 3-28 0,2 0-35 0,-2 4-51 15,2 1 35-15,-4 5-36 0,2 3 15 0,2 1-35 16,0 4 15-16,4 1-11 0,-2 2-15 0,4 0-8 16,3 3-8-16,6-4-34 0,2 0 31 0,2 1-6 15,1 4-3-15,6-8-2 0,-1 0-5 0,4 1-6 16,3-2 3-16,2 0-6 0,7 3 0 0,-1-3-4 15,3-2-3-15,3-3-1 0,5 0-4 0,-1-2 2 16,5-3 2-16,2-1-3 0,2-4-26 0,1-1 19 16,2-3-13-16,-1-1-26 0,-1-2 28 0,4-2-21 15,-1-2 27-15,-1 0-15 0,-3-3 21 0,0-2-20 16,-6 3 30-16,-2-4-1 0,-3 1 38 0,-4 0 6 0,0-2 32 16,-4 2-10-16,-3-4 23 0,-3 0-22 15,-2 2 26-15,-4-2-27 0,-2 0 28 0,-6 0-30 16,-2-2 17-16,-3 4-6 0,-6-2-4 0,-3 3-6 0,-2 3-11 15,-3 1 3-15,-3 1-1 0,0 4-10 0,-6 4-9 16,2-1-8-16,-2 4-3 0,1 2-8 0,-2 4 4 16,1-1-13-16,1 3 6 0,5 0-14 0,5-1 6 15,-1-1-35-15,3 3-35 0,2 0-47 0,5-3-83 16,1-1-44-16,2 2-63 0,2-2-102 0,3-2-66 16,0 2-109-16,3-5-304 0,1 4-426 0</inkml:trace>
  <inkml:trace contextRef="#ctx0" brushRef="#br0" timeOffset="-108841.56">30160 9377 268 0,'-22'8'784'0,"2"1"-209"0,2 0-118 15,0-1-30-15,5-3-40 0,-1 2-21 0,5-2-37 0,-1-1-47 16,10-4-46-16,-10 5-49 0,10-5-37 0,0 0-37 16,15 3-16-16,1-6-35 0,9 1-2 15,7-2-16-15,12-3-6 0,7-1-14 0,4 2 1 16,12-5-7-16,7 4 2 0,3-3-10 0,5 3 5 0,2-3-8 16,-2 3-3-16,5 2 2 0,-3-4 1 0,-5 6-15 15,-2-2 12-15,-17 3-1 0,-2-1-4 0,-7-1-11 16,-10 3-28-16,-5 0-29 0,-8 0-18 0,-7 1 7 15,-5 0 4-15,-16 0 1 0,18 0-24 0,-18 0-15 16,0 0-16-16,-12 2 2 0,-6 1-7 0,-7 2 29 16,-9 0-9-16,-9 0 30 0,-6 5 9 0,-3 0 15 15,-12 2 13-15,0 1 7 0,-5-1 10 0,1 2 9 16,-4 3 4-16,-1-1 10 0,-2 1 26 0,0 1 16 16,0-1 23-16,3 1 15 0,2-1 11 0,1-1-12 15,8-1 20-15,11 0-12 0,5-3 14 0,3 0-24 16,9-2 4-16,5-3-17 0,5 0 18 0,6 0-7 15,2-2 18-15,7 0-9 0,4 2-1 0,4-7-14 0,9 6-11 16,3-4-13-16,8 2-5 0,10-4-9 0,9 0-5 16,16-5-4-16,5 3-7 0,15-3-2 15,6-2 1-15,3 0-12 0,6 1-11 0,2-2-11 16,2 2-19-16,0-3-32 0,0 2-61 0,-2-1-88 0,0 0-58 16,-5 2-105-16,-1-1-198 0,-6-1-338 0,-4 3-500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5BB0A-1CE7-476A-9EFC-97483FC3A26D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1292B-1FF3-4D4A-BEC3-EF4BA65194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9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C89ED292-434B-01E8-6D37-112D1B4623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BC5D2BE-7050-42E5-9E30-066536D288F8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6915F424-F159-E22D-6024-0401F3AB66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2BB5B263-9B3A-0CEC-EA8C-746C2FCAA5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829E15E-AA39-7E37-C29C-52B4DEC60A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97C255B-64E4-4E23-A3BD-A6D320CACB78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653132F-28F1-0EA7-2613-9F549A4DFA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DABFB81-CDC0-14F6-3F09-EEF77D1587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84428ED5-A476-27E1-0B96-CC1597E71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A9CD37-680C-4AA9-9534-AE991622B61D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1FA093B6-37F2-2695-B873-293C123D60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2BCDABE9-317D-C333-7408-E8550A3093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B4C07ED4-0F9C-6B15-C6AE-3D3D892A4F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06EA03C-0AFE-44E8-97FF-FA44D6479BE2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4245753-1EE3-B4F4-1BC5-22BE6E8B4F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F6BD219D-F809-F19F-8F42-EBD7FC9736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84E06F8D-4D86-902C-434C-4C6D77513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66598D-3FA3-4929-A4F5-1705906B83B1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4D38BE9-D0B5-E273-C9FE-36C0E8BD80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C9FF7A0-2854-54CB-D914-B9F426795C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213D63AA-4A4D-D57F-0929-C6E697B876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942F0A7-E6C6-4F50-B344-1D7D544B1ED3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F5BEE53D-B366-FC2C-39EB-07323001B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9C157A24-C8BF-90E8-BE90-CFD8A45957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EFFC6B6A-8CD5-DEA4-5CFC-7A28894D37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854C20C-1FC0-4C44-A8DD-B2D7E555BAD4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AC6CE75C-03DE-EDB1-363F-4C1A30DCFD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4C29E55D-C5A7-7BD4-85D1-EFEF90EDF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E59CA1EB-947E-9593-CA5D-A4C59F6583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B5718F-635B-452A-820D-3A4F136C8B9C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AFA062C-1A99-141B-3FA4-DE8E8EA50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540B7A2-E585-ADFB-5D32-A8FF69966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249BB140-D008-F9E6-DD5E-A25BD69787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BC1E5EAB-19F8-4847-8225-B29DE3848214}" type="slidenum">
              <a:rPr lang="en-AU" altLang="en-US"/>
              <a:pPr eaLnBrk="1" hangingPunct="1">
                <a:spcBef>
                  <a:spcPct val="0"/>
                </a:spcBef>
              </a:pPr>
              <a:t>10</a:t>
            </a:fld>
            <a:endParaRPr lang="en-AU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4F67F9D-E266-48B9-1C6F-B5D3C2DDA8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0061AE3A-ABA0-B7B4-82BA-1D906A8EF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FF515BD-FCFF-46CB-0328-AE0ACAE71C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41EBE646-30E3-47A4-8265-BDF61C5E600A}" type="slidenum">
              <a:rPr lang="en-AU" altLang="en-US"/>
              <a:pPr eaLnBrk="1" hangingPunct="1">
                <a:spcBef>
                  <a:spcPct val="0"/>
                </a:spcBef>
              </a:pPr>
              <a:t>11</a:t>
            </a:fld>
            <a:endParaRPr lang="en-AU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1C4DF59B-4881-83B9-8A54-9675A8C404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6501D3C8-8147-931C-244F-A4C0830A60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4F9D83CF-2173-334D-EA18-9C9F068991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36637C64-6749-4C24-9E7B-FB70F2AA66A7}" type="slidenum">
              <a:rPr lang="en-AU" altLang="en-US"/>
              <a:pPr eaLnBrk="1" hangingPunct="1">
                <a:spcBef>
                  <a:spcPct val="0"/>
                </a:spcBef>
              </a:pPr>
              <a:t>13</a:t>
            </a:fld>
            <a:endParaRPr lang="en-AU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B6BFC3F-B0C1-8A66-09B6-3A5BB98DD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8A933EF-2C4D-CDDF-5244-16D71CC3F7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8728698-B3CB-1096-B45D-8ED327AD9E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89C4E2D2-2673-4BEA-AE4F-DED72AA21F07}" type="slidenum">
              <a:rPr lang="en-AU" altLang="en-US"/>
              <a:pPr eaLnBrk="1" hangingPunct="1">
                <a:spcBef>
                  <a:spcPct val="0"/>
                </a:spcBef>
              </a:pPr>
              <a:t>15</a:t>
            </a:fld>
            <a:endParaRPr lang="en-AU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810CB38F-8F27-7CA7-760E-22B0FCC720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97F730D-4685-48E2-FC89-247D29A254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1EEF7828-B2C2-6249-ACC8-7F26D02698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FDA9DA1-CE52-8443-B8D6-E23FE3EF4E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A6374280-EE02-3945-8F18-DCD500B9C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939BDE5-D244-FF40-80F2-B60858EDC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0B0C4-D834-533E-8410-24B5245B8216}"/>
              </a:ext>
            </a:extLst>
          </p:cNvPr>
          <p:cNvSpPr/>
          <p:nvPr userDrawn="1"/>
        </p:nvSpPr>
        <p:spPr>
          <a:xfrm>
            <a:off x="9183189" y="-136979"/>
            <a:ext cx="2937691" cy="19917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795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SLIIT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8894B-F143-B1E8-02E2-0B6FC762DCFA}"/>
              </a:ext>
            </a:extLst>
          </p:cNvPr>
          <p:cNvSpPr txBox="1"/>
          <p:nvPr userDrawn="1"/>
        </p:nvSpPr>
        <p:spPr>
          <a:xfrm>
            <a:off x="3431413" y="6488668"/>
            <a:ext cx="5662512" cy="369332"/>
          </a:xfrm>
          <a:prstGeom prst="rect">
            <a:avLst/>
          </a:prstGeom>
          <a:solidFill>
            <a:srgbClr val="003399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IE2061 | OSSA | Lecture 01  | Dr. Sanvitha Kasthuriarachchi</a:t>
            </a:r>
          </a:p>
        </p:txBody>
      </p:sp>
    </p:spTree>
    <p:extLst>
      <p:ext uri="{BB962C8B-B14F-4D97-AF65-F5344CB8AC3E}">
        <p14:creationId xmlns:p14="http://schemas.microsoft.com/office/powerpoint/2010/main" val="856630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0896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85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270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8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7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05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50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813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109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3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4671-2548-9B4A-BC90-1ABE62759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569FD-E7A8-A74A-A927-2163C5DE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D0C97-F2BE-1F46-8DF3-8613C7F29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5D1BA-4427-5F48-BCA8-775A2EAA8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59015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FA457-CD19-7E42-BCE7-19B42ECF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1300" y="5994400"/>
            <a:ext cx="4318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609531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28224-E7F2-D948-A75F-27BE76022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3274C-2B21-0E4A-A8E9-C4D4E96E6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E7795-320A-AC41-9319-FA00A973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24889-94C4-FE4A-9EBD-FA34D0443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BF730-9B59-8B4F-B1CD-A90E43E4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0266" y="6389688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                                           </a:t>
            </a:r>
            <a:fld id="{1369CC5A-799D-8E43-8032-7791EC7DE478}" type="slidenum">
              <a:rPr lang="x-none" smtClean="0"/>
              <a:pPr/>
              <a:t>‹#›</a:t>
            </a:fld>
            <a:endParaRPr lang="x-none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A5DCF-7877-EA97-52FB-EF6DB1EDD45D}"/>
              </a:ext>
            </a:extLst>
          </p:cNvPr>
          <p:cNvSpPr/>
          <p:nvPr userDrawn="1"/>
        </p:nvSpPr>
        <p:spPr>
          <a:xfrm>
            <a:off x="9050867" y="0"/>
            <a:ext cx="3141133" cy="187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362B14-FE4E-1DA8-FA1D-6DD799952D09}"/>
              </a:ext>
            </a:extLst>
          </p:cNvPr>
          <p:cNvSpPr txBox="1"/>
          <p:nvPr userDrawn="1"/>
        </p:nvSpPr>
        <p:spPr>
          <a:xfrm>
            <a:off x="3420533" y="6389688"/>
            <a:ext cx="8161867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</a:t>
            </a:r>
          </a:p>
        </p:txBody>
      </p:sp>
    </p:spTree>
    <p:extLst>
      <p:ext uri="{BB962C8B-B14F-4D97-AF65-F5344CB8AC3E}">
        <p14:creationId xmlns:p14="http://schemas.microsoft.com/office/powerpoint/2010/main" val="68733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1C7E-F47F-A740-8161-500BA0D2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DE7F3-B809-3045-901F-BB3700330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A977B-1B4C-1849-A510-DDB31D1A9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FE30D-E1F2-764A-9FF3-4DDFE8D0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37FC9-FF28-704F-8F73-3DCC0304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39922-8FF3-334D-8AC6-167CC3AB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725667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440F-30BD-EC47-8F28-28E35C0CE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DA827-0A00-0648-B3C1-5EB6984B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53E0A-ADA9-D640-8D2A-C335F0671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EB8E11-FD7A-4B4D-8CC4-981C10EC3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37FC6-D39A-6640-BEFD-A3934C1D6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8863D-C098-2A48-85BA-53A743E6A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E1737-7D3B-AC4D-B2DE-7CAB5F1F0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FC1A37-0D4F-1E44-AB54-2A9C08D72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953774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0CF2-4FE2-0C4E-AEC9-EB428EBA2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89262-86FD-7942-AE17-870A15962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8D7CE8-E9C6-394E-9DAE-F509FDB9E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EAA6A5-D0FA-D541-A385-0FA4D8DE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20044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B41372-4AA9-3441-B767-BA047677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336D2-6CA7-5E40-BEA6-53E1620E2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9F1234-6AFD-AA4B-B051-5E11EF96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7861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361E-BD52-844C-8A6A-E222CA60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FF224-5B8F-DB4D-81C2-5F1D81FE3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F5B4C-BF1F-734B-BC03-36188B6CA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B5693-0A12-1148-B9BA-7B0E67A4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E3EC-0501-DA47-9535-DE116BB81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0B25EA-A6C9-354B-8B1D-1EEAC246E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89182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0641-E214-4E42-B539-42FF88BF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E43784-F0EF-6F42-B7A0-9379BC2273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D639B-E1B6-AD43-9162-E3F155046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6F307-58F8-994F-98FB-536A4E05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646F2-FC06-4C49-B044-3A96AD88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1C94D-A47C-FE48-BD38-11973AF91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345684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67E0F-1F1B-A847-8BEA-0716D072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A535DE-2758-BE47-87AA-DA04AB40B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30FD5-1ECF-064E-B6B3-F6EC46746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3543A-6C83-194B-8589-B5C624CE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8BD9C0-70AE-A44A-8305-6C32BDB15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89981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DC077D-2EDB-BC42-B959-CEA813812D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515B0-AD48-6E41-AC9E-DEC15DB568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F8E1C-5EA0-3D4A-B64B-FD9A0F2E5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AC8324-3C92-E941-B869-105EBE245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4F6284-20B3-0840-8AEA-87581B17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9CC5A-799D-8E43-8032-7791EC7DE478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9073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2070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36E61CA8-E35C-2448-901A-D4F36D2012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F6304E1-D957-4548-8D94-C8F685FDB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949BD21-1F58-F74D-9D98-21A3ADDDC7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48802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5DFE-D4AA-884A-B0AF-909119139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8A9-BE45-8147-A585-E8BF901F4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ED910-A7F2-3C4F-942D-96EC31BD6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B81F6-89F5-094B-B16A-B100DF462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7FA00-28C6-BA47-9BCA-7602B6A4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637147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68632-3FF1-114F-89D8-26506CF7F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DBC5B-0688-4245-914D-57EEBBBCA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DCD3-0138-984B-9BCF-6A74A20B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250C-F25C-8346-9557-E4D2F5B17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E146A-B9E0-2445-8288-0E18F947D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677965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2DBE-F99A-AC47-AC4D-FD4FF285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8C7D9-6025-3D48-B9EF-8468F88C9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C8ECB-A5E1-6846-B4E5-6725A1E5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030B0-F053-F540-A7D4-08C5A3FF4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28EE3-05A7-C746-A06A-68E7C59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372DA-7F41-3B43-AAD3-06278222C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4880276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D59-2B2F-6342-84CC-CDBFBF009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6C3F1-A786-B74F-87EE-CCD26105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B797CC-B575-114C-AC86-C67B45A16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2AE595-D8FB-8848-A7E1-4324FAE22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88016-0A86-5B47-B42F-A3FCBEAF99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4D908D-C1E4-7D48-ABB0-FD884D88B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1DCA8C-250C-4E4C-BB6E-24A1E1072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10730-617D-044F-9490-2AD97541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7331572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FC8B4-28B8-7041-BEB1-52BD3610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B3380-E09E-3C43-9A92-E6EB0B3D3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D097-9D59-9C4B-BD9A-0A0E9785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9D3078-4BD3-854C-BA6D-351397A82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851382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3292B-95FC-A54C-9E21-7CA64D61B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F27E7C-3225-5F43-948B-76F37A8FA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6F8A8-3F94-954F-BD63-8F423C03E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281464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1035-7105-3F46-B23E-61880CF3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28537-2308-084C-85CA-D1F5990BF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3C8F6B-0EB7-EF42-B6FC-DED9B2D7D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35400-3E45-6E4C-ACDA-7B27CF3EA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63210-D575-3D45-AF1D-8B81BF972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D18E9-72B9-5447-BBC9-A7B58B6B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08982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AE6D-A7C6-864C-A0E6-98D870462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3753E8-2A7F-BA43-B4B3-415AB2E9C4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DEA259-B848-884C-9F89-9D13CB3523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63B9E-0D38-434D-A026-41C9B601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3B9E2-8D80-7742-9888-1EC7509D9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B6CA9-994F-1245-9771-E23FDCA94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3335544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59689-1C00-884F-82C8-067B59B40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9053-FF3C-FF48-AEE9-7FA009A38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20541-2512-D84F-AD2C-DA512A9E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571CD-CC46-FA4F-897E-4535749F7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C40A0A-EA86-7442-BE2F-385D1E22D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4636809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55A014-6951-BE44-8A86-DAA0F07B7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BB579-260D-AB49-9B80-1A21613D3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DDAA9-5C47-284E-9934-5E8E122B0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07007-A1FA-1D4F-8D2E-DC92C17B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64ABA-6D4C-764D-8FDA-62C57A76D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82292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A129F7F3-9F03-6745-82D9-1C58E2ED724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EB73741-F5ED-864D-931A-858A844D73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1CA3039-84A1-C946-A5F7-5CBD9EE424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24264AD4-A097-5B4B-98C9-A1C1BF02FC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91041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8BA11-1A32-C54B-9309-C6FC3DF54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CA5A-D390-484A-A55D-EBAE9C167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A0CE0-255B-9D48-9895-1DBBF8FB3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00B41-8B4D-3641-A6E2-4EAEEDAC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0300A-5925-B849-9D04-6ACF517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659065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E10CD-5FF6-D644-8F75-3C6E0F56D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A6A57-A120-F94D-8EA3-EA3D86415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21499-307A-7643-ADE6-D298E00C8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F30D1-7714-374F-BC33-73B2A6200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E1605-2E39-8141-97F7-8C650BA23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2246581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D3FCB-D002-214D-B46A-827BC002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28CA7-1D76-6E4F-87EA-6BDB547CC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8C7E8-E7DE-D34B-BA57-8BD8A6E945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26544-4FE6-B44F-A69D-7A9232560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9E1D6-3EEE-B84B-8130-05675423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D2B60-A597-0942-BB72-AC0130F43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2462269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D9156-7ED5-6F41-97D9-1B4750005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87EFE-7F1F-5041-AE5E-693F96ABB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5EA84-F4FA-4E4D-852B-D0A78283B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3292-D36A-5A45-B6AF-B1ACAFB241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3B6209-A769-6240-9DC9-34223F043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30CFE5-EF40-C04C-A4DD-83D33920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ADC4E6-AD1E-4F43-BC6C-2FF050C6B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D8BF98-4A8B-9D45-BC3D-148F8219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214891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601A1-9589-2B40-9187-92DC38536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B0B05-C27C-7640-8ABE-679BF30C1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8BC55-A0B6-9049-AF6D-5C21E194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7D89E6-B899-8A41-99BC-FE0CBF252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9781768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71877D-7DAA-A24D-9830-DA354FB5E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F4227-3C44-644C-98C2-6091B0D9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BBC5F-BACA-B445-ADDB-B88691DE6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5134977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282E9-373E-1B42-B3E5-DED5A09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3C892-7991-DB4A-9FCB-6BEC76DF3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D14E8-9C9F-3C45-8ED5-01DA001F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0D87D-73D0-E24D-B666-C32B866F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C982A-56C6-6C4B-9164-37536622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055C7F-5748-A947-9451-D18E491C0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3914214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0E9F9-3F5C-5F4A-AB69-E3FDCC703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A7E557-0685-DE49-A6F7-FAF3135D1E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58FE6-9CAD-854A-B539-D16466D05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5E515-7DAA-E648-BD3E-E4FEE608E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80FF43-7001-1845-ABEA-41845D262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57134-E5FE-A54C-9B90-EA4CBFA2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17632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99E8-36B5-0949-8513-689C34F55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ABE95-8117-C043-8DB8-E267B453A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5E56E-ECDE-A644-96DE-56082F595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3A234-4F81-A841-B3AF-33C41FFF5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A6CA2-D71B-C04F-8425-17588281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035591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FB5A0C-AF3E-DD4A-9869-9D0CB4AA8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54FB47-CB7D-D541-AADE-0A562EAAB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7B44-9C32-5040-9951-6284080FB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170D-7439-1C4C-B41A-F911F36F6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49A723-3CA4-C843-9091-FB60545BB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136557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AF2137A8-B7A9-2A46-AC45-4250534E91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73" y="303388"/>
            <a:ext cx="3406344" cy="1135448"/>
          </a:xfrm>
          <a:prstGeom prst="rect">
            <a:avLst/>
          </a:prstGeom>
        </p:spPr>
      </p:pic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C908751-67EF-B24F-9891-A9E6E40477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3201" y="2196789"/>
            <a:ext cx="7195151" cy="8153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48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dirty="0"/>
              <a:t>Code - Module Name</a:t>
            </a:r>
          </a:p>
          <a:p>
            <a:pPr lvl="4"/>
            <a:endParaRPr lang="x-none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8097590-88B5-144D-AFF3-0A7EEBB731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04908" y="3217206"/>
            <a:ext cx="7195151" cy="19917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4400"/>
            </a:lvl2pPr>
            <a:lvl3pPr marL="914400" indent="0">
              <a:buNone/>
              <a:defRPr sz="4000"/>
            </a:lvl3pPr>
            <a:lvl4pPr marL="1371600" indent="0">
              <a:buNone/>
              <a:defRPr sz="3600"/>
            </a:lvl4pPr>
            <a:lvl5pPr marL="1828800" indent="0">
              <a:buNone/>
              <a:defRPr sz="3600"/>
            </a:lvl5pPr>
          </a:lstStyle>
          <a:p>
            <a:pPr lvl="0"/>
            <a:r>
              <a:rPr lang="en-GB" sz="3600" dirty="0"/>
              <a:t>Lecture N</a:t>
            </a:r>
          </a:p>
          <a:p>
            <a:pPr lvl="0"/>
            <a:r>
              <a:rPr lang="en-GB" sz="3600" dirty="0"/>
              <a:t>Topic</a:t>
            </a:r>
          </a:p>
          <a:p>
            <a:pPr lvl="0"/>
            <a:r>
              <a:rPr lang="en-GB" sz="3600" dirty="0"/>
              <a:t>Lecturer Name</a:t>
            </a:r>
          </a:p>
          <a:p>
            <a:pPr lvl="4"/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356203402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D2487-9088-DE47-98DB-6EAF6830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74E3A-DC25-E64A-888C-94941F13A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14187-3913-374E-AEAF-80AA66EC0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E1D9-21DE-9141-9208-3C74FF80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364CB-CA1E-5244-A1D2-083E4C3E4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176514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8F076-D2AB-2943-AF9A-72D3F8071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F7BF9-0A61-FF4F-8395-027DE0E18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C7C4D-D285-9A4B-8BB5-37386095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D86127-0EA6-214A-B083-D35F0E932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E0EDF-60E5-5D4D-9636-81771790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5486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3584-DBD9-744B-8E72-102A4829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2AA3D-4A15-E34C-8AF7-1009883AB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36B84-F8B1-F84F-BF1F-6272CA329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513C1-A08B-2F44-8DA7-121F90D4F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44FEE-4967-624A-9F10-4D7B7D288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9A911-0630-4544-BC4F-184673FF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071530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0E63-D2DB-5D47-878D-DDAFFC9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FEB6B-B92B-CC49-8718-2EE2EEC1F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D6C4-21DD-DD4F-B969-021619D97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C4CCE0-F6C0-C14E-942C-C53C6113F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CEE15A-649F-F841-861A-E96BFED1A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E5F3CB-0847-A149-B2D3-F83591B3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7ECC-B6CB-2E4D-A93D-44C1F6F4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5921A9-D953-1441-89E0-852D67E2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03091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55A48-96BB-C249-92DA-6D671E6A1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E95BC2-7F4F-A74F-8B65-D090BFF71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41E8C-783A-3842-BA95-91CFE50A5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657E49-737A-774F-BEED-4D74F350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255996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E19AB-93A9-CB4F-A97D-C6D0E4C5B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93FA0-71C8-3749-A2F2-ECC7B4B2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FEE156-6187-6141-BD3E-DA6E1C3A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631480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81BC4-F8C9-5947-940B-1390E37FB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7F54-094F-B143-83C5-95C52D9AC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1066C6-C25C-984E-A0DD-D5415E514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0D5CD-069C-1948-8349-80619053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A0036-3325-A94F-85AA-183519D77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C2FD6-A57A-A249-8976-340497AE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66866881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E09B5-A5B5-A14A-9542-024E78DDA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006178-F035-6845-97F1-5BE5570EB9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9A715-7EC3-FB42-9E17-B990CE9D9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479DB0-B002-9645-AC57-C3D147390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AAF8-51B9-5C45-B2CD-732A4D781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62CF3-0416-BF4C-AA63-4B8A7263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5996673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CADB3-2C61-564D-997C-1DA70B29E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F8161-6881-D741-89D9-C165F33EE9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D1751-1B65-1F49-A8C2-325477A8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DFCD24-4D35-674F-8BF1-400416E7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7FF32-CD5B-FF41-9C75-89644CC92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9493267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3B775-5606-8445-B5C6-D71237AC31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F18FC-BDED-8C40-9D95-42AC24805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FA7EB-3179-0548-99F6-45FFD5239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1DB21-8761-1A49-86D0-64300BFB6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24DBE-D2F1-5E4D-A1D3-D403F04B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2494449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9203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84794697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58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2932471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7818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7402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1515650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9159189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1360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81215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73580298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0130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9598796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70378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48621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4589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881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10" Type="http://schemas.openxmlformats.org/officeDocument/2006/relationships/slideLayout" Target="../slideLayouts/slideLayout67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B74E64AB-3617-6444-977E-451665F3AA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9207C1-EF3A-474B-9260-57BDCDAABA5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IT2060 |OSSA | Lecture 01 | Samantha Rajapaksha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628D7F-B4AB-A1F9-6C7F-43D14B5A1652}"/>
              </a:ext>
            </a:extLst>
          </p:cNvPr>
          <p:cNvSpPr/>
          <p:nvPr userDrawn="1"/>
        </p:nvSpPr>
        <p:spPr>
          <a:xfrm>
            <a:off x="9183189" y="156573"/>
            <a:ext cx="3008811" cy="16981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C17013-5EF9-B9D7-F7AC-63F62A026374}"/>
              </a:ext>
            </a:extLst>
          </p:cNvPr>
          <p:cNvSpPr/>
          <p:nvPr userDrawn="1"/>
        </p:nvSpPr>
        <p:spPr>
          <a:xfrm>
            <a:off x="9030789" y="455"/>
            <a:ext cx="3161211" cy="14913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2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sign&#10;&#10;Description automatically generated">
            <a:extLst>
              <a:ext uri="{FF2B5EF4-FFF2-40B4-BE49-F238E27FC236}">
                <a16:creationId xmlns:a16="http://schemas.microsoft.com/office/drawing/2014/main" id="{6E16D633-DACB-C846-BDA7-A364E505FA4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5381-8FBB-074E-85C0-EC0EE065C9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CD59B-C6C2-C84A-A9B5-AB286FEC8FEA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468D55-7135-BC4F-B4E1-521E101CC930}"/>
              </a:ext>
            </a:extLst>
          </p:cNvPr>
          <p:cNvSpPr/>
          <p:nvPr/>
        </p:nvSpPr>
        <p:spPr>
          <a:xfrm>
            <a:off x="3473405" y="6400006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EDC7D24-32C7-4B48-9F10-434887CD4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26083DB-7BD6-3E47-B765-25CEE4F6A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F712AF-F653-41D5-D19C-CB8A9A2B63E6}"/>
              </a:ext>
            </a:extLst>
          </p:cNvPr>
          <p:cNvSpPr/>
          <p:nvPr userDrawn="1"/>
        </p:nvSpPr>
        <p:spPr>
          <a:xfrm>
            <a:off x="9059333" y="0"/>
            <a:ext cx="3132667" cy="1825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626AF-2A07-DAC4-87BF-5BD3755EF749}"/>
              </a:ext>
            </a:extLst>
          </p:cNvPr>
          <p:cNvSpPr txBox="1"/>
          <p:nvPr userDrawn="1"/>
        </p:nvSpPr>
        <p:spPr>
          <a:xfrm>
            <a:off x="3473405" y="6397625"/>
            <a:ext cx="7967134" cy="40011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IT2060 | OSSA </a:t>
            </a:r>
          </a:p>
        </p:txBody>
      </p:sp>
    </p:spTree>
    <p:extLst>
      <p:ext uri="{BB962C8B-B14F-4D97-AF65-F5344CB8AC3E}">
        <p14:creationId xmlns:p14="http://schemas.microsoft.com/office/powerpoint/2010/main" val="36623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6AAD40-79E3-9A4C-A0B7-F3988464D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5BACE-BCC1-184F-A700-DFA15150D1CF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49F6B-E24B-774B-9985-5552F8469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08542-B565-C84C-A36F-281CEF297D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337ECD-691F-C34D-A1DE-BB16D10A8AA5}" type="slidenum">
              <a:rPr lang="x-none" smtClean="0"/>
              <a:t>‹#›</a:t>
            </a:fld>
            <a:endParaRPr lang="x-none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86BD2B-3DFA-E24B-97EC-B151268D4BE7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1AFE1AAF-B956-2C44-8FEC-72B4E552A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253E3D6-10BE-B648-833C-3BF1365C4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013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86F86B0-CCE5-C247-8C3E-609758EDD34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3B6E8-2F8C-BD44-8621-09962AFC7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20E6BC-1CF3-D548-872D-25FC8E07215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A8008-CB95-3B4A-A2A6-E3FFA62324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99DA9-A326-0744-B496-956389595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0EFAC-9DE5-EE49-9E0C-0108BFBCFC7D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D14D5-B266-324D-813B-7D2146A87BE8}"/>
              </a:ext>
            </a:extLst>
          </p:cNvPr>
          <p:cNvSpPr/>
          <p:nvPr/>
        </p:nvSpPr>
        <p:spPr>
          <a:xfrm>
            <a:off x="3438283" y="6489700"/>
            <a:ext cx="875371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6BB38998-2073-AE42-9998-1D746B331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DE789EF-2F79-8949-A254-5D7CCF0BEB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58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662D-6CBD-3E40-8908-73A2E1800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0F6062-965F-0D4F-9928-5BD13379ABC1}" type="datetimeFigureOut">
              <a:rPr lang="x-none" smtClean="0"/>
              <a:t>5/10/2024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0E31-479D-AC42-8143-0F5CF079B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B0FD9-7401-9440-955C-2CC29D60A1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6662C7-B6AF-AC44-9DED-1AD9FB7CAF7F}" type="slidenum">
              <a:rPr lang="x-none" smtClean="0"/>
              <a:t>‹#›</a:t>
            </a:fld>
            <a:endParaRPr 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3CBA682-B826-3E41-9370-D9CBAB4FDEDF}"/>
              </a:ext>
            </a:extLst>
          </p:cNvPr>
          <p:cNvSpPr/>
          <p:nvPr/>
        </p:nvSpPr>
        <p:spPr>
          <a:xfrm>
            <a:off x="3438283" y="6489700"/>
            <a:ext cx="8682597" cy="365125"/>
          </a:xfrm>
          <a:prstGeom prst="rect">
            <a:avLst/>
          </a:prstGeom>
          <a:solidFill>
            <a:srgbClr val="252D6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/>
              <a:t>Module Code | Module Name | Lecture Title | Lecturer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32C0FA02-C8CF-7F45-AE8B-B2EE204AA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46E731A-CE3E-B047-95B9-5CD6C76C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661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930D9-F92B-4783-BA8B-0186970236E5}" type="datetimeFigureOut">
              <a:rPr lang="en-US" smtClean="0"/>
              <a:pPr/>
              <a:t>5/10/2024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406E4-0D4A-4BC0-8EB3-8966C3EF20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5098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  <p:sldLayoutId id="2147483819" r:id="rId11"/>
    <p:sldLayoutId id="2147483820" r:id="rId12"/>
    <p:sldLayoutId id="2147483821" r:id="rId13"/>
    <p:sldLayoutId id="2147483822" r:id="rId14"/>
    <p:sldLayoutId id="2147483823" r:id="rId15"/>
    <p:sldLayoutId id="2147483824" r:id="rId16"/>
    <p:sldLayoutId id="214748382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0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6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AC3E6C53-102E-4ACA-BCBB-3CC973B99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17B2B42C-0777-4D6E-9432-535281803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FEAAB60-93E2-4DC6-99AC-939637BCE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7EF5ECB8-D49C-48FB-A93E-88EB2FFDFD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11B77A2-BD5C-432D-B52E-C12612C74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1DB71C54-63C1-4B83-8324-BBCEC579C9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15D940-E187-4030-B313-FDC84AE67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3046" y="0"/>
            <a:ext cx="406895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9108539" y="1104049"/>
            <a:ext cx="2895922" cy="42841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2800" u="sng" dirty="0">
                <a:solidFill>
                  <a:srgbClr val="FFFFFF"/>
                </a:solidFill>
              </a:rPr>
              <a:t>Lecture 11</a:t>
            </a:r>
          </a:p>
          <a:p>
            <a:pPr algn="l">
              <a:spcAft>
                <a:spcPts val="600"/>
              </a:spcAft>
            </a:pPr>
            <a:r>
              <a:rPr lang="en-US" sz="2800" dirty="0">
                <a:solidFill>
                  <a:schemeClr val="tx1"/>
                </a:solidFill>
              </a:rPr>
              <a:t>Virtual Memory Management</a:t>
            </a:r>
            <a:endParaRPr lang="en-US" altLang="en-US" sz="2800" dirty="0">
              <a:solidFill>
                <a:schemeClr val="tx1"/>
              </a:solidFill>
            </a:endParaRPr>
          </a:p>
          <a:p>
            <a:pPr algn="l">
              <a:spcAft>
                <a:spcPts val="600"/>
              </a:spcAft>
            </a:pPr>
            <a:endParaRPr lang="en-US" altLang="en-US" sz="2800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6E38F34-66D8-4203-B16C-14AC20248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968085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title"/>
          </p:nvPr>
        </p:nvSpPr>
        <p:spPr>
          <a:xfrm>
            <a:off x="643467" y="1286929"/>
            <a:ext cx="7674983" cy="4284129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200" b="1" dirty="0"/>
              <a:t>IT2060 </a:t>
            </a:r>
            <a:br>
              <a:rPr lang="en-US" sz="6200" b="1" dirty="0"/>
            </a:br>
            <a:r>
              <a:rPr lang="en-US" sz="6200" b="1" dirty="0"/>
              <a:t>Operating Systems and System Administration </a:t>
            </a:r>
            <a:br>
              <a:rPr lang="en-US" sz="6200" b="1" dirty="0"/>
            </a:br>
            <a:endParaRPr lang="en-US" sz="6200" b="1" dirty="0"/>
          </a:p>
        </p:txBody>
      </p:sp>
    </p:spTree>
    <p:extLst>
      <p:ext uri="{BB962C8B-B14F-4D97-AF65-F5344CB8AC3E}">
        <p14:creationId xmlns:p14="http://schemas.microsoft.com/office/powerpoint/2010/main" val="3053458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99038CF-E268-B4A4-0C0C-2A80080E4E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52733" y="868265"/>
            <a:ext cx="8229600" cy="83392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C5A18817-71D5-02DF-E5A0-1EB54D426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2029" y="2178049"/>
            <a:ext cx="11187942" cy="4529138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3366FF"/>
                </a:solidFill>
              </a:rPr>
              <a:t>Virtual memory</a:t>
            </a:r>
            <a:r>
              <a:rPr lang="en-US" altLang="en-US" sz="3600" dirty="0">
                <a:solidFill>
                  <a:srgbClr val="3366FF"/>
                </a:solidFill>
              </a:rPr>
              <a:t> </a:t>
            </a:r>
            <a:r>
              <a:rPr lang="en-US" altLang="en-US" sz="3600" dirty="0"/>
              <a:t>– separation of user logical memory from physical memory</a:t>
            </a:r>
          </a:p>
          <a:p>
            <a:pPr lvl="1"/>
            <a:r>
              <a:rPr lang="en-US" altLang="en-US" sz="2400" dirty="0"/>
              <a:t>Only part of the program needs to be in memory for execution</a:t>
            </a:r>
          </a:p>
          <a:p>
            <a:pPr lvl="1"/>
            <a:r>
              <a:rPr lang="en-US" altLang="en-US" sz="2400" dirty="0"/>
              <a:t>Logical address space can therefore be much larger than physical address space</a:t>
            </a:r>
          </a:p>
          <a:p>
            <a:pPr lvl="1"/>
            <a:r>
              <a:rPr lang="en-US" altLang="en-US" sz="2400" dirty="0"/>
              <a:t>Allows address spaces to be shared by several processes</a:t>
            </a:r>
          </a:p>
          <a:p>
            <a:pPr lvl="1"/>
            <a:r>
              <a:rPr lang="en-US" altLang="en-US" sz="2400" dirty="0"/>
              <a:t>Allows for more efficient process creation</a:t>
            </a:r>
          </a:p>
          <a:p>
            <a:pPr lvl="1"/>
            <a:r>
              <a:rPr lang="en-US" altLang="en-US" sz="2400" dirty="0"/>
              <a:t>More programs running concurrently</a:t>
            </a:r>
          </a:p>
          <a:p>
            <a:pPr lvl="1"/>
            <a:r>
              <a:rPr lang="en-US" altLang="en-US" sz="2400" dirty="0"/>
              <a:t>Less I/O needed to load or swap processes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56D66EF-2F0B-22F3-9193-E6D908CD51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9514" y="101167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DDECE7C-9992-2D8A-EDD4-DD58D4B7C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88765" y="2107736"/>
            <a:ext cx="6670164" cy="434308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1800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sz="1800" dirty="0"/>
              <a:t>Page is needed </a:t>
            </a:r>
            <a:r>
              <a:rPr lang="en-US" altLang="en-US" sz="1800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/>
              <a:t>invalid reference </a:t>
            </a:r>
            <a:r>
              <a:rPr lang="en-US" altLang="en-US" sz="1800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sz="1800" b="1" dirty="0">
                <a:solidFill>
                  <a:srgbClr val="3366FF"/>
                </a:solidFill>
                <a:sym typeface="Symbol" panose="05050102010706020507" pitchFamily="18" charset="2"/>
              </a:rPr>
              <a:t>Lazy swapper</a:t>
            </a:r>
            <a:r>
              <a:rPr lang="en-US" altLang="en-US" sz="1800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sz="1800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sz="1800" b="1" dirty="0">
                <a:solidFill>
                  <a:srgbClr val="3366FF"/>
                </a:solidFill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>
              <a:sym typeface="Symbol" panose="05050102010706020507" pitchFamily="18" charset="2"/>
            </a:endParaRPr>
          </a:p>
        </p:txBody>
      </p:sp>
      <p:pic>
        <p:nvPicPr>
          <p:cNvPr id="9220" name="Picture 4" descr="9">
            <a:extLst>
              <a:ext uri="{FF2B5EF4-FFF2-40B4-BE49-F238E27FC236}">
                <a16:creationId xmlns:a16="http://schemas.microsoft.com/office/drawing/2014/main" id="{B9487D28-C04B-ECA6-4DBC-8B1CFBC43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227" y="2503658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3706F93-6712-583D-C0DD-21FD9DD4A4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5536" y="997829"/>
            <a:ext cx="8296275" cy="5016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400"/>
              <a:t>Page Table When Some Pages Are Not in Main Memory</a:t>
            </a:r>
          </a:p>
        </p:txBody>
      </p:sp>
      <p:pic>
        <p:nvPicPr>
          <p:cNvPr id="11267" name="Picture 4" descr="9">
            <a:extLst>
              <a:ext uri="{FF2B5EF4-FFF2-40B4-BE49-F238E27FC236}">
                <a16:creationId xmlns:a16="http://schemas.microsoft.com/office/drawing/2014/main" id="{0BEE21E9-B8A0-20F6-8B53-77C36EAED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356" y="1900237"/>
            <a:ext cx="4967288" cy="481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095BEEA-A382-81FE-43F4-F49C93EF7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9853" y="890930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Page Fault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A2C75624-F5BA-29E8-2DE1-031269666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5494" y="2213171"/>
            <a:ext cx="10671540" cy="42100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sz="3100" dirty="0"/>
              <a:t>If there is a reference to a page, first reference to that page will trap to operating system: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sz="3100" dirty="0">
                <a:solidFill>
                  <a:srgbClr val="3366FF"/>
                </a:solidFill>
                <a:sym typeface="Symbol" panose="05050102010706020507" pitchFamily="18" charset="2"/>
              </a:rPr>
              <a:t>              </a:t>
            </a:r>
            <a:r>
              <a:rPr lang="en-US" altLang="en-US" sz="3100" b="1" dirty="0">
                <a:solidFill>
                  <a:srgbClr val="3366FF"/>
                </a:solidFill>
                <a:sym typeface="Symbol" panose="05050102010706020507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 sz="3100" dirty="0">
                <a:sym typeface="Symbol" panose="05050102010706020507" pitchFamily="18" charset="2"/>
              </a:rPr>
              <a:t>Operating system looks at another table to decide:</a:t>
            </a:r>
          </a:p>
          <a:p>
            <a:pPr marL="798513" lvl="1" indent="-341313"/>
            <a:r>
              <a:rPr lang="en-US" altLang="en-US" sz="3100" dirty="0"/>
              <a:t>Invalid reference </a:t>
            </a:r>
            <a:r>
              <a:rPr lang="en-US" altLang="en-US" sz="3100" dirty="0">
                <a:sym typeface="Symbol" panose="05050102010706020507" pitchFamily="18" charset="2"/>
              </a:rPr>
              <a:t> abort</a:t>
            </a:r>
          </a:p>
          <a:p>
            <a:pPr marL="798513" lvl="1" indent="-341313"/>
            <a:r>
              <a:rPr lang="en-US" altLang="en-US" sz="3100" dirty="0">
                <a:sym typeface="Symbol" panose="05050102010706020507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 sz="3100" dirty="0">
                <a:sym typeface="Symbol" panose="05050102010706020507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 sz="3100" dirty="0">
                <a:sym typeface="Symbol" panose="05050102010706020507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 sz="3100" dirty="0">
                <a:sym typeface="Symbol" panose="05050102010706020507" pitchFamily="18" charset="2"/>
              </a:rPr>
              <a:t>Reset tables to indicate page now in memory</a:t>
            </a:r>
            <a:br>
              <a:rPr lang="en-US" altLang="en-US" sz="3100" dirty="0">
                <a:sym typeface="Symbol" panose="05050102010706020507" pitchFamily="18" charset="2"/>
              </a:rPr>
            </a:br>
            <a:r>
              <a:rPr lang="en-US" altLang="en-US" sz="3100" dirty="0">
                <a:sym typeface="Symbol" panose="05050102010706020507" pitchFamily="18" charset="2"/>
              </a:rPr>
              <a:t>Set validation bit = </a:t>
            </a:r>
            <a:r>
              <a:rPr lang="en-US" altLang="en-US" sz="3100" b="1" dirty="0">
                <a:solidFill>
                  <a:srgbClr val="FF0000"/>
                </a:solidFill>
                <a:sym typeface="Symbol" panose="05050102010706020507" pitchFamily="18" charset="2"/>
              </a:rPr>
              <a:t>v</a:t>
            </a:r>
            <a:endParaRPr lang="en-US" altLang="en-US" sz="3100" dirty="0"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</a:pPr>
            <a:r>
              <a:rPr lang="en-US" altLang="en-US" sz="3100" dirty="0">
                <a:sym typeface="Symbol" panose="05050102010706020507" pitchFamily="18" charset="2"/>
              </a:rPr>
              <a:t>Restart the instruction that caused the page fault</a:t>
            </a: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886A47F-5941-7DC4-2763-4E2ED9A399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4915" y="681282"/>
            <a:ext cx="7996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Steps in Handling a Page Fault</a:t>
            </a:r>
          </a:p>
        </p:txBody>
      </p:sp>
      <p:pic>
        <p:nvPicPr>
          <p:cNvPr id="15363" name="Picture 4" descr="9">
            <a:extLst>
              <a:ext uri="{FF2B5EF4-FFF2-40B4-BE49-F238E27FC236}">
                <a16:creationId xmlns:a16="http://schemas.microsoft.com/office/drawing/2014/main" id="{5891B963-E486-79FF-2479-12963847C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7" y="1399773"/>
            <a:ext cx="6541280" cy="5458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629DBE1-469B-57DF-3C9A-4AF8A851D8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1576" y="764320"/>
            <a:ext cx="7869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Performance of Demand Paging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2A1DD31-CC2D-00C7-9C9D-CD4599A7B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1576" y="1806575"/>
            <a:ext cx="10192750" cy="4849812"/>
          </a:xfrm>
        </p:spPr>
        <p:txBody>
          <a:bodyPr>
            <a:normAutofit lnSpcReduction="10000"/>
          </a:bodyPr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Stages in Demand Paging (worse case)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Issue a read from the disk to a free frame: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Begin the transfer of the page to a free frame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While waiting, allocate the CPU to some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Receive an interrupt from the disk I/O subsystem (I/O completed)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Save the registers and process state for the other user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Determine that the interrupt was from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Correct the page table and other tables to show page is now in memory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Wait for the CPU to be allocated to this process again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sz="1400" dirty="0"/>
              <a:t>Restore the user registers, process state, and new page table, and then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13ED727-B213-379A-D963-855A5DA740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3513" y="909101"/>
            <a:ext cx="76073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Basic Page Replacement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38ED1050-504F-03FB-BA24-473F1CF0EC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11150" y="2050830"/>
            <a:ext cx="12192000" cy="4457700"/>
          </a:xfrm>
        </p:spPr>
        <p:txBody>
          <a:bodyPr>
            <a:normAutofit fontScale="92500"/>
          </a:bodyPr>
          <a:lstStyle/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the location of the desired page on disk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Find a free frame:</a:t>
            </a:r>
            <a:br>
              <a:rPr lang="en-US" altLang="en-US" dirty="0"/>
            </a:br>
            <a:r>
              <a:rPr lang="en-US" altLang="en-US" dirty="0"/>
              <a:t>   -  If there is a free frame, use it</a:t>
            </a:r>
            <a:br>
              <a:rPr lang="en-US" altLang="en-US" dirty="0"/>
            </a:br>
            <a:r>
              <a:rPr lang="en-US" altLang="en-US" dirty="0"/>
              <a:t>   -  If there is no free frame, use a page replacement algorithm to select a </a:t>
            </a:r>
            <a:r>
              <a:rPr lang="en-US" altLang="en-US" b="1" dirty="0">
                <a:solidFill>
                  <a:srgbClr val="3366FF"/>
                </a:solidFill>
              </a:rPr>
              <a:t>victim frame</a:t>
            </a:r>
            <a:br>
              <a:rPr lang="en-US" altLang="en-US" b="1" dirty="0">
                <a:solidFill>
                  <a:srgbClr val="3366FF"/>
                </a:solidFill>
              </a:rPr>
            </a:br>
            <a:r>
              <a:rPr lang="en-US" altLang="en-US" b="1" dirty="0">
                <a:solidFill>
                  <a:srgbClr val="3366FF"/>
                </a:solidFill>
              </a:rPr>
              <a:t>	- </a:t>
            </a:r>
            <a:r>
              <a:rPr lang="en-US" altLang="en-US" dirty="0"/>
              <a:t>Write victim frame to disk if dirty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Bring  the desired page into the (newly) free frame; update the page and frame tables</a:t>
            </a:r>
            <a:br>
              <a:rPr lang="en-US" altLang="en-US" dirty="0"/>
            </a:br>
            <a:endParaRPr lang="en-US" altLang="en-US" dirty="0"/>
          </a:p>
          <a:p>
            <a:pPr marL="379413" indent="-379413">
              <a:buFont typeface="Monotype Sorts" pitchFamily="-84" charset="2"/>
              <a:buAutoNum type="arabicPeriod"/>
            </a:pPr>
            <a:r>
              <a:rPr lang="en-US" altLang="en-US" dirty="0"/>
              <a:t>Continue the process by restarting the instruction that caused the trap</a:t>
            </a:r>
          </a:p>
          <a:p>
            <a:pPr marL="379413" indent="-379413">
              <a:buFont typeface="Monotype Sorts" pitchFamily="-84" charset="2"/>
              <a:buAutoNum type="arabicPeriod"/>
            </a:pPr>
            <a:endParaRPr lang="en-US" altLang="en-US" dirty="0"/>
          </a:p>
          <a:p>
            <a:pPr marL="379413" indent="-379413">
              <a:buNone/>
            </a:pPr>
            <a:r>
              <a:rPr lang="en-US" altLang="en-US" dirty="0"/>
              <a:t>Note now potentially 2 page transfers for page fault – increasing EAT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8D66AB1-9BE6-6B50-48FC-BA088A8F2C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31617" y="1006207"/>
            <a:ext cx="766445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Page Replacement</a:t>
            </a:r>
          </a:p>
        </p:txBody>
      </p:sp>
      <p:pic>
        <p:nvPicPr>
          <p:cNvPr id="21507" name="Picture 4" descr="9">
            <a:extLst>
              <a:ext uri="{FF2B5EF4-FFF2-40B4-BE49-F238E27FC236}">
                <a16:creationId xmlns:a16="http://schemas.microsoft.com/office/drawing/2014/main" id="{64FBE6BA-81DF-9A1D-9127-695CF1FB5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4850" y="2062162"/>
            <a:ext cx="6267450" cy="461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B2D783F8-1C02-21C0-0F60-6114ADDC358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5250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11C3445-E3D4-4B21-B3F8-4A3A44A879BF}" type="slidenum">
              <a:rPr kumimoji="0" lang="en-AU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kumimoji="0"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FC15B782-7542-24E8-41D8-264F721F6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3385" y="897989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Page-replacement algorithms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7145D67D-F3F4-ECA0-E21C-BAD131CC14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3385" y="1899138"/>
            <a:ext cx="11183815" cy="4769949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There are many page replacement algorithms </a:t>
            </a:r>
            <a:endParaRPr lang="en-AU" altLang="en-US" sz="20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AU" altLang="en-US" dirty="0">
                <a:latin typeface="Times New Roman" panose="02020603050405020304" pitchFamily="18" charset="0"/>
              </a:rPr>
              <a:t>We want an algorithm that results in the lowest </a:t>
            </a:r>
            <a:r>
              <a:rPr lang="en-AU" altLang="en-US" i="1" dirty="0">
                <a:latin typeface="Times New Roman" panose="02020603050405020304" pitchFamily="18" charset="0"/>
              </a:rPr>
              <a:t>page-fault rate.</a:t>
            </a:r>
            <a:endParaRPr lang="en-AU" altLang="en-US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Evaluate algorithm by running it on a particular string of memory references (reference string) and compute the number of page faults on that string.</a:t>
            </a:r>
          </a:p>
          <a:p>
            <a:pPr eaLnBrk="1" hangingPunct="1">
              <a:lnSpc>
                <a:spcPct val="90000"/>
              </a:lnSpc>
            </a:pPr>
            <a:r>
              <a:rPr lang="en-AU" altLang="en-US" sz="2000" dirty="0">
                <a:latin typeface="Times New Roman" panose="02020603050405020304" pitchFamily="18" charset="0"/>
              </a:rPr>
              <a:t>Reference string can be generated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600" dirty="0">
                <a:latin typeface="Times New Roman" panose="02020603050405020304" pitchFamily="18" charset="0"/>
              </a:rPr>
              <a:t>by random number generator (artificial) or 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600" dirty="0">
                <a:latin typeface="Times New Roman" panose="02020603050405020304" pitchFamily="18" charset="0"/>
              </a:rPr>
              <a:t>by tracing a given system and recording the address of each memory reference.</a:t>
            </a:r>
            <a:endParaRPr lang="en-AU" altLang="en-US" sz="2000" u="sng" dirty="0">
              <a:latin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AU" altLang="en-US" sz="2000" b="1" u="sng" dirty="0">
                <a:latin typeface="Times New Roman" panose="02020603050405020304" pitchFamily="18" charset="0"/>
              </a:rPr>
              <a:t>Example:</a:t>
            </a:r>
            <a:r>
              <a:rPr lang="en-AU" altLang="en-US" sz="2000" u="sng" dirty="0">
                <a:latin typeface="Times New Roman" panose="02020603050405020304" pitchFamily="18" charset="0"/>
              </a:rPr>
              <a:t>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Consider the following memory address sequence:</a:t>
            </a:r>
          </a:p>
          <a:p>
            <a:pPr lvl="2">
              <a:spcBef>
                <a:spcPts val="600"/>
              </a:spcBef>
              <a:spcAft>
                <a:spcPts val="600"/>
              </a:spcAft>
              <a:buNone/>
            </a:pPr>
            <a:r>
              <a:rPr lang="en-AU" altLang="en-US" sz="2000" dirty="0">
                <a:latin typeface="Times New Roman" panose="02020603050405020304" pitchFamily="18" charset="0"/>
              </a:rPr>
              <a:t>0100, 0432, 0101, 0612, </a:t>
            </a:r>
            <a:r>
              <a:rPr lang="en-AU" altLang="en-US" sz="2000" b="1" dirty="0">
                <a:latin typeface="Times New Roman" panose="02020603050405020304" pitchFamily="18" charset="0"/>
              </a:rPr>
              <a:t>0102, 0103, 0104, 0101</a:t>
            </a:r>
            <a:r>
              <a:rPr lang="en-AU" altLang="en-US" sz="2000" dirty="0">
                <a:latin typeface="Times New Roman" panose="02020603050405020304" pitchFamily="18" charset="0"/>
              </a:rPr>
              <a:t>, 0611, </a:t>
            </a:r>
            <a:r>
              <a:rPr lang="en-AU" altLang="en-US" sz="2000" b="1" dirty="0">
                <a:latin typeface="Times New Roman" panose="02020603050405020304" pitchFamily="18" charset="0"/>
              </a:rPr>
              <a:t>0102, 0103, 0104, 0101</a:t>
            </a:r>
            <a:r>
              <a:rPr lang="en-AU" altLang="en-US" sz="2000" dirty="0">
                <a:latin typeface="Times New Roman" panose="02020603050405020304" pitchFamily="18" charset="0"/>
              </a:rPr>
              <a:t>, 0610, </a:t>
            </a:r>
            <a:r>
              <a:rPr lang="en-AU" altLang="en-US" sz="2000" b="1" dirty="0">
                <a:latin typeface="Times New Roman" panose="02020603050405020304" pitchFamily="18" charset="0"/>
              </a:rPr>
              <a:t>0102, 0103, 0104, 0101</a:t>
            </a:r>
            <a:r>
              <a:rPr lang="en-AU" altLang="en-US" sz="2000" dirty="0">
                <a:latin typeface="Times New Roman" panose="02020603050405020304" pitchFamily="18" charset="0"/>
              </a:rPr>
              <a:t>, 0609, </a:t>
            </a:r>
            <a:r>
              <a:rPr lang="en-AU" altLang="en-US" sz="2000" b="1" dirty="0">
                <a:latin typeface="Times New Roman" panose="02020603050405020304" pitchFamily="18" charset="0"/>
              </a:rPr>
              <a:t>0102, 0105</a:t>
            </a:r>
            <a:r>
              <a:rPr lang="en-AU" altLang="en-US" sz="2000" dirty="0">
                <a:latin typeface="Times New Roman" panose="02020603050405020304" pitchFamily="18" charset="0"/>
              </a:rPr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If system’s page size = 100 bytes, we have the following page reference string: 1, 4, 1, 6, </a:t>
            </a:r>
            <a:r>
              <a:rPr lang="en-AU" altLang="en-US" sz="2000" b="1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6, </a:t>
            </a:r>
            <a:r>
              <a:rPr lang="en-AU" altLang="en-US" sz="2000" b="1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6, </a:t>
            </a:r>
            <a:r>
              <a:rPr lang="en-AU" altLang="en-US" sz="2000" b="1" dirty="0">
                <a:latin typeface="Times New Roman" panose="02020603050405020304" pitchFamily="18" charset="0"/>
              </a:rPr>
              <a:t>1</a:t>
            </a:r>
            <a:r>
              <a:rPr lang="en-AU" altLang="en-US" sz="2000" dirty="0">
                <a:latin typeface="Times New Roman" panose="02020603050405020304" pitchFamily="18" charset="0"/>
              </a:rPr>
              <a:t>, 6, </a:t>
            </a:r>
            <a:r>
              <a:rPr lang="en-AU" altLang="en-US" sz="2000" b="1" dirty="0">
                <a:latin typeface="Times New Roman" panose="02020603050405020304" pitchFamily="18" charset="0"/>
              </a:rPr>
              <a:t>1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To determine the number of page faults for a particular reference string and page-replacement algorithm, we need to know the total number of frames available.</a:t>
            </a:r>
            <a:endParaRPr lang="en-US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792421C8-ADDC-849D-4060-A5558F3D74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5250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0F01736-2117-4E31-8728-E1F31D275BEA}" type="slidenum">
              <a:rPr kumimoji="0" lang="en-AU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kumimoji="0"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E9B6A02-3707-7B50-3699-E8E84BAA5B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890586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First-in-first-out (FIFO) algorithm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271F99D9-CA20-CCBA-2C61-D409AA6E68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3645" y="2076450"/>
            <a:ext cx="10543050" cy="2971800"/>
          </a:xfrm>
        </p:spPr>
        <p:txBody>
          <a:bodyPr/>
          <a:lstStyle/>
          <a:p>
            <a:pPr marL="376238" indent="-37623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sz="2000" noProof="1">
                <a:latin typeface="Times New Roman" charset="0"/>
              </a:rPr>
              <a:t>The simplest page-replacement algorithm.</a:t>
            </a:r>
          </a:p>
          <a:p>
            <a:pPr marL="719138" lvl="1" indent="-31908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sz="1600" noProof="1">
                <a:latin typeface="Times New Roman" charset="0"/>
              </a:rPr>
              <a:t>Use FIFO queue</a:t>
            </a:r>
            <a:r>
              <a:rPr lang="en-AU" sz="1600" noProof="1">
                <a:latin typeface="Times New Roman" charset="0"/>
              </a:rPr>
              <a:t>:</a:t>
            </a:r>
            <a:r>
              <a:rPr sz="1600" noProof="1">
                <a:latin typeface="Times New Roman" charset="0"/>
              </a:rPr>
              <a:t> replace the page at the head of the queue, and insert a new page at the tail.</a:t>
            </a:r>
          </a:p>
          <a:p>
            <a:pPr marL="376238" indent="-37623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2000" dirty="0">
                <a:latin typeface="Times New Roman" charset="0"/>
              </a:rPr>
              <a:t>FIFO replacement suffers from </a:t>
            </a:r>
            <a:r>
              <a:rPr lang="en-AU" sz="2000" dirty="0" err="1">
                <a:latin typeface="Times New Roman" charset="0"/>
              </a:rPr>
              <a:t>Belady’</a:t>
            </a:r>
            <a:r>
              <a:rPr lang="en-AU" altLang="ja-JP" sz="2000" dirty="0" err="1">
                <a:latin typeface="Times New Roman" charset="0"/>
              </a:rPr>
              <a:t>s</a:t>
            </a:r>
            <a:r>
              <a:rPr lang="en-AU" altLang="ja-JP" sz="2000" dirty="0">
                <a:latin typeface="Times New Roman" charset="0"/>
              </a:rPr>
              <a:t> anomaly </a:t>
            </a:r>
          </a:p>
          <a:p>
            <a:pPr marL="719138" lvl="1" indent="-36353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lang="en-AU" sz="1600" dirty="0">
                <a:latin typeface="Times New Roman" charset="0"/>
              </a:rPr>
              <a:t>More frames result in more page faults – an anomaly!</a:t>
            </a:r>
            <a:endParaRPr sz="1600" noProof="1">
              <a:latin typeface="Times New Roman" charset="0"/>
            </a:endParaRPr>
          </a:p>
          <a:p>
            <a:pPr marL="376238" indent="-37623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sz="2000" b="1" noProof="1">
                <a:latin typeface="Times New Roman" charset="0"/>
              </a:rPr>
              <a:t>Examples:</a:t>
            </a:r>
            <a:r>
              <a:rPr sz="2000" noProof="1">
                <a:latin typeface="Times New Roman" charset="0"/>
              </a:rPr>
              <a:t> reference string: 1, 2, 3, 4, 1, 2, 5, 1, 2, 3, 4, 5</a:t>
            </a:r>
          </a:p>
          <a:p>
            <a:pPr marL="376238" indent="-376238" algn="just">
              <a:spcBef>
                <a:spcPts val="600"/>
              </a:spcBef>
              <a:spcAft>
                <a:spcPts val="600"/>
              </a:spcAft>
              <a:defRPr/>
            </a:pPr>
            <a:r>
              <a:rPr sz="2000" noProof="1">
                <a:latin typeface="Times New Roman" charset="0"/>
              </a:rPr>
              <a:t>3 or 4 frames (3 or 4 pages can be in memory at a time per process)</a:t>
            </a:r>
            <a:endParaRPr lang="en-US" sz="2800" dirty="0">
              <a:latin typeface="Times New Roman" charset="0"/>
            </a:endParaRPr>
          </a:p>
        </p:txBody>
      </p:sp>
      <p:grpSp>
        <p:nvGrpSpPr>
          <p:cNvPr id="25605" name="Group 4">
            <a:extLst>
              <a:ext uri="{FF2B5EF4-FFF2-40B4-BE49-F238E27FC236}">
                <a16:creationId xmlns:a16="http://schemas.microsoft.com/office/drawing/2014/main" id="{BB4EBA3B-AA95-170E-A003-ABA1544C7793}"/>
              </a:ext>
            </a:extLst>
          </p:cNvPr>
          <p:cNvGrpSpPr>
            <a:grpSpLocks/>
          </p:cNvGrpSpPr>
          <p:nvPr/>
        </p:nvGrpSpPr>
        <p:grpSpPr bwMode="auto">
          <a:xfrm>
            <a:off x="2250416" y="5105400"/>
            <a:ext cx="3200400" cy="1143000"/>
            <a:chOff x="3861" y="7384"/>
            <a:chExt cx="5040" cy="1800"/>
          </a:xfrm>
        </p:grpSpPr>
        <p:sp>
          <p:nvSpPr>
            <p:cNvPr id="25622" name="Text Box 5">
              <a:extLst>
                <a:ext uri="{FF2B5EF4-FFF2-40B4-BE49-F238E27FC236}">
                  <a16:creationId xmlns:a16="http://schemas.microsoft.com/office/drawing/2014/main" id="{C58B2BE3-D586-2098-87A3-EEB101714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7384"/>
              <a:ext cx="540" cy="1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  <a:buClrTx/>
                <a:buSz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1</a:t>
              </a:r>
            </a:p>
            <a:p>
              <a:pPr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2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3</a:t>
              </a:r>
            </a:p>
          </p:txBody>
        </p:sp>
        <p:sp>
          <p:nvSpPr>
            <p:cNvPr id="25623" name="Line 6">
              <a:extLst>
                <a:ext uri="{FF2B5EF4-FFF2-40B4-BE49-F238E27FC236}">
                  <a16:creationId xmlns:a16="http://schemas.microsoft.com/office/drawing/2014/main" id="{368701C5-80C7-F2D1-43BE-99156B3C8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792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Line 7">
              <a:extLst>
                <a:ext uri="{FF2B5EF4-FFF2-40B4-BE49-F238E27FC236}">
                  <a16:creationId xmlns:a16="http://schemas.microsoft.com/office/drawing/2014/main" id="{E654FAA5-833B-E1E4-6665-7E0E12B9C0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01" y="864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Text Box 8">
              <a:extLst>
                <a:ext uri="{FF2B5EF4-FFF2-40B4-BE49-F238E27FC236}">
                  <a16:creationId xmlns:a16="http://schemas.microsoft.com/office/drawing/2014/main" id="{F840A135-96E0-4546-7ECC-2D19D5AEC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73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6" name="Text Box 9">
              <a:extLst>
                <a:ext uri="{FF2B5EF4-FFF2-40B4-BE49-F238E27FC236}">
                  <a16:creationId xmlns:a16="http://schemas.microsoft.com/office/drawing/2014/main" id="{A55F01E8-B046-39CA-5C68-6C109FF576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810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0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7" name="Text Box 10">
              <a:extLst>
                <a:ext uri="{FF2B5EF4-FFF2-40B4-BE49-F238E27FC236}">
                  <a16:creationId xmlns:a16="http://schemas.microsoft.com/office/drawing/2014/main" id="{D33411F9-A40E-8A99-7969-E7DB39C40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1" y="810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5628" name="Text Box 11">
              <a:extLst>
                <a:ext uri="{FF2B5EF4-FFF2-40B4-BE49-F238E27FC236}">
                  <a16:creationId xmlns:a16="http://schemas.microsoft.com/office/drawing/2014/main" id="{72E44530-8C3A-D999-C4EB-FC5D94AAC0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1" y="864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9" name="Text Box 12">
              <a:extLst>
                <a:ext uri="{FF2B5EF4-FFF2-40B4-BE49-F238E27FC236}">
                  <a16:creationId xmlns:a16="http://schemas.microsoft.com/office/drawing/2014/main" id="{0A92B227-B7B2-DA68-EC74-C4B0F2B27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1" y="73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5630" name="Text Box 13">
              <a:extLst>
                <a:ext uri="{FF2B5EF4-FFF2-40B4-BE49-F238E27FC236}">
                  <a16:creationId xmlns:a16="http://schemas.microsoft.com/office/drawing/2014/main" id="{F5A8FF3F-E706-9D9B-9610-95B3576C7A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864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1" name="Text Box 14">
              <a:extLst>
                <a:ext uri="{FF2B5EF4-FFF2-40B4-BE49-F238E27FC236}">
                  <a16:creationId xmlns:a16="http://schemas.microsoft.com/office/drawing/2014/main" id="{EAB78CB9-49DA-EEC9-EFA3-1FB4C84CD9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1" y="864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2" name="Text Box 15">
              <a:extLst>
                <a:ext uri="{FF2B5EF4-FFF2-40B4-BE49-F238E27FC236}">
                  <a16:creationId xmlns:a16="http://schemas.microsoft.com/office/drawing/2014/main" id="{32F26ADC-4718-3D9A-B8E7-BF202BD467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1" y="810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3" name="Text Box 16">
              <a:extLst>
                <a:ext uri="{FF2B5EF4-FFF2-40B4-BE49-F238E27FC236}">
                  <a16:creationId xmlns:a16="http://schemas.microsoft.com/office/drawing/2014/main" id="{34A9EDD4-F6E9-8E2B-ACE0-BB43816D0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61" y="73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34" name="Text Box 17">
              <a:extLst>
                <a:ext uri="{FF2B5EF4-FFF2-40B4-BE49-F238E27FC236}">
                  <a16:creationId xmlns:a16="http://schemas.microsoft.com/office/drawing/2014/main" id="{4CFD24A4-2DB1-6B80-2F7C-537414900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1" y="7744"/>
              <a:ext cx="23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9 page faults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5606" name="Group 18">
            <a:extLst>
              <a:ext uri="{FF2B5EF4-FFF2-40B4-BE49-F238E27FC236}">
                <a16:creationId xmlns:a16="http://schemas.microsoft.com/office/drawing/2014/main" id="{C578948C-AEFB-E517-AE4B-F318C983A5D6}"/>
              </a:ext>
            </a:extLst>
          </p:cNvPr>
          <p:cNvGrpSpPr>
            <a:grpSpLocks/>
          </p:cNvGrpSpPr>
          <p:nvPr/>
        </p:nvGrpSpPr>
        <p:grpSpPr bwMode="auto">
          <a:xfrm>
            <a:off x="6209641" y="4960938"/>
            <a:ext cx="3200400" cy="1600200"/>
            <a:chOff x="3681" y="10264"/>
            <a:chExt cx="5040" cy="2520"/>
          </a:xfrm>
        </p:grpSpPr>
        <p:sp>
          <p:nvSpPr>
            <p:cNvPr id="25607" name="Text Box 19">
              <a:extLst>
                <a:ext uri="{FF2B5EF4-FFF2-40B4-BE49-F238E27FC236}">
                  <a16:creationId xmlns:a16="http://schemas.microsoft.com/office/drawing/2014/main" id="{ED34F7C4-2090-AE3C-3E7F-7616CF6714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1" y="10264"/>
              <a:ext cx="540" cy="2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  <a:buClrTx/>
                <a:buSz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1</a:t>
              </a:r>
            </a:p>
            <a:p>
              <a:pPr>
                <a:spcBef>
                  <a:spcPct val="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2</a:t>
              </a:r>
            </a:p>
            <a:p>
              <a:pPr>
                <a:spcBef>
                  <a:spcPct val="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Palatino"/>
                </a:rPr>
                <a:t>4</a:t>
              </a:r>
            </a:p>
          </p:txBody>
        </p:sp>
        <p:sp>
          <p:nvSpPr>
            <p:cNvPr id="25608" name="Line 20">
              <a:extLst>
                <a:ext uri="{FF2B5EF4-FFF2-40B4-BE49-F238E27FC236}">
                  <a16:creationId xmlns:a16="http://schemas.microsoft.com/office/drawing/2014/main" id="{6A8F09DE-4966-8BE1-E646-0F19A90385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1080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Line 21">
              <a:extLst>
                <a:ext uri="{FF2B5EF4-FFF2-40B4-BE49-F238E27FC236}">
                  <a16:creationId xmlns:a16="http://schemas.microsoft.com/office/drawing/2014/main" id="{FF4E5457-857C-7266-ACE7-AFE17B264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1152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Text Box 22">
              <a:extLst>
                <a:ext uri="{FF2B5EF4-FFF2-40B4-BE49-F238E27FC236}">
                  <a16:creationId xmlns:a16="http://schemas.microsoft.com/office/drawing/2014/main" id="{4D2396AE-2353-A04B-7E79-D04B94E387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1026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1" name="Text Box 23">
              <a:extLst>
                <a:ext uri="{FF2B5EF4-FFF2-40B4-BE49-F238E27FC236}">
                  <a16:creationId xmlns:a16="http://schemas.microsoft.com/office/drawing/2014/main" id="{327AC539-9882-5BC1-B461-0429EAC106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109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2" name="Text Box 24">
              <a:extLst>
                <a:ext uri="{FF2B5EF4-FFF2-40B4-BE49-F238E27FC236}">
                  <a16:creationId xmlns:a16="http://schemas.microsoft.com/office/drawing/2014/main" id="{A34B4D2D-92BF-5653-AA07-F88E79C792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109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1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3" name="Text Box 25">
              <a:extLst>
                <a:ext uri="{FF2B5EF4-FFF2-40B4-BE49-F238E27FC236}">
                  <a16:creationId xmlns:a16="http://schemas.microsoft.com/office/drawing/2014/main" id="{01CDA2E2-295C-146E-F625-5E46B2C6DF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1152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2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4" name="Text Box 26">
              <a:extLst>
                <a:ext uri="{FF2B5EF4-FFF2-40B4-BE49-F238E27FC236}">
                  <a16:creationId xmlns:a16="http://schemas.microsoft.com/office/drawing/2014/main" id="{4D8A067F-7CDF-8C39-1FA7-FB5DEE57A8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1152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5" name="Text Box 27">
              <a:extLst>
                <a:ext uri="{FF2B5EF4-FFF2-40B4-BE49-F238E27FC236}">
                  <a16:creationId xmlns:a16="http://schemas.microsoft.com/office/drawing/2014/main" id="{732C0BED-8B8B-9810-5FB9-1EA4847608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" y="109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6" name="Text Box 28">
              <a:extLst>
                <a:ext uri="{FF2B5EF4-FFF2-40B4-BE49-F238E27FC236}">
                  <a16:creationId xmlns:a16="http://schemas.microsoft.com/office/drawing/2014/main" id="{76A1EA54-8B68-3DC9-EEDD-6574F29FB4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1224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17" name="Text Box 29">
              <a:extLst>
                <a:ext uri="{FF2B5EF4-FFF2-40B4-BE49-F238E27FC236}">
                  <a16:creationId xmlns:a16="http://schemas.microsoft.com/office/drawing/2014/main" id="{9F98A271-1897-4E6B-4C91-528BD3363B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1026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5618" name="Text Box 30">
              <a:extLst>
                <a:ext uri="{FF2B5EF4-FFF2-40B4-BE49-F238E27FC236}">
                  <a16:creationId xmlns:a16="http://schemas.microsoft.com/office/drawing/2014/main" id="{C2B0F9D4-373B-B19E-AE43-A7A59BE9F2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1" y="10624"/>
              <a:ext cx="23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1600">
                  <a:solidFill>
                    <a:srgbClr val="0000FF"/>
                  </a:solidFill>
                  <a:latin typeface="Times New Roman" panose="02020603050405020304" pitchFamily="18" charset="0"/>
                </a:rPr>
                <a:t>10 page faults</a:t>
              </a:r>
            </a:p>
          </p:txBody>
        </p:sp>
        <p:sp>
          <p:nvSpPr>
            <p:cNvPr id="25619" name="Line 31">
              <a:extLst>
                <a:ext uri="{FF2B5EF4-FFF2-40B4-BE49-F238E27FC236}">
                  <a16:creationId xmlns:a16="http://schemas.microsoft.com/office/drawing/2014/main" id="{BB2F8FF7-B64F-31B0-8F39-3A01AFD6E1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1" y="1206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Text Box 32">
              <a:extLst>
                <a:ext uri="{FF2B5EF4-FFF2-40B4-BE49-F238E27FC236}">
                  <a16:creationId xmlns:a16="http://schemas.microsoft.com/office/drawing/2014/main" id="{E6896AE4-2B40-57B0-E485-C27DFB6FA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" y="1026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sz="2000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621" name="Text Box 33">
              <a:extLst>
                <a:ext uri="{FF2B5EF4-FFF2-40B4-BE49-F238E27FC236}">
                  <a16:creationId xmlns:a16="http://schemas.microsoft.com/office/drawing/2014/main" id="{1C28AF8F-E31D-7218-3365-8920E28B5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1" y="1224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41073DF-319B-7C8F-9C6B-C90CBA56F0F1}"/>
                  </a:ext>
                </a:extLst>
              </p14:cNvPr>
              <p14:cNvContentPartPr/>
              <p14:nvPr/>
            </p14:nvContentPartPr>
            <p14:xfrm>
              <a:off x="111960" y="120600"/>
              <a:ext cx="10686600" cy="6331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41073DF-319B-7C8F-9C6B-C90CBA56F0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600" y="111240"/>
                <a:ext cx="10705320" cy="63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93039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D33FA130-A44E-E289-78BF-132413A6B5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5250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DC0250E-26EA-4CB1-8343-7AF953BCE4AD}" type="slidenum">
              <a:rPr kumimoji="0" lang="en-AU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kumimoji="0"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17A3E9E0-231A-7363-B9C0-FAA5652397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2456" y="903389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 dirty="0">
                <a:latin typeface="Times New Roman" panose="02020603050405020304" pitchFamily="18" charset="0"/>
              </a:rPr>
              <a:t>Least recently used (LRU) algorithm</a:t>
            </a:r>
            <a:endParaRPr lang="en-US" altLang="en-US" u="sng" dirty="0">
              <a:latin typeface="Times New Roman" panose="02020603050405020304" pitchFamily="18" charset="0"/>
            </a:endParaRP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B7E60025-7101-CB6B-B1E2-C5EC647B71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78156" y="2231469"/>
            <a:ext cx="10812096" cy="2946400"/>
          </a:xfrm>
        </p:spPr>
        <p:txBody>
          <a:bodyPr>
            <a:normAutofit lnSpcReduction="10000"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AU" altLang="en-US" dirty="0">
                <a:latin typeface="Times New Roman" panose="02020603050405020304" pitchFamily="18" charset="0"/>
              </a:rPr>
              <a:t>LRU replaces the page that has not been used for the longest period of time.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600" dirty="0">
                <a:latin typeface="Times New Roman" panose="02020603050405020304" pitchFamily="18" charset="0"/>
              </a:rPr>
              <a:t>Associate each page with its last use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600" dirty="0">
                <a:latin typeface="Times New Roman" panose="02020603050405020304" pitchFamily="18" charset="0"/>
              </a:rPr>
              <a:t>It has good performance, and is often used</a:t>
            </a:r>
            <a:endParaRPr lang="en-AU" altLang="en-US" sz="1600" i="1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AU" altLang="en-US" sz="1600" dirty="0">
                <a:latin typeface="Times New Roman" panose="02020603050405020304" pitchFamily="18" charset="0"/>
              </a:rPr>
              <a:t>It does not suffer from </a:t>
            </a:r>
            <a:r>
              <a:rPr lang="en-AU" altLang="en-US" sz="1600" dirty="0" err="1">
                <a:latin typeface="Times New Roman" panose="02020603050405020304" pitchFamily="18" charset="0"/>
              </a:rPr>
              <a:t>Belady’</a:t>
            </a:r>
            <a:r>
              <a:rPr lang="en-AU" altLang="ja-JP" sz="1600" dirty="0" err="1">
                <a:latin typeface="Times New Roman" panose="02020603050405020304" pitchFamily="18" charset="0"/>
              </a:rPr>
              <a:t>s</a:t>
            </a:r>
            <a:r>
              <a:rPr lang="en-AU" altLang="ja-JP" sz="1600" dirty="0">
                <a:latin typeface="Times New Roman" panose="02020603050405020304" pitchFamily="18" charset="0"/>
              </a:rPr>
              <a:t> anomaly </a:t>
            </a:r>
            <a:endParaRPr lang="en-AU" altLang="ja-JP" sz="1600" dirty="0">
              <a:latin typeface="Times New Roman" panose="02020603050405020304" pitchFamily="18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ja-JP" dirty="0">
                <a:latin typeface="Times New Roman" panose="02020603050405020304" pitchFamily="18" charset="0"/>
                <a:sym typeface="Wingdings" panose="05000000000000000000" pitchFamily="2" charset="2"/>
              </a:rPr>
              <a:t>A class of algorithms that do no suffer from </a:t>
            </a:r>
            <a:r>
              <a:rPr lang="en-AU" altLang="ja-JP" dirty="0" err="1">
                <a:latin typeface="Times New Roman" panose="02020603050405020304" pitchFamily="18" charset="0"/>
                <a:sym typeface="Wingdings" panose="05000000000000000000" pitchFamily="2" charset="2"/>
              </a:rPr>
              <a:t>Belady’s</a:t>
            </a:r>
            <a:r>
              <a:rPr lang="en-AU" altLang="ja-JP" dirty="0">
                <a:latin typeface="Times New Roman" panose="02020603050405020304" pitchFamily="18" charset="0"/>
                <a:sym typeface="Wingdings" panose="05000000000000000000" pitchFamily="2" charset="2"/>
              </a:rPr>
              <a:t> anomaly are </a:t>
            </a:r>
            <a:r>
              <a:rPr lang="en-AU" altLang="ja-JP" dirty="0">
                <a:latin typeface="Times New Roman" panose="02020603050405020304" pitchFamily="18" charset="0"/>
              </a:rPr>
              <a:t>called </a:t>
            </a:r>
            <a:r>
              <a:rPr lang="en-AU" altLang="ja-JP" i="1" dirty="0">
                <a:latin typeface="Times New Roman" panose="02020603050405020304" pitchFamily="18" charset="0"/>
              </a:rPr>
              <a:t>stack algorithms.</a:t>
            </a:r>
          </a:p>
          <a:p>
            <a:pPr lvl="1" eaLnBrk="1" hangingPunct="1">
              <a:lnSpc>
                <a:spcPct val="90000"/>
              </a:lnSpc>
            </a:pPr>
            <a:r>
              <a:rPr lang="en-AU" altLang="en-US" sz="1400" dirty="0">
                <a:latin typeface="Times New Roman" panose="02020603050405020304" pitchFamily="18" charset="0"/>
              </a:rPr>
              <a:t>In a stack algorithm,  the set of pages in memory for </a:t>
            </a:r>
            <a:r>
              <a:rPr lang="en-AU" altLang="en-US" sz="1400" i="1" dirty="0">
                <a:latin typeface="Times New Roman" panose="02020603050405020304" pitchFamily="18" charset="0"/>
              </a:rPr>
              <a:t>n</a:t>
            </a:r>
            <a:r>
              <a:rPr lang="en-AU" altLang="en-US" sz="1400" dirty="0">
                <a:latin typeface="Times New Roman" panose="02020603050405020304" pitchFamily="18" charset="0"/>
              </a:rPr>
              <a:t> frames is always a subset of the set of pages that would be in memory with </a:t>
            </a:r>
            <a:r>
              <a:rPr lang="en-AU" altLang="en-US" sz="1400" i="1" dirty="0">
                <a:latin typeface="Times New Roman" panose="02020603050405020304" pitchFamily="18" charset="0"/>
              </a:rPr>
              <a:t>n</a:t>
            </a:r>
            <a:r>
              <a:rPr lang="en-AU" altLang="en-US" sz="1400" dirty="0">
                <a:latin typeface="Times New Roman" panose="02020603050405020304" pitchFamily="18" charset="0"/>
              </a:rPr>
              <a:t>+1 frames.</a:t>
            </a:r>
            <a:endParaRPr lang="en-AU" altLang="en-US" sz="14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AU" altLang="en-US" dirty="0">
                <a:latin typeface="Times New Roman" panose="02020603050405020304" pitchFamily="18" charset="0"/>
              </a:rPr>
              <a:t>Reference string:  1, 2, 3, 4, 1, 2, 5, 1, 2, 3, 4, 5</a:t>
            </a:r>
          </a:p>
        </p:txBody>
      </p:sp>
      <p:grpSp>
        <p:nvGrpSpPr>
          <p:cNvPr id="29701" name="Group 4">
            <a:extLst>
              <a:ext uri="{FF2B5EF4-FFF2-40B4-BE49-F238E27FC236}">
                <a16:creationId xmlns:a16="http://schemas.microsoft.com/office/drawing/2014/main" id="{5DB33011-3F03-01B1-3601-A810570F671D}"/>
              </a:ext>
            </a:extLst>
          </p:cNvPr>
          <p:cNvGrpSpPr>
            <a:grpSpLocks/>
          </p:cNvGrpSpPr>
          <p:nvPr/>
        </p:nvGrpSpPr>
        <p:grpSpPr bwMode="auto">
          <a:xfrm>
            <a:off x="9145856" y="4548505"/>
            <a:ext cx="2857500" cy="1524000"/>
            <a:chOff x="3141" y="9129"/>
            <a:chExt cx="4500" cy="2568"/>
          </a:xfrm>
        </p:grpSpPr>
        <p:sp>
          <p:nvSpPr>
            <p:cNvPr id="29702" name="Text Box 5">
              <a:extLst>
                <a:ext uri="{FF2B5EF4-FFF2-40B4-BE49-F238E27FC236}">
                  <a16:creationId xmlns:a16="http://schemas.microsoft.com/office/drawing/2014/main" id="{76D14255-5F5F-7389-4DE4-49FAC87D5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1" y="9177"/>
              <a:ext cx="540" cy="2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1</a:t>
              </a:r>
            </a:p>
            <a:p>
              <a:pPr>
                <a:spcBef>
                  <a:spcPct val="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2</a:t>
              </a:r>
            </a:p>
            <a:p>
              <a:pPr>
                <a:spcBef>
                  <a:spcPct val="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4</a:t>
              </a:r>
            </a:p>
          </p:txBody>
        </p:sp>
        <p:sp>
          <p:nvSpPr>
            <p:cNvPr id="29703" name="Line 6">
              <a:extLst>
                <a:ext uri="{FF2B5EF4-FFF2-40B4-BE49-F238E27FC236}">
                  <a16:creationId xmlns:a16="http://schemas.microsoft.com/office/drawing/2014/main" id="{573A3F8C-235D-1176-DAB7-E345C5E53D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1" y="9717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4" name="Line 7">
              <a:extLst>
                <a:ext uri="{FF2B5EF4-FFF2-40B4-BE49-F238E27FC236}">
                  <a16:creationId xmlns:a16="http://schemas.microsoft.com/office/drawing/2014/main" id="{12B70203-DD17-29F9-B350-F4F6CC8AB3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1" y="1048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5" name="Text Box 8">
              <a:extLst>
                <a:ext uri="{FF2B5EF4-FFF2-40B4-BE49-F238E27FC236}">
                  <a16:creationId xmlns:a16="http://schemas.microsoft.com/office/drawing/2014/main" id="{2382BD5D-C90D-276B-DF03-280F690EBB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104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9706" name="Text Box 9">
              <a:extLst>
                <a:ext uri="{FF2B5EF4-FFF2-40B4-BE49-F238E27FC236}">
                  <a16:creationId xmlns:a16="http://schemas.microsoft.com/office/drawing/2014/main" id="{4B376B88-2BC0-51E2-B8A1-97772B113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9537"/>
              <a:ext cx="23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8 page faults</a:t>
              </a:r>
            </a:p>
          </p:txBody>
        </p:sp>
        <p:sp>
          <p:nvSpPr>
            <p:cNvPr id="29707" name="Line 10">
              <a:extLst>
                <a:ext uri="{FF2B5EF4-FFF2-40B4-BE49-F238E27FC236}">
                  <a16:creationId xmlns:a16="http://schemas.microsoft.com/office/drawing/2014/main" id="{84E702A2-666A-43C8-58DD-755F22B792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1" y="11073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708" name="Text Box 11">
              <a:extLst>
                <a:ext uri="{FF2B5EF4-FFF2-40B4-BE49-F238E27FC236}">
                  <a16:creationId xmlns:a16="http://schemas.microsoft.com/office/drawing/2014/main" id="{30EB89CC-7AA1-8D17-94D6-616FE7C09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1048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9709" name="Text Box 12">
              <a:extLst>
                <a:ext uri="{FF2B5EF4-FFF2-40B4-BE49-F238E27FC236}">
                  <a16:creationId xmlns:a16="http://schemas.microsoft.com/office/drawing/2014/main" id="{AD59F56C-C385-85A4-3068-58C7D92D0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1" y="11073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3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0" name="Text Box 13">
              <a:extLst>
                <a:ext uri="{FF2B5EF4-FFF2-40B4-BE49-F238E27FC236}">
                  <a16:creationId xmlns:a16="http://schemas.microsoft.com/office/drawing/2014/main" id="{83D99DD7-E7B2-BD1E-6366-3BBEBD03D1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1" y="9129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1180AB0-1A8D-05B3-440B-9B9995714789}"/>
                  </a:ext>
                </a:extLst>
              </p14:cNvPr>
              <p14:cNvContentPartPr/>
              <p14:nvPr/>
            </p14:nvContentPartPr>
            <p14:xfrm>
              <a:off x="108000" y="69120"/>
              <a:ext cx="11463480" cy="44143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1180AB0-1A8D-05B3-440B-9B99957147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640" y="59760"/>
                <a:ext cx="11482200" cy="443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6627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04807F76-2918-630D-F495-722A14F9C56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xfrm>
            <a:off x="9525000" y="6248400"/>
            <a:ext cx="9144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DB59084-3AF8-4B54-86F3-DEAA4F3D24D3}" type="slidenum">
              <a:rPr kumimoji="0" lang="en-AU" altLang="en-US" sz="1400">
                <a:latin typeface="Times New Roman" panose="02020603050405020304" pitchFamily="18" charset="0"/>
              </a:rPr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kumimoji="0" lang="en-AU" altLang="en-US" sz="140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F28A5B6A-D15F-AEB2-9F1D-C13B113C7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8966" y="802138"/>
            <a:ext cx="8610600" cy="519113"/>
          </a:xfrm>
        </p:spPr>
        <p:txBody>
          <a:bodyPr/>
          <a:lstStyle/>
          <a:p>
            <a:pPr eaLnBrk="1" hangingPunct="1"/>
            <a:r>
              <a:rPr lang="en-AU" altLang="en-US" sz="2800">
                <a:latin typeface="Times New Roman" panose="02020603050405020304" pitchFamily="18" charset="0"/>
              </a:rPr>
              <a:t>Optimal page replacement algorithm (OPT)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C13BCEC6-2EE9-12B6-03F2-EC9B988720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7076" y="2148567"/>
            <a:ext cx="8610600" cy="1676400"/>
          </a:xfrm>
        </p:spPr>
        <p:txBody>
          <a:bodyPr>
            <a:normAutofit fontScale="92500"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OPT replaces page that will not be used for the longest period of time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AU" altLang="en-US" sz="2000" dirty="0">
                <a:latin typeface="Times New Roman" panose="02020603050405020304" pitchFamily="18" charset="0"/>
              </a:rPr>
              <a:t>For a fixed number of frames, OPT has the lowest page fault rate of all algorithms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</a:pPr>
            <a:r>
              <a:rPr lang="en-AU" altLang="en-US" sz="1600" dirty="0">
                <a:latin typeface="Times New Roman" panose="02020603050405020304" pitchFamily="18" charset="0"/>
              </a:rPr>
              <a:t>It also never suffers from </a:t>
            </a:r>
            <a:r>
              <a:rPr lang="en-AU" altLang="en-US" sz="1600" dirty="0" err="1">
                <a:latin typeface="Times New Roman" panose="02020603050405020304" pitchFamily="18" charset="0"/>
              </a:rPr>
              <a:t>Belady’</a:t>
            </a:r>
            <a:r>
              <a:rPr lang="en-AU" altLang="ja-JP" sz="1600" dirty="0" err="1">
                <a:latin typeface="Times New Roman" panose="02020603050405020304" pitchFamily="18" charset="0"/>
              </a:rPr>
              <a:t>s</a:t>
            </a:r>
            <a:r>
              <a:rPr lang="en-AU" altLang="ja-JP" sz="1600" dirty="0">
                <a:latin typeface="Times New Roman" panose="02020603050405020304" pitchFamily="18" charset="0"/>
              </a:rPr>
              <a:t> anomaly.</a:t>
            </a:r>
          </a:p>
          <a:p>
            <a:pPr eaLnBrk="1" hangingPunct="1"/>
            <a:r>
              <a:rPr lang="en-AU" altLang="en-US" sz="2000" dirty="0">
                <a:latin typeface="Times New Roman" panose="02020603050405020304" pitchFamily="18" charset="0"/>
              </a:rPr>
              <a:t>4 frames example:  1, 2, 3, 4, 1, 2, 5, 1, 2, 3, 4, 5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27653" name="Group 4">
            <a:extLst>
              <a:ext uri="{FF2B5EF4-FFF2-40B4-BE49-F238E27FC236}">
                <a16:creationId xmlns:a16="http://schemas.microsoft.com/office/drawing/2014/main" id="{C60A92DE-EAD0-8B7B-66BE-2BAA91D960B1}"/>
              </a:ext>
            </a:extLst>
          </p:cNvPr>
          <p:cNvGrpSpPr>
            <a:grpSpLocks/>
          </p:cNvGrpSpPr>
          <p:nvPr/>
        </p:nvGrpSpPr>
        <p:grpSpPr bwMode="auto">
          <a:xfrm>
            <a:off x="9065236" y="4151765"/>
            <a:ext cx="2952750" cy="1443038"/>
            <a:chOff x="3321" y="5224"/>
            <a:chExt cx="4500" cy="2520"/>
          </a:xfrm>
        </p:grpSpPr>
        <p:sp>
          <p:nvSpPr>
            <p:cNvPr id="27655" name="Text Box 5">
              <a:extLst>
                <a:ext uri="{FF2B5EF4-FFF2-40B4-BE49-F238E27FC236}">
                  <a16:creationId xmlns:a16="http://schemas.microsoft.com/office/drawing/2014/main" id="{DC76B37B-2828-0483-6726-E6367A287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5224"/>
              <a:ext cx="540" cy="25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  <a:buClrTx/>
                <a:buSz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1</a:t>
              </a:r>
            </a:p>
            <a:p>
              <a:pPr>
                <a:spcBef>
                  <a:spcPct val="0"/>
                </a:spcBef>
                <a:spcAft>
                  <a:spcPct val="40000"/>
                </a:spcAft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2</a:t>
              </a:r>
            </a:p>
            <a:p>
              <a:pPr>
                <a:spcBef>
                  <a:spcPct val="0"/>
                </a:spcBef>
                <a:spcAft>
                  <a:spcPct val="20000"/>
                </a:spcAft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Palatino"/>
                </a:rPr>
                <a:t>4</a:t>
              </a:r>
            </a:p>
          </p:txBody>
        </p:sp>
        <p:sp>
          <p:nvSpPr>
            <p:cNvPr id="27656" name="Line 6">
              <a:extLst>
                <a:ext uri="{FF2B5EF4-FFF2-40B4-BE49-F238E27FC236}">
                  <a16:creationId xmlns:a16="http://schemas.microsoft.com/office/drawing/2014/main" id="{E2C57AFB-4F91-3F2E-48AB-83814D7038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576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Line 7">
              <a:extLst>
                <a:ext uri="{FF2B5EF4-FFF2-40B4-BE49-F238E27FC236}">
                  <a16:creationId xmlns:a16="http://schemas.microsoft.com/office/drawing/2014/main" id="{DF89BE08-65E3-D1AB-4C7B-372730BA2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648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Text Box 8">
              <a:extLst>
                <a:ext uri="{FF2B5EF4-FFF2-40B4-BE49-F238E27FC236}">
                  <a16:creationId xmlns:a16="http://schemas.microsoft.com/office/drawing/2014/main" id="{3AD46217-BE34-AAA0-1F41-B163BD51A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720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5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59" name="Text Box 9">
              <a:extLst>
                <a:ext uri="{FF2B5EF4-FFF2-40B4-BE49-F238E27FC236}">
                  <a16:creationId xmlns:a16="http://schemas.microsoft.com/office/drawing/2014/main" id="{AC4441B5-4D1C-58E3-3D9E-7C7CD3C9FD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1" y="5584"/>
              <a:ext cx="2340" cy="72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6 page faults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660" name="Line 10">
              <a:extLst>
                <a:ext uri="{FF2B5EF4-FFF2-40B4-BE49-F238E27FC236}">
                  <a16:creationId xmlns:a16="http://schemas.microsoft.com/office/drawing/2014/main" id="{F68E3D9D-4B88-464B-D986-9DDE8938A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1" y="7024"/>
              <a:ext cx="5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Text Box 11">
              <a:extLst>
                <a:ext uri="{FF2B5EF4-FFF2-40B4-BE49-F238E27FC236}">
                  <a16:creationId xmlns:a16="http://schemas.microsoft.com/office/drawing/2014/main" id="{16CC9F21-BFAE-629D-D6D2-BE0C92C1FC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1" y="5224"/>
              <a:ext cx="540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en-US">
                  <a:solidFill>
                    <a:srgbClr val="0000FF"/>
                  </a:solidFill>
                  <a:latin typeface="Times New Roman" panose="02020603050405020304" pitchFamily="18" charset="0"/>
                </a:rPr>
                <a:t>4</a:t>
              </a:r>
              <a:endParaRPr kumimoji="0" lang="en-US" altLang="en-US" sz="240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7654" name="Rectangle 12">
            <a:extLst>
              <a:ext uri="{FF2B5EF4-FFF2-40B4-BE49-F238E27FC236}">
                <a16:creationId xmlns:a16="http://schemas.microsoft.com/office/drawing/2014/main" id="{0CD8E666-3285-211C-32AE-130D4F7EC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775" y="5264832"/>
            <a:ext cx="11133357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kumimoji="0" lang="en-AU" altLang="en-US" sz="2000" b="1" dirty="0">
                <a:latin typeface="Verdana" panose="020B0604030504040204" pitchFamily="34" charset="0"/>
              </a:rPr>
              <a:t>Problem:</a:t>
            </a:r>
            <a:r>
              <a:rPr kumimoji="0" lang="en-AU" altLang="en-US" sz="2000" dirty="0">
                <a:latin typeface="Verdana" panose="020B0604030504040204" pitchFamily="34" charset="0"/>
              </a:rPr>
              <a:t> It is difficult to implement</a:t>
            </a:r>
          </a:p>
          <a:p>
            <a:pPr lvl="1" algn="just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–"/>
            </a:pPr>
            <a:r>
              <a:rPr kumimoji="0" lang="en-AU" altLang="en-US" sz="1600" dirty="0">
                <a:latin typeface="Verdana" panose="020B0604030504040204" pitchFamily="34" charset="0"/>
              </a:rPr>
              <a:t>It requires future knowledge of the reference string!</a:t>
            </a:r>
          </a:p>
          <a:p>
            <a:pPr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­"/>
            </a:pPr>
            <a:r>
              <a:rPr kumimoji="0" lang="en-AU" altLang="en-US" sz="2000" dirty="0">
                <a:latin typeface="Verdana" panose="020B0604030504040204" pitchFamily="34" charset="0"/>
              </a:rPr>
              <a:t>This algorithm is used mainly to measure how well a new algorithm performs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E074A82-87E3-88CC-63D4-6084901EDE46}"/>
                  </a:ext>
                </a:extLst>
              </p14:cNvPr>
              <p14:cNvContentPartPr/>
              <p14:nvPr/>
            </p14:nvContentPartPr>
            <p14:xfrm>
              <a:off x="1156680" y="1991880"/>
              <a:ext cx="6913800" cy="1786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E074A82-87E3-88CC-63D4-6084901EDE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7320" y="1982520"/>
                <a:ext cx="6932520" cy="1805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023B01-03DD-88D7-B101-B5E440C39B36}"/>
                  </a:ext>
                </a:extLst>
              </p14:cNvPr>
              <p14:cNvContentPartPr/>
              <p14:nvPr/>
            </p14:nvContentPartPr>
            <p14:xfrm>
              <a:off x="291600" y="70920"/>
              <a:ext cx="11021040" cy="4791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023B01-03DD-88D7-B101-B5E440C39B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240" y="61560"/>
                <a:ext cx="11039760" cy="481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9705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00D32BA4-E010-8911-8A9E-DA9C7439BF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649" y="1003472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Page-Buffering Algorithms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F553F237-819D-87AF-32F8-C5F8B34D48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4234" y="2067950"/>
            <a:ext cx="11422966" cy="4104249"/>
          </a:xfrm>
        </p:spPr>
        <p:txBody>
          <a:bodyPr>
            <a:normAutofit/>
          </a:bodyPr>
          <a:lstStyle/>
          <a:p>
            <a:r>
              <a:rPr lang="en-US" altLang="en-US" dirty="0"/>
              <a:t>Keep a pool of free frames, always</a:t>
            </a:r>
          </a:p>
          <a:p>
            <a:pPr lvl="1"/>
            <a:r>
              <a:rPr lang="en-US" altLang="en-US" dirty="0"/>
              <a:t>Then frame available when needed, not found at fault time</a:t>
            </a:r>
          </a:p>
          <a:p>
            <a:pPr lvl="1"/>
            <a:r>
              <a:rPr lang="en-US" altLang="en-US" dirty="0"/>
              <a:t>Read page into free frame and select victim to evict and add to free pool</a:t>
            </a:r>
          </a:p>
          <a:p>
            <a:pPr lvl="1"/>
            <a:r>
              <a:rPr lang="en-US" altLang="en-US" dirty="0"/>
              <a:t>When convenient, evict victim</a:t>
            </a:r>
          </a:p>
          <a:p>
            <a:r>
              <a:rPr lang="en-US" altLang="en-US" dirty="0"/>
              <a:t>Possibly, keep list of modified pages</a:t>
            </a:r>
          </a:p>
          <a:p>
            <a:pPr lvl="1"/>
            <a:r>
              <a:rPr lang="en-US" altLang="en-US" dirty="0"/>
              <a:t>When backing store otherwise idle, write pages there and set to non-dirty</a:t>
            </a:r>
          </a:p>
          <a:p>
            <a:r>
              <a:rPr lang="en-US" altLang="en-US" dirty="0"/>
              <a:t>Possibly, keep free frame contents intact and note what is in them</a:t>
            </a:r>
          </a:p>
          <a:p>
            <a:pPr lvl="1"/>
            <a:r>
              <a:rPr lang="en-US" altLang="en-US" dirty="0"/>
              <a:t>If referenced again before reused, no need to load contents again from disk</a:t>
            </a:r>
          </a:p>
          <a:p>
            <a:pPr lvl="1"/>
            <a:r>
              <a:rPr lang="en-US" altLang="en-US" dirty="0"/>
              <a:t>Generally useful to reduce penalty if wrong victim frame selected 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latin typeface="Garamond" panose="02020404030301010803" pitchFamily="18" charset="0"/>
              </a:rPr>
              <a:t>End of Lecture 11</a:t>
            </a:r>
          </a:p>
        </p:txBody>
      </p:sp>
    </p:spTree>
    <p:extLst>
      <p:ext uri="{BB962C8B-B14F-4D97-AF65-F5344CB8AC3E}">
        <p14:creationId xmlns:p14="http://schemas.microsoft.com/office/powerpoint/2010/main" val="227218130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3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55DFB19D-8CD7-374E-93C3-3427CC06C4C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812AAC09-44D3-5540-A76F-F76F8887BB39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D494B3FE-53B0-E440-9A9B-ABF54A0C63FE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ABB46C2A-DBBF-2F44-9DD8-9AA6E3D75EB1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C-Recording-Template" id="{D7319FCF-8542-1F41-8FCB-1CE7FD700E81}" vid="{3B148348-D753-0A4F-BC14-61EDA13F40B8}"/>
    </a:ext>
  </a:extLst>
</a:theme>
</file>

<file path=ppt/theme/theme6.xml><?xml version="1.0" encoding="utf-8"?>
<a:theme xmlns:a="http://schemas.openxmlformats.org/drawingml/2006/main" name="Berlin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Presentation3</Template>
  <TotalTime>1892</TotalTime>
  <Words>1217</Words>
  <Application>Microsoft Office PowerPoint</Application>
  <PresentationFormat>Widescreen</PresentationFormat>
  <Paragraphs>161</Paragraphs>
  <Slides>18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18</vt:i4>
      </vt:variant>
    </vt:vector>
  </HeadingPairs>
  <TitlesOfParts>
    <vt:vector size="35" baseType="lpstr">
      <vt:lpstr>Arial</vt:lpstr>
      <vt:lpstr>Calibri</vt:lpstr>
      <vt:lpstr>Calibri Light</vt:lpstr>
      <vt:lpstr>Garamond</vt:lpstr>
      <vt:lpstr>Monotype Sorts</vt:lpstr>
      <vt:lpstr>Palatino</vt:lpstr>
      <vt:lpstr>Symbol</vt:lpstr>
      <vt:lpstr>Times New Roman</vt:lpstr>
      <vt:lpstr>Trebuchet MS</vt:lpstr>
      <vt:lpstr>Verdana</vt:lpstr>
      <vt:lpstr>Wingdings</vt:lpstr>
      <vt:lpstr>Presentation3</vt:lpstr>
      <vt:lpstr>Custom Design</vt:lpstr>
      <vt:lpstr>1_Custom Design</vt:lpstr>
      <vt:lpstr>2_Custom Design</vt:lpstr>
      <vt:lpstr>3_Custom Design</vt:lpstr>
      <vt:lpstr>Berlin</vt:lpstr>
      <vt:lpstr>IT2060  Operating Systems and System Administration  </vt:lpstr>
      <vt:lpstr>Background</vt:lpstr>
      <vt:lpstr>Demand Paging</vt:lpstr>
      <vt:lpstr>Page Table When Some Pages Are Not in Main Memory</vt:lpstr>
      <vt:lpstr>Page Fault</vt:lpstr>
      <vt:lpstr>Steps in Handling a Page Fault</vt:lpstr>
      <vt:lpstr>Performance of Demand Paging</vt:lpstr>
      <vt:lpstr>Basic Page Replacement</vt:lpstr>
      <vt:lpstr>Page Replacement</vt:lpstr>
      <vt:lpstr>Page-replacement algorithms</vt:lpstr>
      <vt:lpstr>First-in-first-out (FIFO) algorithm</vt:lpstr>
      <vt:lpstr>PowerPoint Presentation</vt:lpstr>
      <vt:lpstr>Least recently used (LRU) algorithm</vt:lpstr>
      <vt:lpstr>PowerPoint Presentation</vt:lpstr>
      <vt:lpstr>Optimal page replacement algorithm (OPT)</vt:lpstr>
      <vt:lpstr>PowerPoint Presentation</vt:lpstr>
      <vt:lpstr>Page-Buffering Algorithms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Samantha Rajapaksha</dc:creator>
  <cp:lastModifiedBy>Sanvitha Kasthuriarachchi</cp:lastModifiedBy>
  <cp:revision>57</cp:revision>
  <dcterms:created xsi:type="dcterms:W3CDTF">2019-01-23T09:30:27Z</dcterms:created>
  <dcterms:modified xsi:type="dcterms:W3CDTF">2024-05-10T09:14:43Z</dcterms:modified>
</cp:coreProperties>
</file>