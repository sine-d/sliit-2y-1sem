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2.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 id="2147483697" r:id="rId3"/>
    <p:sldMasterId id="2147483709" r:id="rId4"/>
    <p:sldMasterId id="2147483721" r:id="rId5"/>
    <p:sldMasterId id="2147483808" r:id="rId6"/>
  </p:sldMasterIdLst>
  <p:notesMasterIdLst>
    <p:notesMasterId r:id="rId30"/>
  </p:notesMasterIdLst>
  <p:sldIdLst>
    <p:sldId id="319" r:id="rId7"/>
    <p:sldId id="411" r:id="rId8"/>
    <p:sldId id="413" r:id="rId9"/>
    <p:sldId id="496" r:id="rId10"/>
    <p:sldId id="468" r:id="rId11"/>
    <p:sldId id="415" r:id="rId12"/>
    <p:sldId id="416" r:id="rId13"/>
    <p:sldId id="508" r:id="rId14"/>
    <p:sldId id="417" r:id="rId15"/>
    <p:sldId id="421" r:id="rId16"/>
    <p:sldId id="423" r:id="rId17"/>
    <p:sldId id="424" r:id="rId18"/>
    <p:sldId id="425" r:id="rId19"/>
    <p:sldId id="427" r:id="rId20"/>
    <p:sldId id="428" r:id="rId21"/>
    <p:sldId id="429" r:id="rId22"/>
    <p:sldId id="510" r:id="rId23"/>
    <p:sldId id="436" r:id="rId24"/>
    <p:sldId id="504" r:id="rId25"/>
    <p:sldId id="505" r:id="rId26"/>
    <p:sldId id="503" r:id="rId27"/>
    <p:sldId id="459" r:id="rId28"/>
    <p:sldId id="32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434" autoAdjust="0"/>
  </p:normalViewPr>
  <p:slideViewPr>
    <p:cSldViewPr snapToGrid="0">
      <p:cViewPr varScale="1">
        <p:scale>
          <a:sx n="68" d="100"/>
          <a:sy n="68" d="100"/>
        </p:scale>
        <p:origin x="738" y="72"/>
      </p:cViewPr>
      <p:guideLst>
        <p:guide orient="horz" pos="2160"/>
        <p:guide pos="3840"/>
      </p:guideLst>
    </p:cSldViewPr>
  </p:slideViewPr>
  <p:outlineViewPr>
    <p:cViewPr>
      <p:scale>
        <a:sx n="33" d="100"/>
        <a:sy n="33" d="100"/>
      </p:scale>
      <p:origin x="0" y="-56958"/>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8"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4-02-16T06:50:11.142"/>
    </inkml:context>
    <inkml:brush xml:id="br0">
      <inkml:brushProperty name="width" value="0.05292" units="cm"/>
      <inkml:brushProperty name="height" value="0.05292" units="cm"/>
      <inkml:brushProperty name="color" value="#FFC000"/>
    </inkml:brush>
  </inkml:definitions>
  <inkml:trace contextRef="#ctx0" brushRef="#br0">4719 7005 9 0,'0'0'215'15,"0"0"-27"-15,0 0-28 0,0 0-6 0,0 0-17 16,0 0-11-16,0 0-6 0,0 0-20 0,0 0-11 16,0 0-6-16,0 0 1 0,0 0-7 0,0 0-5 15,0 0 1-15,0 0-9 0,0 0-4 0,0 0-3 16,0 0-6-16,0 0 0 0,0 0-7 0,0 0 10 16,0 0-21-16,0 0-7 0,0 0-2 0,0 0-5 15,7 4 1-15,-7-4-8 0,0 0 0 0,0 0 4 16,0 0 14-16,0 0 8 0,10 2-5 0,-10-2 8 0,0 0-14 15,0 0 0-15,13 0 0 0,-13 0-2 16,0 0-2-16,16-1 3 0,-16 1-1 0,11-2-5 16,-11 2-2-16,11-2-4 0,-11 2 0 0,12-1-2 0,-12 1-1 15,14-1 5-15,-14 1-4 0,14-1-3 16,-14 1 1-16,13-1 0 0,-13 1-1 0,17 0 3 0,-17 0-29 16,16 0 75-16,-16 0-44 0,17-2 38 15,-17 2-48-15,18 0 37 0,-18 0-49 0,18-1 54 0,-7 1-53 16,1 0 42-16,-12 0-45 0,21 0 40 0,-21 0-40 15,22-3 42-15,-22 3-9 0,23 0-4 16,-23 0-2-16,23 0-4 0,-23 0-1 0,24 3 1 0,-24-3-8 16,22 0 0-16,-8 0 2 0,-14 0-2 0,23 1-2 15,-13-1 1-15,2 2 3 0,-1-1-8 0,1-1 2 16,-1 1 5-16,2 0-7 0,-1-1 2 0,0 1 5 16,1 1-7-16,0-2-1 0,0 0 3 0,0 0 1 15,0 0 2-15,0 0-5 0,3 2 4 0,-2-3-2 16,0 0-2-16,0 1 3 0,1-2-3 0,-2 1 0 15,3 0 1-15,-1 1 6 0,0-1-7 0,-1 1-2 16,1-1 5-16,1 1-3 0,-1 0 0 0,-1-2-4 16,1 1 11-16,-1 2-7 0,2-1 1 0,-2 0 3 15,0 0-6-15,1 0 6 0,-2 0-2 0,2 0 5 0,-2 2-6 16,2-2 0-16,0 1 0 0,-3-1 6 0,2 1-7 16,0 0-36-16,-1-1 48 0,1 1-36 15,-1-1 36-15,1 0-37 0,0 2 42 0,-2-2-43 0,2 0 47 16,-3 3-7-16,3-3-4 0,-2 2-1 0,1-2-2 15,-1 0-1-15,1 0-1 0,1 0 2 0,-1 0-5 16,0 2-2-16,-2-2 3 0,2 1-2 0,1 0 2 16,-2-2-2-16,0 2 5 0,1 0-6 0,0 1 0 15,0-1 2-15,-2 0 2 0,2 0 1 0,0 0-4 16,-2 0-1-16,3 1-3 0,-2-1 8 0,-1-1-5 16,2 3 1-16,0-2-1 0,0 0 8 0,-2 0-7 15,3 0-4-15,-1-1 8 0,1 2-6 0,-1-1 1 16,1 0-1-16,-1 0 7 0,-2-1-5 0,4 0-2 15,0 2 5-15,-2-2-2 0,2 1-2 0,-1-1 2 0,0 0 4 16,1 2-11-16,-1-2 6 0,0 0 1 16,0 0-2-16,3 0 2 0,-3 0-1 0,1 2 6 15,-2-2-8-15,1 0 1 0,3 0 5 0,-2 0 0 16,-1 0-4-16,0 1 4 0,0-2-4 0,2 1-1 0,-1 0-36 16,-2 0 48-16,2 0-41 0,-1-2 41 15,0 2-30-15,0 0 36 0,1-2-42 0,-2 2 44 16,1-1-7-16,0 1 0 0,0-2-2 0,0 2-2 0,-1 0-5 15,1-1-1-15,-1 0 3 0,2 0-3 0,-2 1-1 16,1-2 2-16,0 1 1 0,0 1-6 0,0-1 2 16,2 0 0-16,-2 0 0 0,1-2 1 15,-1 3-1-15,1 0 1 0,0-1 2 0,1-1-3 0,-2 1-2 16,3 1 2-16,-2-1-1 0,-1 0 7 0,2 1-7 16,0-1 0-16,-2 0 4 0,3-1-3 0,-2 2-1 15,0-1 2-15,0 1 3 0,1 0-3 0,-3-1-1 16,2 1-1-16,1 0 1 0,-1 0-2 0,-1 0 3 15,0 1 3-15,0-1-7 0,0 0 2 0,3 1 2 16,-3-1-2-16,1 2 2 0,-1-2-37 0,3 1 49 16,-3 0-39-16,1-1 40 0,2 1-40 0,-2-1 41 15,1 0-41-15,0 2 43 0,1-2-38 0,-3 2 36 16,1-1-34-16,0-1 34 0,2 0-37 0,-3 0 41 16,3 0-31-16,-2 0 31 0,2 3-38 0,-3-3 37 15,2 0-6-15,0 0 0 0,0 0-5 0,0 0 5 16,0 0-9-16,0 1-31 0,0-1 4 0,0 0 37 15,0 0 0-15,0 0-2 0,0 0 1 0,-1 0-7 0,2 0-17 16,1 1-14-16,-4-1 40 0,4 0-3 0,-3 1 0 16,2-1-5-16,-2 0-3 0,3 0 3 15,-4 0-2-15,4 1-5 0,-4-1 3 0,3 0 6 0,-2 0-8 16,2 2-9-16,-2-2-12 0,1-2 27 0,0 2 0 16,-1 2 0-16,1-2 2 0,0 0-5 0,-3 0-39 15,2 1 46-15,1-1-37 0,-2 0 42 0,-2 0-38 16,1 1 42-16,0-1-37 0,1 1 32 0,-2-1-36 15,-12 0 38-15,21 0-38 0,-21 0 40 0,18 2-37 16,-18-2 35-16,17 0-38 0,-17 0 42 0,14 1-39 16,-14-1 38-16,11 2-30 0,-11-2 28 0,0 0-29 15,16 0 31-15,-16 0-55 0,0 0-27 0,0 0-143 16,14 0-77-16,-14 0-530 0,0 0-344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4.71338" units="1/cm"/>
          <inkml:channelProperty channel="F" name="resolution" value="0" units="1/dev"/>
          <inkml:channelProperty channel="T" name="resolution" value="1" units="1/dev"/>
        </inkml:channelProperties>
      </inkml:inkSource>
      <inkml:timestamp xml:id="ts0" timeString="2022-08-14T09:50:49.348"/>
    </inkml:context>
    <inkml:brush xml:id="br0">
      <inkml:brushProperty name="width" value="0.05292" units="cm"/>
      <inkml:brushProperty name="height" value="0.05292" units="cm"/>
      <inkml:brushProperty name="color" value="#FF0000"/>
    </inkml:brush>
  </inkml:definitions>
  <inkml:trace contextRef="#ctx0" brushRef="#br0">7388 10355 276 0,'0'0'266'0,"0"0"-30"0,0 0-52 16,-9-3 21-16,9 3-49 0,0 0 21 0,0 0-43 15,0 0 19-15,0 0-48 0,0 0 26 0,0 0-54 0,0 0 29 16,-6-4-48-16,6 4 32 0,0 0-42 16,0 0 28-16,0 0-48 0,0 0 34 0,-7-4-46 15,7 4 34-15,0 0-44 0,0 0 32 0,0 0-50 0,-4-5 27 16,4 5-80-16,0 0-11 0,0 0-78 0,-2-11-35 16,2 11-92-16,6-6-320 0,-6 6-113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5BB0A-1CE7-476A-9EFC-97483FC3A26D}" type="datetimeFigureOut">
              <a:rPr lang="en-US" smtClean="0"/>
              <a:pPr/>
              <a:t>8/2/2024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C1292B-1FF3-4D4A-BEC3-EF4BA6519485}" type="slidenum">
              <a:rPr lang="en-US" smtClean="0"/>
              <a:pPr/>
              <a:t>‹#›</a:t>
            </a:fld>
            <a:endParaRPr lang="en-US"/>
          </a:p>
        </p:txBody>
      </p:sp>
    </p:spTree>
    <p:extLst>
      <p:ext uri="{BB962C8B-B14F-4D97-AF65-F5344CB8AC3E}">
        <p14:creationId xmlns:p14="http://schemas.microsoft.com/office/powerpoint/2010/main" val="2868149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9B5C1D6-4393-479C-9636-92D0DE78C243}"/>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8F374C8-568C-4E5F-A5C9-EE9AFD079B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A8F99D3-307C-4D81-8C96-8C351BFE2ADC}"/>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50A647AF-2864-47E0-B915-2A6B07FCA5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8A4F299-1401-498D-9E17-7F68EE54DCFC}"/>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1C6257CE-C5A3-4ED7-9E1F-012AD9483B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333B55D-F0EB-4058-A16B-D61DB849615F}"/>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1A85D2FF-DD41-4201-81F2-4109820771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64F4716-57F4-4EA6-A1DF-41B9671AF8AA}"/>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C11E2713-6719-4495-B845-860EE6EA08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9B523B9-B910-4F2A-95CC-520E666CBC3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60BC8AE1-5DCD-47A3-96F0-ECE1654E8D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FAC2C55-ADAE-42B0-A8CA-EA18A9EFC2F2}"/>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FEE49B49-04D1-4592-8B6A-1957D97D03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7D67F3B-9B37-430E-9938-57BB29C30862}"/>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C83F167B-0662-4EC8-A93B-6E1F1BC28F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E20BA81-4BE7-4717-9177-91CF26027B18}"/>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EF6809E7-8C72-40AD-A974-3C473287F4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FAA2D4AB-11F9-4E31-B52D-1489F7333804}"/>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1F5ECF86-1CBA-4B24-BF34-C3F1FCB2E0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BF7B08B3-9365-4194-B9EF-BC2D2E2E92FB}"/>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4950BA0D-EF1F-4BF7-9C2C-8C0125EB70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AFD1EEAB-F76A-4075-8527-F21E5D01D42B}"/>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B3697823-E35C-4EE9-A81D-0C08B8AE04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9339B08B-DF40-4547-900B-9AD5EF92C6EA}"/>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41339BD8-6E7D-4CE1-9677-39030AC551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DA8C782-E21E-41F8-8835-2E5F0AE38F82}"/>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26ADD4CC-40C7-46FD-A37D-AAA0C775C9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BCC1496-81C7-4AD8-91DE-B185CF7CB1B6}"/>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281614FD-7084-49D8-B23D-8F895B7BA2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8847334-2747-4732-BAD1-182329BC07D0}"/>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2FED8A72-B421-409D-BA40-CFC946202C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1EEF7828-B2C2-6249-ACC8-7F26D02698E9}"/>
              </a:ext>
            </a:extLst>
          </p:cNvPr>
          <p:cNvPicPr>
            <a:picLocks noChangeAspect="1"/>
          </p:cNvPicPr>
          <p:nvPr/>
        </p:nvPicPr>
        <p:blipFill>
          <a:blip r:embed="rId2"/>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7" name="Text Placeholder 6">
            <a:extLst>
              <a:ext uri="{FF2B5EF4-FFF2-40B4-BE49-F238E27FC236}">
                <a16:creationId xmlns:a16="http://schemas.microsoft.com/office/drawing/2014/main" id="{4FDA9DA1-CE52-8443-B8D6-E23FE3EF4E9F}"/>
              </a:ext>
            </a:extLst>
          </p:cNvPr>
          <p:cNvSpPr>
            <a:spLocks noGrp="1"/>
          </p:cNvSpPr>
          <p:nvPr>
            <p:ph type="body" sz="quarter" idx="13" hasCustomPrompt="1"/>
          </p:nvPr>
        </p:nvSpPr>
        <p:spPr>
          <a:xfrm>
            <a:off x="3383201" y="2196789"/>
            <a:ext cx="7195151" cy="815352"/>
          </a:xfr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pic>
        <p:nvPicPr>
          <p:cNvPr id="16" name="Picture 15" descr="A close up of a sign&#10;&#10;Description automatically generated">
            <a:extLst>
              <a:ext uri="{FF2B5EF4-FFF2-40B4-BE49-F238E27FC236}">
                <a16:creationId xmlns:a16="http://schemas.microsoft.com/office/drawing/2014/main" id="{A6374280-EE02-3945-8F18-DCD500B9C199}"/>
              </a:ext>
            </a:extLst>
          </p:cNvPr>
          <p:cNvPicPr>
            <a:picLocks noChangeAspect="1"/>
          </p:cNvPicPr>
          <p:nvPr/>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D939BDE5-D244-FF40-80F2-B60858EDCFD4}"/>
              </a:ext>
            </a:extLst>
          </p:cNvPr>
          <p:cNvSpPr>
            <a:spLocks noGrp="1"/>
          </p:cNvSpPr>
          <p:nvPr>
            <p:ph type="body" sz="quarter" idx="14" hasCustomPrompt="1"/>
          </p:nvPr>
        </p:nvSpPr>
        <p:spPr>
          <a:xfrm>
            <a:off x="3904908" y="3217206"/>
            <a:ext cx="7195151" cy="1991724"/>
          </a:xfr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
        <p:nvSpPr>
          <p:cNvPr id="8" name="Rectangle 7">
            <a:extLst>
              <a:ext uri="{FF2B5EF4-FFF2-40B4-BE49-F238E27FC236}">
                <a16:creationId xmlns:a16="http://schemas.microsoft.com/office/drawing/2014/main" id="{9900B0C4-D834-533E-8410-24B5245B8216}"/>
              </a:ext>
            </a:extLst>
          </p:cNvPr>
          <p:cNvSpPr/>
          <p:nvPr userDrawn="1"/>
        </p:nvSpPr>
        <p:spPr>
          <a:xfrm>
            <a:off x="9183189" y="-136979"/>
            <a:ext cx="2937691" cy="19917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795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8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600">
                <a:latin typeface="Times New Roman" panose="02020603050405020304" pitchFamily="18" charset="0"/>
                <a:cs typeface="Times New Roman" panose="02020603050405020304" pitchFamily="18" charset="0"/>
              </a:defRPr>
            </a:lvl1pPr>
            <a:lvl2pPr>
              <a:defRPr sz="3200">
                <a:latin typeface="Times New Roman" panose="02020603050405020304" pitchFamily="18" charset="0"/>
                <a:cs typeface="Times New Roman" panose="02020603050405020304" pitchFamily="18" charset="0"/>
              </a:defRPr>
            </a:lvl2pPr>
            <a:lvl3pPr>
              <a:defRPr sz="28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p:txBody>
          <a:bodyPr/>
          <a:lstStyle/>
          <a:p>
            <a:r>
              <a:rPr lang="en-US"/>
              <a:t>SLIIT</a:t>
            </a:r>
            <a:endParaRPr lang="en-US" dirty="0"/>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
        <p:nvSpPr>
          <p:cNvPr id="7" name="TextBox 6">
            <a:extLst>
              <a:ext uri="{FF2B5EF4-FFF2-40B4-BE49-F238E27FC236}">
                <a16:creationId xmlns:a16="http://schemas.microsoft.com/office/drawing/2014/main" id="{24E8894B-F143-B1E8-02E2-0B6FC762DCFA}"/>
              </a:ext>
            </a:extLst>
          </p:cNvPr>
          <p:cNvSpPr txBox="1"/>
          <p:nvPr userDrawn="1"/>
        </p:nvSpPr>
        <p:spPr>
          <a:xfrm>
            <a:off x="3431413" y="6488668"/>
            <a:ext cx="5662512" cy="369332"/>
          </a:xfrm>
          <a:prstGeom prst="rect">
            <a:avLst/>
          </a:prstGeom>
          <a:solidFill>
            <a:srgbClr val="003399"/>
          </a:solidFill>
        </p:spPr>
        <p:txBody>
          <a:bodyPr wrap="none" rtlCol="0">
            <a:spAutoFit/>
          </a:bodyPr>
          <a:lstStyle/>
          <a:p>
            <a:r>
              <a:rPr lang="en-US" dirty="0">
                <a:solidFill>
                  <a:schemeClr val="bg1"/>
                </a:solidFill>
              </a:rPr>
              <a:t>IE2061 | OSSA | Lecture 01  | Dr. Sanvitha Kasthuriarachchi</a:t>
            </a:r>
          </a:p>
        </p:txBody>
      </p:sp>
    </p:spTree>
    <p:extLst>
      <p:ext uri="{BB962C8B-B14F-4D97-AF65-F5344CB8AC3E}">
        <p14:creationId xmlns:p14="http://schemas.microsoft.com/office/powerpoint/2010/main" val="85663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a:xfrm>
            <a:off x="4038600" y="6089650"/>
            <a:ext cx="4114800" cy="365125"/>
          </a:xfrm>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56085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930D9-F92B-4783-BA8B-0186970236E5}" type="datetimeFigureOut">
              <a:rPr lang="en-US" smtClean="0"/>
              <a:pPr/>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042815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930D9-F92B-4783-BA8B-0186970236E5}" type="datetimeFigureOut">
              <a:rPr lang="en-US" smtClean="0"/>
              <a:pPr/>
              <a:t>8/2/2024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96527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3930D9-F92B-4783-BA8B-0186970236E5}" type="datetimeFigureOut">
              <a:rPr lang="en-US" smtClean="0"/>
              <a:pPr/>
              <a:t>8/2/2024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899489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3930D9-F92B-4783-BA8B-0186970236E5}" type="datetimeFigureOut">
              <a:rPr lang="en-US" smtClean="0"/>
              <a:pPr/>
              <a:t>8/2/2024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85472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793305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139350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009813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478109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38453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4671-2548-9B4A-BC90-1ABE627594F5}"/>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dirty="0"/>
              <a:t>Click to edit Master title style</a:t>
            </a:r>
            <a:endParaRPr lang="x-none" dirty="0"/>
          </a:p>
        </p:txBody>
      </p:sp>
      <p:sp>
        <p:nvSpPr>
          <p:cNvPr id="3" name="Content Placeholder 2">
            <a:extLst>
              <a:ext uri="{FF2B5EF4-FFF2-40B4-BE49-F238E27FC236}">
                <a16:creationId xmlns:a16="http://schemas.microsoft.com/office/drawing/2014/main" id="{6C5569FD-E7A8-A74A-A927-2163C5DE8191}"/>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F2D0C97-F2BE-1F46-8DF3-8613C7F290AE}"/>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5" name="Footer Placeholder 4">
            <a:extLst>
              <a:ext uri="{FF2B5EF4-FFF2-40B4-BE49-F238E27FC236}">
                <a16:creationId xmlns:a16="http://schemas.microsoft.com/office/drawing/2014/main" id="{4AD5D1BA-4427-5F48-BCA8-775A2EAA8109}"/>
              </a:ext>
            </a:extLst>
          </p:cNvPr>
          <p:cNvSpPr>
            <a:spLocks noGrp="1"/>
          </p:cNvSpPr>
          <p:nvPr>
            <p:ph type="ftr" sz="quarter" idx="11"/>
          </p:nvPr>
        </p:nvSpPr>
        <p:spPr>
          <a:xfrm>
            <a:off x="4038600" y="5901531"/>
            <a:ext cx="4114800" cy="365125"/>
          </a:xfrm>
          <a:prstGeom prst="rect">
            <a:avLst/>
          </a:prstGeom>
        </p:spPr>
        <p:txBody>
          <a:bodyPr/>
          <a:lstStyle/>
          <a:p>
            <a:endParaRPr lang="x-none" dirty="0"/>
          </a:p>
        </p:txBody>
      </p:sp>
      <p:sp>
        <p:nvSpPr>
          <p:cNvPr id="6" name="Slide Number Placeholder 5">
            <a:extLst>
              <a:ext uri="{FF2B5EF4-FFF2-40B4-BE49-F238E27FC236}">
                <a16:creationId xmlns:a16="http://schemas.microsoft.com/office/drawing/2014/main" id="{A31FA457-CD19-7E42-BCE7-19B42ECF4BE3}"/>
              </a:ext>
            </a:extLst>
          </p:cNvPr>
          <p:cNvSpPr>
            <a:spLocks noGrp="1"/>
          </p:cNvSpPr>
          <p:nvPr>
            <p:ph type="sldNum" sz="quarter" idx="12"/>
          </p:nvPr>
        </p:nvSpPr>
        <p:spPr>
          <a:xfrm>
            <a:off x="11671300" y="5994400"/>
            <a:ext cx="431800" cy="365125"/>
          </a:xfrm>
          <a:prstGeom prst="rect">
            <a:avLst/>
          </a:prstGeom>
        </p:spPr>
        <p:txBody>
          <a:bodyPr/>
          <a:lstStyle/>
          <a:p>
            <a:fld id="{1369CC5A-799D-8E43-8032-7791EC7DE478}" type="slidenum">
              <a:rPr lang="x-none" smtClean="0"/>
              <a:t>‹#›</a:t>
            </a:fld>
            <a:endParaRPr lang="x-none" dirty="0"/>
          </a:p>
        </p:txBody>
      </p:sp>
    </p:spTree>
    <p:extLst>
      <p:ext uri="{BB962C8B-B14F-4D97-AF65-F5344CB8AC3E}">
        <p14:creationId xmlns:p14="http://schemas.microsoft.com/office/powerpoint/2010/main" val="1609531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28224-E7F2-D948-A75F-27BE76022D0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6A73274C-2B21-0E4A-A8E9-C4D4E96E6FA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2E7795-320A-AC41-9319-FA00A973BE9D}"/>
              </a:ext>
            </a:extLst>
          </p:cNvPr>
          <p:cNvSpPr>
            <a:spLocks noGrp="1"/>
          </p:cNvSpPr>
          <p:nvPr>
            <p:ph type="dt" sz="half" idx="10"/>
          </p:nvPr>
        </p:nvSpPr>
        <p:spPr/>
        <p:txBody>
          <a:bodyPr/>
          <a:lstStyle/>
          <a:p>
            <a:fld id="{A68CD59B-C6C2-C84A-A9B5-AB286FEC8FEA}" type="datetimeFigureOut">
              <a:rPr lang="x-none" smtClean="0"/>
              <a:t>8/2/2024</a:t>
            </a:fld>
            <a:endParaRPr lang="x-none" dirty="0"/>
          </a:p>
        </p:txBody>
      </p:sp>
      <p:sp>
        <p:nvSpPr>
          <p:cNvPr id="5" name="Footer Placeholder 4">
            <a:extLst>
              <a:ext uri="{FF2B5EF4-FFF2-40B4-BE49-F238E27FC236}">
                <a16:creationId xmlns:a16="http://schemas.microsoft.com/office/drawing/2014/main" id="{83C24889-94C4-FE4A-9EBD-FA34D0443B6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106BF730-9B59-8B4F-B1CD-A90E43E43ACB}"/>
              </a:ext>
            </a:extLst>
          </p:cNvPr>
          <p:cNvSpPr>
            <a:spLocks noGrp="1"/>
          </p:cNvSpPr>
          <p:nvPr>
            <p:ph type="sldNum" sz="quarter" idx="12"/>
          </p:nvPr>
        </p:nvSpPr>
        <p:spPr>
          <a:xfrm>
            <a:off x="9330266" y="6389688"/>
            <a:ext cx="2743200" cy="365125"/>
          </a:xfrm>
          <a:prstGeom prst="rect">
            <a:avLst/>
          </a:prstGeom>
        </p:spPr>
        <p:txBody>
          <a:bodyPr/>
          <a:lstStyle/>
          <a:p>
            <a:r>
              <a:rPr lang="en-US" dirty="0"/>
              <a:t>                                           </a:t>
            </a:r>
            <a:fld id="{1369CC5A-799D-8E43-8032-7791EC7DE478}" type="slidenum">
              <a:rPr lang="x-none" smtClean="0"/>
              <a:pPr/>
              <a:t>‹#›</a:t>
            </a:fld>
            <a:endParaRPr lang="x-none" dirty="0"/>
          </a:p>
        </p:txBody>
      </p:sp>
      <p:sp>
        <p:nvSpPr>
          <p:cNvPr id="7" name="Rectangle 6">
            <a:extLst>
              <a:ext uri="{FF2B5EF4-FFF2-40B4-BE49-F238E27FC236}">
                <a16:creationId xmlns:a16="http://schemas.microsoft.com/office/drawing/2014/main" id="{D8DA5DCF-7877-EA97-52FB-EF6DB1EDD45D}"/>
              </a:ext>
            </a:extLst>
          </p:cNvPr>
          <p:cNvSpPr/>
          <p:nvPr userDrawn="1"/>
        </p:nvSpPr>
        <p:spPr>
          <a:xfrm>
            <a:off x="9050867" y="0"/>
            <a:ext cx="3141133" cy="187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362B14-FE4E-1DA8-FA1D-6DD799952D09}"/>
              </a:ext>
            </a:extLst>
          </p:cNvPr>
          <p:cNvSpPr txBox="1"/>
          <p:nvPr userDrawn="1"/>
        </p:nvSpPr>
        <p:spPr>
          <a:xfrm>
            <a:off x="3420533" y="6389688"/>
            <a:ext cx="8161867" cy="400110"/>
          </a:xfrm>
          <a:prstGeom prst="rect">
            <a:avLst/>
          </a:prstGeom>
          <a:solidFill>
            <a:schemeClr val="accent1">
              <a:lumMod val="50000"/>
            </a:schemeClr>
          </a:solidFill>
          <a:ln>
            <a:noFill/>
          </a:ln>
        </p:spPr>
        <p:txBody>
          <a:bodyPr wrap="square" rtlCol="0">
            <a:spAutoFit/>
          </a:bodyPr>
          <a:lstStyle/>
          <a:p>
            <a:r>
              <a:rPr lang="en-US" sz="2000" dirty="0">
                <a:solidFill>
                  <a:schemeClr val="bg1"/>
                </a:solidFill>
              </a:rPr>
              <a:t>IT2060 | OSSA</a:t>
            </a:r>
          </a:p>
        </p:txBody>
      </p:sp>
    </p:spTree>
    <p:extLst>
      <p:ext uri="{BB962C8B-B14F-4D97-AF65-F5344CB8AC3E}">
        <p14:creationId xmlns:p14="http://schemas.microsoft.com/office/powerpoint/2010/main" val="687332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1C7E-F47F-A740-8161-500BA0D2CF1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347DE7F3-B809-3045-901F-BB37003309C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FCA977B-1B4C-1849-A510-DDB31D1A934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456FE30D-E1F2-764A-9FF3-4DDFE8D0F30A}"/>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6" name="Footer Placeholder 5">
            <a:extLst>
              <a:ext uri="{FF2B5EF4-FFF2-40B4-BE49-F238E27FC236}">
                <a16:creationId xmlns:a16="http://schemas.microsoft.com/office/drawing/2014/main" id="{E8037FC9-FF28-704F-8F73-3DCC03041845}"/>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C8239922-8FF3-334D-8AC6-167CC3ABD9D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725667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440F-30BD-EC47-8F28-28E35C0CED1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A69DA827-0A00-0648-B3C1-5EB6984BEF0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653E0A-ADA9-D640-8D2A-C335F0671C8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EAEB8E11-FD7A-4B4D-8CC4-981C10EC3E8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637FC6-D39A-6640-BEFD-A3934C1D67E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4B38863D-C098-2A48-85BA-53A743E6A2CB}"/>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8" name="Footer Placeholder 7">
            <a:extLst>
              <a:ext uri="{FF2B5EF4-FFF2-40B4-BE49-F238E27FC236}">
                <a16:creationId xmlns:a16="http://schemas.microsoft.com/office/drawing/2014/main" id="{858E1737-7D3B-AC4D-B2DE-7CAB5F1F0574}"/>
              </a:ext>
            </a:extLst>
          </p:cNvPr>
          <p:cNvSpPr>
            <a:spLocks noGrp="1"/>
          </p:cNvSpPr>
          <p:nvPr>
            <p:ph type="ftr" sz="quarter" idx="11"/>
          </p:nvPr>
        </p:nvSpPr>
        <p:spPr>
          <a:xfrm>
            <a:off x="4038600" y="6356350"/>
            <a:ext cx="4114800" cy="365125"/>
          </a:xfrm>
          <a:prstGeom prst="rect">
            <a:avLst/>
          </a:prstGeom>
        </p:spPr>
        <p:txBody>
          <a:bodyPr/>
          <a:lstStyle/>
          <a:p>
            <a:endParaRPr lang="x-none" dirty="0"/>
          </a:p>
        </p:txBody>
      </p:sp>
      <p:sp>
        <p:nvSpPr>
          <p:cNvPr id="9" name="Slide Number Placeholder 8">
            <a:extLst>
              <a:ext uri="{FF2B5EF4-FFF2-40B4-BE49-F238E27FC236}">
                <a16:creationId xmlns:a16="http://schemas.microsoft.com/office/drawing/2014/main" id="{36FC1A37-0D4F-1E44-AB54-2A9C08D720D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995377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0CF2-4FE2-0C4E-AEC9-EB428EBA2E4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B1089262-86FD-7942-AE17-870A15962E49}"/>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4" name="Footer Placeholder 3">
            <a:extLst>
              <a:ext uri="{FF2B5EF4-FFF2-40B4-BE49-F238E27FC236}">
                <a16:creationId xmlns:a16="http://schemas.microsoft.com/office/drawing/2014/main" id="{698D7CE8-E9C6-394E-9DAE-F509FDB9EE02}"/>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5" name="Slide Number Placeholder 4">
            <a:extLst>
              <a:ext uri="{FF2B5EF4-FFF2-40B4-BE49-F238E27FC236}">
                <a16:creationId xmlns:a16="http://schemas.microsoft.com/office/drawing/2014/main" id="{0AEAA6A5-D0FA-D541-A385-0FA4D8DE43C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512004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B41372-4AA9-3441-B767-BA047677001D}"/>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3" name="Footer Placeholder 2">
            <a:extLst>
              <a:ext uri="{FF2B5EF4-FFF2-40B4-BE49-F238E27FC236}">
                <a16:creationId xmlns:a16="http://schemas.microsoft.com/office/drawing/2014/main" id="{BEC336D2-6CA7-5E40-BEA6-53E1620E2268}"/>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4" name="Slide Number Placeholder 3">
            <a:extLst>
              <a:ext uri="{FF2B5EF4-FFF2-40B4-BE49-F238E27FC236}">
                <a16:creationId xmlns:a16="http://schemas.microsoft.com/office/drawing/2014/main" id="{C09F1234-6AFD-AA4B-B051-5E11EF96297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27861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361E-BD52-844C-8A6A-E222CA60094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74FF224-5B8F-DB4D-81C2-5F1D81FE3E0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D93F5B4C-BF1F-734B-BC03-36188B6CAE5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1B5693-0A12-1148-B9BA-7B0E67A43B28}"/>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6" name="Footer Placeholder 5">
            <a:extLst>
              <a:ext uri="{FF2B5EF4-FFF2-40B4-BE49-F238E27FC236}">
                <a16:creationId xmlns:a16="http://schemas.microsoft.com/office/drawing/2014/main" id="{0BA2E3EC-0501-DA47-9535-DE116BB8157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D50B25EA-A6C9-354B-8B1D-1EEAC246EE98}"/>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689182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0641-E214-4E42-B539-42FF88BF057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50E43784-F0EF-6F42-B7A0-9379BC2273F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E01D639B-E1B6-AD43-9162-E3F15504603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16F307-58F8-994F-98FB-536A4E056F21}"/>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6" name="Footer Placeholder 5">
            <a:extLst>
              <a:ext uri="{FF2B5EF4-FFF2-40B4-BE49-F238E27FC236}">
                <a16:creationId xmlns:a16="http://schemas.microsoft.com/office/drawing/2014/main" id="{37E646F2-FC06-4C49-B044-3A96AD8851C1}"/>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33C1C94D-A47C-FE48-BD38-11973AF91D94}"/>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6345684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7E0F-1F1B-A847-8BEA-0716D072CB9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4A535DE-2758-BE47-87AA-DA04AB40BFE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B130FD5-1ECF-064E-B6B3-F6EC46746EBA}"/>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5" name="Footer Placeholder 4">
            <a:extLst>
              <a:ext uri="{FF2B5EF4-FFF2-40B4-BE49-F238E27FC236}">
                <a16:creationId xmlns:a16="http://schemas.microsoft.com/office/drawing/2014/main" id="{80E3543A-6C83-194B-8589-B5C624CECD36}"/>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988BD9C0-70AE-A44A-8305-6C32BDB15C27}"/>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899811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C077D-2EDB-BC42-B959-CEA813812D7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40515B0-AD48-6E41-AC9E-DEC15DB568AD}"/>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26F8E1C-5EA0-3D4A-B64B-FD9A0F2E5DF3}"/>
              </a:ext>
            </a:extLst>
          </p:cNvPr>
          <p:cNvSpPr>
            <a:spLocks noGrp="1"/>
          </p:cNvSpPr>
          <p:nvPr>
            <p:ph type="dt" sz="half" idx="10"/>
          </p:nvPr>
        </p:nvSpPr>
        <p:spPr/>
        <p:txBody>
          <a:bodyPr/>
          <a:lstStyle/>
          <a:p>
            <a:fld id="{A68CD59B-C6C2-C84A-A9B5-AB286FEC8FEA}" type="datetimeFigureOut">
              <a:rPr lang="x-none" smtClean="0"/>
              <a:t>8/2/2024</a:t>
            </a:fld>
            <a:endParaRPr lang="x-none"/>
          </a:p>
        </p:txBody>
      </p:sp>
      <p:sp>
        <p:nvSpPr>
          <p:cNvPr id="5" name="Footer Placeholder 4">
            <a:extLst>
              <a:ext uri="{FF2B5EF4-FFF2-40B4-BE49-F238E27FC236}">
                <a16:creationId xmlns:a16="http://schemas.microsoft.com/office/drawing/2014/main" id="{90AC8324-3C92-E941-B869-105EBE245BEC}"/>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FC4F6284-20B3-0840-8AEA-87581B17CEAC}"/>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29073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9662070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descr="A close up of a sign&#10;&#10;Description automatically generated">
            <a:extLst>
              <a:ext uri="{FF2B5EF4-FFF2-40B4-BE49-F238E27FC236}">
                <a16:creationId xmlns:a16="http://schemas.microsoft.com/office/drawing/2014/main" id="{36E61CA8-E35C-2448-901A-D4F36D201251}"/>
              </a:ext>
            </a:extLst>
          </p:cNvPr>
          <p:cNvPicPr>
            <a:picLocks noChangeAspect="1"/>
          </p:cNvPicPr>
          <p:nvPr userDrawn="1"/>
        </p:nvPicPr>
        <p:blipFill>
          <a:blip r:embed="rId2"/>
          <a:stretch>
            <a:fillRect/>
          </a:stretch>
        </p:blipFill>
        <p:spPr>
          <a:xfrm>
            <a:off x="246773" y="303388"/>
            <a:ext cx="3406344" cy="1135448"/>
          </a:xfrm>
          <a:prstGeom prst="rect">
            <a:avLst/>
          </a:prstGeom>
        </p:spPr>
      </p:pic>
      <p:sp>
        <p:nvSpPr>
          <p:cNvPr id="13" name="Text Placeholder 6">
            <a:extLst>
              <a:ext uri="{FF2B5EF4-FFF2-40B4-BE49-F238E27FC236}">
                <a16:creationId xmlns:a16="http://schemas.microsoft.com/office/drawing/2014/main" id="{2F6304E1-D957-4548-8D94-C8F685FDBEAD}"/>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2949BD21-1F58-F74D-9D98-21A3ADDDC79B}"/>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4880260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5DFE-D4AA-884A-B0AF-909119139979}"/>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573A78A9-BE45-8147-A585-E8BF901F42B9}"/>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dirty="0"/>
          </a:p>
        </p:txBody>
      </p:sp>
      <p:sp>
        <p:nvSpPr>
          <p:cNvPr id="4" name="Date Placeholder 3">
            <a:extLst>
              <a:ext uri="{FF2B5EF4-FFF2-40B4-BE49-F238E27FC236}">
                <a16:creationId xmlns:a16="http://schemas.microsoft.com/office/drawing/2014/main" id="{1D0ED910-A7F2-3C4F-942D-96EC31BD6A48}"/>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5" name="Footer Placeholder 4">
            <a:extLst>
              <a:ext uri="{FF2B5EF4-FFF2-40B4-BE49-F238E27FC236}">
                <a16:creationId xmlns:a16="http://schemas.microsoft.com/office/drawing/2014/main" id="{2E1B81F6-89F5-094B-B16A-B100DF462CD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9107FA00-28C6-BA47-9BCA-7602B6A468B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063714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8632-3FF1-114F-89D8-26506CF7FE6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50DDBC5B-0688-4245-914D-57EEBBBCA10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0DCD3-0138-984B-9BCF-6A74A20B5B62}"/>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5" name="Footer Placeholder 4">
            <a:extLst>
              <a:ext uri="{FF2B5EF4-FFF2-40B4-BE49-F238E27FC236}">
                <a16:creationId xmlns:a16="http://schemas.microsoft.com/office/drawing/2014/main" id="{3E5E250C-F25C-8346-9557-E4D2F5B179B5}"/>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F5E146A-B9E0-2445-8288-0E18F947DFCB}"/>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6677965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2DBE-F99A-AC47-AC4D-FD4FF28535A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1EF8C7D9-6025-3D48-B9EF-8468F88C9B9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A47C8ECB-A5E1-6846-B4E5-6725A1E594B0}"/>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1C7030B0-F053-F540-A7D4-08C5A3FF4421}"/>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6" name="Footer Placeholder 5">
            <a:extLst>
              <a:ext uri="{FF2B5EF4-FFF2-40B4-BE49-F238E27FC236}">
                <a16:creationId xmlns:a16="http://schemas.microsoft.com/office/drawing/2014/main" id="{66C28EE3-05A7-C746-A06A-68E7C5993C6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2E2372DA-7F41-3B43-AAD3-06278222C0A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2488027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CCD59-2B2F-6342-84CC-CDBFBF009A2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8606C3F1-A786-B74F-87EE-CCD26105F1F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B797CC-B575-114C-AC86-C67B45A168C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622AE595-D8FB-8848-A7E1-4324FAE228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88016-0A86-5B47-B42F-A3FCBEAF9995}"/>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9D4D908D-C1E4-7D48-ABB0-FD884D88BBBE}"/>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8" name="Footer Placeholder 7">
            <a:extLst>
              <a:ext uri="{FF2B5EF4-FFF2-40B4-BE49-F238E27FC236}">
                <a16:creationId xmlns:a16="http://schemas.microsoft.com/office/drawing/2014/main" id="{A51DCA8C-250C-4E4C-BB6E-24A1E1072B2E}"/>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06A10730-617D-044F-9490-2AD97541D30C}"/>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7331572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FC8B4-28B8-7041-BEB1-52BD3610C5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ABCB3380-E09E-3C43-9A92-E6EB0B3D3F44}"/>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4" name="Footer Placeholder 3">
            <a:extLst>
              <a:ext uri="{FF2B5EF4-FFF2-40B4-BE49-F238E27FC236}">
                <a16:creationId xmlns:a16="http://schemas.microsoft.com/office/drawing/2014/main" id="{1794D097-9D59-9C4B-BD9A-0A0E9785B945}"/>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239D3078-4BD3-854C-BA6D-351397A8285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485138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3292B-95FC-A54C-9E21-7CA64D61B241}"/>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3" name="Footer Placeholder 2">
            <a:extLst>
              <a:ext uri="{FF2B5EF4-FFF2-40B4-BE49-F238E27FC236}">
                <a16:creationId xmlns:a16="http://schemas.microsoft.com/office/drawing/2014/main" id="{32F27E7C-3225-5F43-948B-76F37A8FA29A}"/>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3876F8A8-3F94-954F-BD63-8F423C03E87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912814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1035-7105-3F46-B23E-61880CF37DC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F928537-2308-084C-85CA-D1F5990BFB6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E63C8F6B-0EB7-EF42-B6FC-DED9B2D7D7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235400-3E45-6E4C-ACDA-7B27CF3EA822}"/>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6" name="Footer Placeholder 5">
            <a:extLst>
              <a:ext uri="{FF2B5EF4-FFF2-40B4-BE49-F238E27FC236}">
                <a16:creationId xmlns:a16="http://schemas.microsoft.com/office/drawing/2014/main" id="{D3763210-D575-3D45-AF1D-8B81BF9727A5}"/>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F8D18E9-72B9-5447-BBC9-A7B58B6B4275}"/>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42089825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AE6D-A7C6-864C-A0E6-98D870462E3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E23753E8-2A7F-BA43-B4B3-415AB2E9C40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90DEA259-B848-884C-9F89-9D13CB3523E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63B9E-0D38-434D-A026-41C9B601C93B}"/>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6" name="Footer Placeholder 5">
            <a:extLst>
              <a:ext uri="{FF2B5EF4-FFF2-40B4-BE49-F238E27FC236}">
                <a16:creationId xmlns:a16="http://schemas.microsoft.com/office/drawing/2014/main" id="{50D3B9E2-8D80-7742-9888-1EC7509D96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12FB6CA9-994F-1245-9771-E23FDCA94C41}"/>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9333554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9689-1C00-884F-82C8-067B59B40A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F9029053-FF3C-FF48-AEE9-7FA009A38ED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BA20541-2512-D84F-AD2C-DA512A9E7F99}"/>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5" name="Footer Placeholder 4">
            <a:extLst>
              <a:ext uri="{FF2B5EF4-FFF2-40B4-BE49-F238E27FC236}">
                <a16:creationId xmlns:a16="http://schemas.microsoft.com/office/drawing/2014/main" id="{ED2571CD-CC46-FA4F-897E-4535749F7E5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1C40A0A-EA86-7442-BE2F-385D1E22D6AF}"/>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546368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55A014-6951-BE44-8A86-DAA0F07B74B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FFEBB579-260D-AB49-9B80-1A21613D324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26DDAA9-5C47-284E-9934-5E8E122B0A63}"/>
              </a:ext>
            </a:extLst>
          </p:cNvPr>
          <p:cNvSpPr>
            <a:spLocks noGrp="1"/>
          </p:cNvSpPr>
          <p:nvPr>
            <p:ph type="dt" sz="half" idx="10"/>
          </p:nvPr>
        </p:nvSpPr>
        <p:spPr/>
        <p:txBody>
          <a:bodyPr/>
          <a:lstStyle/>
          <a:p>
            <a:fld id="{F4F5BACE-BCC1-184F-A700-DFA15150D1CF}" type="datetimeFigureOut">
              <a:rPr lang="x-none" smtClean="0"/>
              <a:t>8/2/2024</a:t>
            </a:fld>
            <a:endParaRPr lang="x-none"/>
          </a:p>
        </p:txBody>
      </p:sp>
      <p:sp>
        <p:nvSpPr>
          <p:cNvPr id="5" name="Footer Placeholder 4">
            <a:extLst>
              <a:ext uri="{FF2B5EF4-FFF2-40B4-BE49-F238E27FC236}">
                <a16:creationId xmlns:a16="http://schemas.microsoft.com/office/drawing/2014/main" id="{6C907007-A1FA-1D4F-8D2E-DC92C17B324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B864ABA-6D4C-764D-8FDA-62C57A76DDFA}"/>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3282292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id="{A129F7F3-9F03-6745-82D9-1C58E2ED724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close up of a sign&#10;&#10;Description automatically generated">
            <a:extLst>
              <a:ext uri="{FF2B5EF4-FFF2-40B4-BE49-F238E27FC236}">
                <a16:creationId xmlns:a16="http://schemas.microsoft.com/office/drawing/2014/main" id="{6EB73741-F5ED-864D-931A-858A844D7359}"/>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51CA3039-84A1-C946-A5F7-5CBD9EE42433}"/>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24264AD4-A097-5B4B-98C9-A1C1BF02FC99}"/>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18391041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8BA11-1A32-C54B-9309-C6FC3DF54538}"/>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4BDBCA5A-D390-484A-A55D-EBAE9C167A07}"/>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830A0CE0-255B-9D48-9895-1DBBF8FB3CBB}"/>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5" name="Footer Placeholder 4">
            <a:extLst>
              <a:ext uri="{FF2B5EF4-FFF2-40B4-BE49-F238E27FC236}">
                <a16:creationId xmlns:a16="http://schemas.microsoft.com/office/drawing/2014/main" id="{95200B41-8B4D-3641-A6E2-4EAEEDAC370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8E60300A-5925-B849-9D04-6ACF51730C04}"/>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2659065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10CD-5FF6-D644-8F75-3C6E0F56D82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9FBA6A57-A120-F94D-8EA3-EA3D86415DB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221499-307A-7643-ADE6-D298E00C8F61}"/>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5" name="Footer Placeholder 4">
            <a:extLst>
              <a:ext uri="{FF2B5EF4-FFF2-40B4-BE49-F238E27FC236}">
                <a16:creationId xmlns:a16="http://schemas.microsoft.com/office/drawing/2014/main" id="{DA4F30D1-7714-374F-BC33-73B2A62006C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E70E1605-2E39-8141-97F7-8C650BA2351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6224658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D3FCB-D002-214D-B46A-827BC002DC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7EE28CA7-1D76-6E4F-87EA-6BDB547CC00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FE48C7E8-E7DE-D34B-BA57-8BD8A6E945D8}"/>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E5526544-4FE6-B44F-A69D-7A923256031D}"/>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6" name="Footer Placeholder 5">
            <a:extLst>
              <a:ext uri="{FF2B5EF4-FFF2-40B4-BE49-F238E27FC236}">
                <a16:creationId xmlns:a16="http://schemas.microsoft.com/office/drawing/2014/main" id="{A759E1D6-3EEE-B84B-8130-05675423593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6E8D2B60-A597-0942-BB72-AC0130F4353F}"/>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6246226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D9156-7ED5-6F41-97D9-1B4750005CA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39787EFE-7F1F-5041-AE5E-693F96ABB2D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D5EA84-F4FA-4E4D-852B-D0A78283B1F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A6763292-D36A-5A45-B6AF-B1ACAFB2411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3B6209-A769-6240-9DC9-34223F0438E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3E30CFE5-EF40-C04C-A4DD-83D3392085BC}"/>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8" name="Footer Placeholder 7">
            <a:extLst>
              <a:ext uri="{FF2B5EF4-FFF2-40B4-BE49-F238E27FC236}">
                <a16:creationId xmlns:a16="http://schemas.microsoft.com/office/drawing/2014/main" id="{5FADC4E6-AD1E-4F43-BC6C-2FF050C6B418}"/>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35D8BF98-4A8B-9D45-BC3D-148F8219708A}"/>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0214891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01A1-9589-2B40-9187-92DC3853628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ADAB0B05-C27C-7640-8ABE-679BF30C1886}"/>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4" name="Footer Placeholder 3">
            <a:extLst>
              <a:ext uri="{FF2B5EF4-FFF2-40B4-BE49-F238E27FC236}">
                <a16:creationId xmlns:a16="http://schemas.microsoft.com/office/drawing/2014/main" id="{9D38BC55-A0B6-9049-AF6D-5C21E1940D34}"/>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F27D89E6-B899-8A41-99BC-FE0CBF252403}"/>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1978176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1877D-7DAA-A24D-9830-DA354FB5E0C0}"/>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3" name="Footer Placeholder 2">
            <a:extLst>
              <a:ext uri="{FF2B5EF4-FFF2-40B4-BE49-F238E27FC236}">
                <a16:creationId xmlns:a16="http://schemas.microsoft.com/office/drawing/2014/main" id="{2EAF4227-3C44-644C-98C2-6091B0D94E28}"/>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E4BBBC5F-BACA-B445-ADDB-B88691DE6E6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2513497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82E9-373E-1B42-B3E5-DED5A09BEA1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1DD3C892-7991-DB4A-9FCB-6BEC76DF3ED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4A5D14E8-9C9F-3C45-8ED5-01DA001F09E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90D87D-73D0-E24D-B666-C32B866F4A25}"/>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6" name="Footer Placeholder 5">
            <a:extLst>
              <a:ext uri="{FF2B5EF4-FFF2-40B4-BE49-F238E27FC236}">
                <a16:creationId xmlns:a16="http://schemas.microsoft.com/office/drawing/2014/main" id="{EA8C982A-56C6-6C4B-9164-375366226C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1055C7F-5748-A947-9451-D18E491C095B}"/>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3914214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E9F9-3F5C-5F4A-AB69-E3FDCC703EA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F9A7E557-0685-DE49-A6F7-FAF3135D1E7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E0058FE6-9CAD-854A-B539-D16466D05F6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5E515-7DAA-E648-BD3E-E4FEE608EAEF}"/>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6" name="Footer Placeholder 5">
            <a:extLst>
              <a:ext uri="{FF2B5EF4-FFF2-40B4-BE49-F238E27FC236}">
                <a16:creationId xmlns:a16="http://schemas.microsoft.com/office/drawing/2014/main" id="{AD80FF43-7001-1845-ABEA-41845D262EA3}"/>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08757134-E5FE-A54C-9B90-EA4CBFA2BE1D}"/>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017632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B99E8-36B5-0949-8513-689C34F556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68ABE95-8117-C043-8DB8-E267B453A9C6}"/>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EF5E56E-ECDE-A644-96DE-56082F595438}"/>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5" name="Footer Placeholder 4">
            <a:extLst>
              <a:ext uri="{FF2B5EF4-FFF2-40B4-BE49-F238E27FC236}">
                <a16:creationId xmlns:a16="http://schemas.microsoft.com/office/drawing/2014/main" id="{13C3A234-4F81-A841-B3AF-33C41FFF546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F8A6CA2-D71B-C04F-8425-17588281E5C9}"/>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0355910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FB5A0C-AF3E-DD4A-9869-9D0CB4AA8F2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4E54FB47-CB7D-D541-AADE-0A562EAABE6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F6217B44-9C32-5040-9951-6284080FB3F8}"/>
              </a:ext>
            </a:extLst>
          </p:cNvPr>
          <p:cNvSpPr>
            <a:spLocks noGrp="1"/>
          </p:cNvSpPr>
          <p:nvPr>
            <p:ph type="dt" sz="half" idx="10"/>
          </p:nvPr>
        </p:nvSpPr>
        <p:spPr/>
        <p:txBody>
          <a:bodyPr/>
          <a:lstStyle/>
          <a:p>
            <a:fld id="{2420E6BC-1CF3-D548-872D-25FC8E072151}" type="datetimeFigureOut">
              <a:rPr lang="x-none" smtClean="0"/>
              <a:t>8/2/2024</a:t>
            </a:fld>
            <a:endParaRPr lang="x-none"/>
          </a:p>
        </p:txBody>
      </p:sp>
      <p:sp>
        <p:nvSpPr>
          <p:cNvPr id="5" name="Footer Placeholder 4">
            <a:extLst>
              <a:ext uri="{FF2B5EF4-FFF2-40B4-BE49-F238E27FC236}">
                <a16:creationId xmlns:a16="http://schemas.microsoft.com/office/drawing/2014/main" id="{3CD8170D-7439-1C4C-B41A-F911F36F622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5B49A723-3CA4-C843-9091-FB60545BB6BC}"/>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4136557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AF2137A8-B7A9-2A46-AC45-4250534E9195}"/>
              </a:ext>
            </a:extLst>
          </p:cNvPr>
          <p:cNvPicPr>
            <a:picLocks noChangeAspect="1"/>
          </p:cNvPicPr>
          <p:nvPr userDrawn="1"/>
        </p:nvPicPr>
        <p:blipFill>
          <a:blip r:embed="rId2"/>
          <a:stretch>
            <a:fillRect/>
          </a:stretch>
        </p:blipFill>
        <p:spPr>
          <a:xfrm>
            <a:off x="246773" y="303388"/>
            <a:ext cx="3406344" cy="1135448"/>
          </a:xfrm>
          <a:prstGeom prst="rect">
            <a:avLst/>
          </a:prstGeom>
        </p:spPr>
      </p:pic>
      <p:sp>
        <p:nvSpPr>
          <p:cNvPr id="9" name="Text Placeholder 6">
            <a:extLst>
              <a:ext uri="{FF2B5EF4-FFF2-40B4-BE49-F238E27FC236}">
                <a16:creationId xmlns:a16="http://schemas.microsoft.com/office/drawing/2014/main" id="{AC908751-67EF-B24F-9891-A9E6E4047715}"/>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B8097590-88B5-144D-AFF3-0A7EEBB73187}"/>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5620340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D2487-9088-DE47-98DB-6EAF683015CE}"/>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D174E3A-DC25-E64A-888C-94941F13A332}"/>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CA14187-3913-374E-AEAF-80AA66EC093A}"/>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5" name="Footer Placeholder 4">
            <a:extLst>
              <a:ext uri="{FF2B5EF4-FFF2-40B4-BE49-F238E27FC236}">
                <a16:creationId xmlns:a16="http://schemas.microsoft.com/office/drawing/2014/main" id="{AA24E1D9-21DE-9141-9208-3C74FF80822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2F7364CB-CA1E-5244-A1D2-083E4C3E48C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176514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F076-D2AB-2943-AF9A-72D3F8071DB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853F7BF9-0A61-FF4F-8395-027DE0E1818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6C7C4D-D285-9A4B-8BB5-373860950CBB}"/>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5" name="Footer Placeholder 4">
            <a:extLst>
              <a:ext uri="{FF2B5EF4-FFF2-40B4-BE49-F238E27FC236}">
                <a16:creationId xmlns:a16="http://schemas.microsoft.com/office/drawing/2014/main" id="{28D86127-0EA6-214A-B083-D35F0E932E7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0EE0EDF-60E5-5D4D-9636-8177179025D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65486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F3584-DBD9-744B-8E72-102A4829C97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E902AA3D-4A15-E34C-8AF7-1009883ABF26}"/>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8D136B84-F8B1-F84F-BF1F-6272CA3292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8DC513C1-A08B-2F44-8DA7-121F90D4F188}"/>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6" name="Footer Placeholder 5">
            <a:extLst>
              <a:ext uri="{FF2B5EF4-FFF2-40B4-BE49-F238E27FC236}">
                <a16:creationId xmlns:a16="http://schemas.microsoft.com/office/drawing/2014/main" id="{14144FEE-4967-624A-9F10-4D7B7D288E6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05C9A911-0630-4544-BC4F-184673FFF6B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5071530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0E63-D2DB-5D47-878D-DDAFFC9B0C2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D3CFEB6B-B92B-CC49-8718-2EE2EEC1FCE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75D6C4-21DD-DD4F-B969-021619D97D5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BCC4CCE0-F6C0-C14E-942C-C53C6113FB6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CEE15A-649F-F841-861A-E96BFED1A238}"/>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30E5F3CB-0847-A149-B2D3-F83591B34359}"/>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8" name="Footer Placeholder 7">
            <a:extLst>
              <a:ext uri="{FF2B5EF4-FFF2-40B4-BE49-F238E27FC236}">
                <a16:creationId xmlns:a16="http://schemas.microsoft.com/office/drawing/2014/main" id="{D48C7ECC-B6CB-2E4D-A93D-44C1F6F4DE72}"/>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325921A9-D953-1441-89E0-852D67E235F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5030919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55A48-96BB-C249-92DA-6D671E6A111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D8E95BC2-7F4F-A74F-8B65-D090BFF71206}"/>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4" name="Footer Placeholder 3">
            <a:extLst>
              <a:ext uri="{FF2B5EF4-FFF2-40B4-BE49-F238E27FC236}">
                <a16:creationId xmlns:a16="http://schemas.microsoft.com/office/drawing/2014/main" id="{20B41E8C-783A-3842-BA95-91CFE50A5439}"/>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30657E49-737A-774F-BEED-4D74F35079B8}"/>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2255996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1E19AB-93A9-CB4F-A97D-C6D0E4C5B500}"/>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3" name="Footer Placeholder 2">
            <a:extLst>
              <a:ext uri="{FF2B5EF4-FFF2-40B4-BE49-F238E27FC236}">
                <a16:creationId xmlns:a16="http://schemas.microsoft.com/office/drawing/2014/main" id="{49093FA0-71C8-3749-A2F2-ECC7B4B2CB61}"/>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4AFEE156-6187-6141-BD3E-DA6E1C3A1429}"/>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16631480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1BC4-F8C9-5947-940B-1390E37FB8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A9B7F54-094F-B143-83C5-95C52D9AC41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AA1066C6-C25C-984E-A0DD-D5415E5145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0D5CD-069C-1948-8349-806190536AEF}"/>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6" name="Footer Placeholder 5">
            <a:extLst>
              <a:ext uri="{FF2B5EF4-FFF2-40B4-BE49-F238E27FC236}">
                <a16:creationId xmlns:a16="http://schemas.microsoft.com/office/drawing/2014/main" id="{3E5A0036-3325-A94F-85AA-183519D77CE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432C2FD6-A57A-A249-8976-340497AEC66E}"/>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6686688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E09B5-A5B5-A14A-9542-024E78DDA27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07006178-F035-6845-97F1-5BE5570EB99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1249A715-7EC3-FB42-9E17-B990CE9D9C3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79DB0-B002-9645-AC57-C3D147390A4B}"/>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6" name="Footer Placeholder 5">
            <a:extLst>
              <a:ext uri="{FF2B5EF4-FFF2-40B4-BE49-F238E27FC236}">
                <a16:creationId xmlns:a16="http://schemas.microsoft.com/office/drawing/2014/main" id="{06D3AAF8-51B9-5C45-B2CD-732A4D78152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B7662CF3-0416-BF4C-AA63-4B8A7263C003}"/>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459966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ADB3-2C61-564D-997C-1DA70B29EAF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6FF8161-6881-D741-89D9-C165F33EE90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EDAD1751-1B65-1F49-A8C2-325477A841ED}"/>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5" name="Footer Placeholder 4">
            <a:extLst>
              <a:ext uri="{FF2B5EF4-FFF2-40B4-BE49-F238E27FC236}">
                <a16:creationId xmlns:a16="http://schemas.microsoft.com/office/drawing/2014/main" id="{F4DFCD24-4D35-674F-8BF1-400416E768A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827FF32-CD5B-FF41-9C75-89644CC9276B}"/>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5949326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3B775-5606-8445-B5C6-D71237AC3143}"/>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E9F18FC-BDED-8C40-9D95-42AC248059B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58FA7EB-3179-0548-99F6-45FFD5239B2A}"/>
              </a:ext>
            </a:extLst>
          </p:cNvPr>
          <p:cNvSpPr>
            <a:spLocks noGrp="1"/>
          </p:cNvSpPr>
          <p:nvPr>
            <p:ph type="dt" sz="half" idx="10"/>
          </p:nvPr>
        </p:nvSpPr>
        <p:spPr/>
        <p:txBody>
          <a:bodyPr/>
          <a:lstStyle/>
          <a:p>
            <a:fld id="{B40F6062-965F-0D4F-9928-5BD13379ABC1}" type="datetimeFigureOut">
              <a:rPr lang="x-none" smtClean="0"/>
              <a:t>8/2/2024</a:t>
            </a:fld>
            <a:endParaRPr lang="x-none"/>
          </a:p>
        </p:txBody>
      </p:sp>
      <p:sp>
        <p:nvSpPr>
          <p:cNvPr id="5" name="Footer Placeholder 4">
            <a:extLst>
              <a:ext uri="{FF2B5EF4-FFF2-40B4-BE49-F238E27FC236}">
                <a16:creationId xmlns:a16="http://schemas.microsoft.com/office/drawing/2014/main" id="{8881DB21-8761-1A49-86D0-64300BFB6DF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4A24DBE-D2F1-5E4D-A1D3-D403F04B2E0C}"/>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494449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0170920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0F6062-965F-0D4F-9928-5BD13379ABC1}" type="datetimeFigureOut">
              <a:rPr lang="x-none" smtClean="0"/>
              <a:t>8/2/2024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a:xfrm>
            <a:off x="9255346" y="2750337"/>
            <a:ext cx="1171888" cy="1356442"/>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18479469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696358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0F6062-965F-0D4F-9928-5BD13379ABC1}" type="datetimeFigureOut">
              <a:rPr lang="x-none" smtClean="0"/>
              <a:t>8/2/2024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a:xfrm>
            <a:off x="10729455" y="2869895"/>
            <a:ext cx="1154151" cy="1090789"/>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3293247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930D9-F92B-4783-BA8B-0186970236E5}" type="datetimeFigureOut">
              <a:rPr lang="en-US" smtClean="0"/>
              <a:pPr/>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4490781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930D9-F92B-4783-BA8B-0186970236E5}" type="datetimeFigureOut">
              <a:rPr lang="en-US" smtClean="0"/>
              <a:pPr/>
              <a:t>8/2/2024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19174022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0F6062-965F-0D4F-9928-5BD13379ABC1}" type="datetimeFigureOut">
              <a:rPr lang="x-none" smtClean="0"/>
              <a:t>8/2/2024</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6151565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40F6062-965F-0D4F-9928-5BD13379ABC1}" type="datetimeFigureOut">
              <a:rPr lang="x-none" smtClean="0"/>
              <a:t>8/2/2024</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915918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4392136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F6062-965F-0D4F-9928-5BD13379ABC1}" type="datetimeFigureOut">
              <a:rPr lang="x-none" smtClean="0"/>
              <a:t>8/2/2024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3228121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F6062-965F-0D4F-9928-5BD13379ABC1}" type="datetimeFigureOut">
              <a:rPr lang="x-none" smtClean="0"/>
              <a:t>8/2/2024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a:xfrm>
            <a:off x="10729455" y="4711309"/>
            <a:ext cx="1154151" cy="1090789"/>
          </a:xfrm>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7358029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885013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C9406E4-0D4A-4BC0-8EB3-8966C3EF20AC}" type="slidenum">
              <a:rPr lang="en-US" smtClean="0"/>
              <a:pPr/>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52959879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3930D9-F92B-4783-BA8B-0186970236E5}" type="datetimeFigureOut">
              <a:rPr lang="en-US" smtClean="0"/>
              <a:pPr/>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5107037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B3930D9-F92B-4783-BA8B-0186970236E5}" type="datetimeFigureOut">
              <a:rPr lang="en-US" smtClean="0"/>
              <a:pPr/>
              <a:t>8/2/2024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170548621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B3930D9-F92B-4783-BA8B-0186970236E5}" type="datetimeFigureOut">
              <a:rPr lang="en-US" smtClean="0"/>
              <a:pPr/>
              <a:t>8/2/2024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39664589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9406E4-0D4A-4BC0-8EB3-8966C3EF20AC}" type="slidenum">
              <a:rPr lang="en-US" smtClean="0"/>
              <a:pPr/>
              <a:t>‹#›</a:t>
            </a:fld>
            <a:endParaRPr lang="en-US"/>
          </a:p>
        </p:txBody>
      </p:sp>
    </p:spTree>
    <p:extLst>
      <p:ext uri="{BB962C8B-B14F-4D97-AF65-F5344CB8AC3E}">
        <p14:creationId xmlns:p14="http://schemas.microsoft.com/office/powerpoint/2010/main" val="240538815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8B3930D9-F92B-4783-BA8B-0186970236E5}" type="datetimeFigureOut">
              <a:rPr lang="en-US" smtClean="0"/>
              <a:pPr/>
              <a:t>8/2/2024</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C9406E4-0D4A-4BC0-8EB3-8966C3EF20AC}" type="slidenum">
              <a:rPr lang="en-US" smtClean="0"/>
              <a:pPr/>
              <a:t>‹#›</a:t>
            </a:fld>
            <a:endParaRPr lang="en-US"/>
          </a:p>
        </p:txBody>
      </p:sp>
    </p:spTree>
    <p:extLst>
      <p:ext uri="{BB962C8B-B14F-4D97-AF65-F5344CB8AC3E}">
        <p14:creationId xmlns:p14="http://schemas.microsoft.com/office/powerpoint/2010/main" val="4119714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5.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image" Target="../media/image6.png"/><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icture containing photo, table, person, monitor&#10;&#10;Description automatically generated">
            <a:extLst>
              <a:ext uri="{FF2B5EF4-FFF2-40B4-BE49-F238E27FC236}">
                <a16:creationId xmlns:a16="http://schemas.microsoft.com/office/drawing/2014/main" id="{B74E64AB-3617-6444-977E-451665F3AA02}"/>
              </a:ext>
            </a:extLst>
          </p:cNvPr>
          <p:cNvPicPr>
            <a:picLocks noChangeAspect="1"/>
          </p:cNvPicPr>
          <p:nvPr/>
        </p:nvPicPr>
        <p:blipFill>
          <a:blip r:embed="rId14"/>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930D9-F92B-4783-BA8B-0186970236E5}" type="datetimeFigureOut">
              <a:rPr lang="en-US" smtClean="0"/>
              <a:pPr/>
              <a:t>8/2/2024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406E4-0D4A-4BC0-8EB3-8966C3EF20AC}" type="slidenum">
              <a:rPr lang="en-US" smtClean="0"/>
              <a:pPr/>
              <a:t>‹#›</a:t>
            </a:fld>
            <a:endParaRPr lang="en-US"/>
          </a:p>
        </p:txBody>
      </p:sp>
      <p:sp>
        <p:nvSpPr>
          <p:cNvPr id="11" name="Rectangle 10">
            <a:extLst>
              <a:ext uri="{FF2B5EF4-FFF2-40B4-BE49-F238E27FC236}">
                <a16:creationId xmlns:a16="http://schemas.microsoft.com/office/drawing/2014/main" id="{519207C1-EF3A-474B-9260-57BDCDAABA5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IT2060 |OSSA | Lecture 01 | Samantha Rajapaksha</a:t>
            </a:r>
          </a:p>
        </p:txBody>
      </p:sp>
      <p:sp>
        <p:nvSpPr>
          <p:cNvPr id="7" name="Rectangle 6">
            <a:extLst>
              <a:ext uri="{FF2B5EF4-FFF2-40B4-BE49-F238E27FC236}">
                <a16:creationId xmlns:a16="http://schemas.microsoft.com/office/drawing/2014/main" id="{4F628D7F-B4AB-A1F9-6C7F-43D14B5A1652}"/>
              </a:ext>
            </a:extLst>
          </p:cNvPr>
          <p:cNvSpPr/>
          <p:nvPr userDrawn="1"/>
        </p:nvSpPr>
        <p:spPr>
          <a:xfrm>
            <a:off x="9183189" y="156573"/>
            <a:ext cx="3008811" cy="1698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3C17013-5EF9-B9D7-F7AC-63F62A026374}"/>
              </a:ext>
            </a:extLst>
          </p:cNvPr>
          <p:cNvSpPr/>
          <p:nvPr userDrawn="1"/>
        </p:nvSpPr>
        <p:spPr>
          <a:xfrm>
            <a:off x="9030789" y="455"/>
            <a:ext cx="3161211" cy="1491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77213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6E16D633-DACB-C846-BDA7-A364E505FA47}"/>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56595381-8FBB-074E-85C0-EC0EE065C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8/2/2024</a:t>
            </a:fld>
            <a:endParaRPr lang="x-none"/>
          </a:p>
        </p:txBody>
      </p:sp>
      <p:sp>
        <p:nvSpPr>
          <p:cNvPr id="11" name="Rectangle 10">
            <a:extLst>
              <a:ext uri="{FF2B5EF4-FFF2-40B4-BE49-F238E27FC236}">
                <a16:creationId xmlns:a16="http://schemas.microsoft.com/office/drawing/2014/main" id="{AD468D55-7135-BC4F-B4E1-521E101CC930}"/>
              </a:ext>
            </a:extLst>
          </p:cNvPr>
          <p:cNvSpPr/>
          <p:nvPr/>
        </p:nvSpPr>
        <p:spPr>
          <a:xfrm>
            <a:off x="3473405" y="6400006"/>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7" name="Title Placeholder 1">
            <a:extLst>
              <a:ext uri="{FF2B5EF4-FFF2-40B4-BE49-F238E27FC236}">
                <a16:creationId xmlns:a16="http://schemas.microsoft.com/office/drawing/2014/main" id="{EEDC7D24-32C7-4B48-9F10-434887CD4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8" name="Text Placeholder 2">
            <a:extLst>
              <a:ext uri="{FF2B5EF4-FFF2-40B4-BE49-F238E27FC236}">
                <a16:creationId xmlns:a16="http://schemas.microsoft.com/office/drawing/2014/main" id="{A26083DB-7BD6-3E47-B765-25CEE4F6A7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BAF712AF-F653-41D5-D19C-CB8A9A2B63E6}"/>
              </a:ext>
            </a:extLst>
          </p:cNvPr>
          <p:cNvSpPr/>
          <p:nvPr userDrawn="1"/>
        </p:nvSpPr>
        <p:spPr>
          <a:xfrm>
            <a:off x="9059333" y="0"/>
            <a:ext cx="3132667" cy="1825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7D626AF-2A07-DAC4-87BF-5BD3755EF749}"/>
              </a:ext>
            </a:extLst>
          </p:cNvPr>
          <p:cNvSpPr txBox="1"/>
          <p:nvPr userDrawn="1"/>
        </p:nvSpPr>
        <p:spPr>
          <a:xfrm>
            <a:off x="3473405" y="6397625"/>
            <a:ext cx="7967134" cy="400110"/>
          </a:xfrm>
          <a:prstGeom prst="rect">
            <a:avLst/>
          </a:prstGeom>
          <a:solidFill>
            <a:schemeClr val="accent1">
              <a:lumMod val="50000"/>
            </a:schemeClr>
          </a:solidFill>
          <a:ln>
            <a:noFill/>
          </a:ln>
        </p:spPr>
        <p:txBody>
          <a:bodyPr wrap="square" rtlCol="0">
            <a:spAutoFit/>
          </a:bodyPr>
          <a:lstStyle/>
          <a:p>
            <a:r>
              <a:rPr lang="en-US" sz="2000" dirty="0">
                <a:solidFill>
                  <a:schemeClr val="bg1"/>
                </a:solidFill>
              </a:rPr>
              <a:t>IT2060 | OSSA </a:t>
            </a:r>
          </a:p>
        </p:txBody>
      </p:sp>
    </p:spTree>
    <p:extLst>
      <p:ext uri="{BB962C8B-B14F-4D97-AF65-F5344CB8AC3E}">
        <p14:creationId xmlns:p14="http://schemas.microsoft.com/office/powerpoint/2010/main" val="36623283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6AAD40-79E3-9A4C-A0B7-F3988464D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F5BACE-BCC1-184F-A700-DFA15150D1CF}" type="datetimeFigureOut">
              <a:rPr lang="x-none" smtClean="0"/>
              <a:t>8/2/2024</a:t>
            </a:fld>
            <a:endParaRPr lang="x-none"/>
          </a:p>
        </p:txBody>
      </p:sp>
      <p:sp>
        <p:nvSpPr>
          <p:cNvPr id="5" name="Footer Placeholder 4">
            <a:extLst>
              <a:ext uri="{FF2B5EF4-FFF2-40B4-BE49-F238E27FC236}">
                <a16:creationId xmlns:a16="http://schemas.microsoft.com/office/drawing/2014/main" id="{82E49F6B-E24B-774B-9985-5552F8469D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CD308542-B565-C84C-A36F-281CEF297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37ECD-691F-C34D-A1DE-BB16D10A8AA5}" type="slidenum">
              <a:rPr lang="x-none" smtClean="0"/>
              <a:t>‹#›</a:t>
            </a:fld>
            <a:endParaRPr lang="x-none"/>
          </a:p>
        </p:txBody>
      </p:sp>
      <p:sp>
        <p:nvSpPr>
          <p:cNvPr id="11" name="Rectangle 10">
            <a:extLst>
              <a:ext uri="{FF2B5EF4-FFF2-40B4-BE49-F238E27FC236}">
                <a16:creationId xmlns:a16="http://schemas.microsoft.com/office/drawing/2014/main" id="{E286BD2B-3DFA-E24B-97EC-B151268D4BE7}"/>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2" name="Title Placeholder 1">
            <a:extLst>
              <a:ext uri="{FF2B5EF4-FFF2-40B4-BE49-F238E27FC236}">
                <a16:creationId xmlns:a16="http://schemas.microsoft.com/office/drawing/2014/main" id="{1AFE1AAF-B956-2C44-8FEC-72B4E552A3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3" name="Text Placeholder 2">
            <a:extLst>
              <a:ext uri="{FF2B5EF4-FFF2-40B4-BE49-F238E27FC236}">
                <a16:creationId xmlns:a16="http://schemas.microsoft.com/office/drawing/2014/main" id="{2253E3D6-10BE-B648-833C-3BF1365C4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801396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086F86B0-CCE5-C247-8C3E-609758EDD34E}"/>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9F3B6E8-2F8C-BD44-8621-09962AFC7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0E6BC-1CF3-D548-872D-25FC8E072151}" type="datetimeFigureOut">
              <a:rPr lang="x-none" smtClean="0"/>
              <a:t>8/2/2024</a:t>
            </a:fld>
            <a:endParaRPr lang="x-none"/>
          </a:p>
        </p:txBody>
      </p:sp>
      <p:sp>
        <p:nvSpPr>
          <p:cNvPr id="5" name="Footer Placeholder 4">
            <a:extLst>
              <a:ext uri="{FF2B5EF4-FFF2-40B4-BE49-F238E27FC236}">
                <a16:creationId xmlns:a16="http://schemas.microsoft.com/office/drawing/2014/main" id="{89BA8008-CB95-3B4A-A2A6-E3FFA62324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05499DA9-A326-0744-B496-956389595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0EFAC-9DE5-EE49-9E0C-0108BFBCFC7D}" type="slidenum">
              <a:rPr lang="x-none" smtClean="0"/>
              <a:t>‹#›</a:t>
            </a:fld>
            <a:endParaRPr lang="x-none"/>
          </a:p>
        </p:txBody>
      </p:sp>
      <p:sp>
        <p:nvSpPr>
          <p:cNvPr id="9" name="Rectangle 8">
            <a:extLst>
              <a:ext uri="{FF2B5EF4-FFF2-40B4-BE49-F238E27FC236}">
                <a16:creationId xmlns:a16="http://schemas.microsoft.com/office/drawing/2014/main" id="{B37D14D5-B266-324D-813B-7D2146A87BE8}"/>
              </a:ext>
            </a:extLst>
          </p:cNvPr>
          <p:cNvSpPr/>
          <p:nvPr/>
        </p:nvSpPr>
        <p:spPr>
          <a:xfrm>
            <a:off x="3438283" y="6489700"/>
            <a:ext cx="875371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id="{6BB38998-2073-AE42-9998-1D746B331A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7DE789EF-2F79-8949-A254-5D7CCF0BEB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758563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422662D-6CBD-3E40-8908-73A2E18005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F6062-965F-0D4F-9928-5BD13379ABC1}" type="datetimeFigureOut">
              <a:rPr lang="x-none" smtClean="0"/>
              <a:t>8/2/2024</a:t>
            </a:fld>
            <a:endParaRPr lang="x-none"/>
          </a:p>
        </p:txBody>
      </p:sp>
      <p:sp>
        <p:nvSpPr>
          <p:cNvPr id="5" name="Footer Placeholder 4">
            <a:extLst>
              <a:ext uri="{FF2B5EF4-FFF2-40B4-BE49-F238E27FC236}">
                <a16:creationId xmlns:a16="http://schemas.microsoft.com/office/drawing/2014/main" id="{C39A0E31-479D-AC42-8143-0F5CF079B6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900B0FD9-7401-9440-955C-2CC29D60A1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662C7-B6AF-AC44-9DED-1AD9FB7CAF7F}" type="slidenum">
              <a:rPr lang="x-none" smtClean="0"/>
              <a:t>‹#›</a:t>
            </a:fld>
            <a:endParaRPr lang="x-none"/>
          </a:p>
        </p:txBody>
      </p:sp>
      <p:sp>
        <p:nvSpPr>
          <p:cNvPr id="9" name="Rectangle 8">
            <a:extLst>
              <a:ext uri="{FF2B5EF4-FFF2-40B4-BE49-F238E27FC236}">
                <a16:creationId xmlns:a16="http://schemas.microsoft.com/office/drawing/2014/main" id="{63CBA682-B826-3E41-9370-D9CBAB4FDED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a16="http://schemas.microsoft.com/office/drawing/2014/main" id="{32C0FA02-C8CF-7F45-AE8B-B2EE204AA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D46E731A-CE3E-B047-95B9-5CD6C76C5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366178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B3930D9-F92B-4783-BA8B-0186970236E5}" type="datetimeFigureOut">
              <a:rPr lang="en-US" smtClean="0"/>
              <a:pPr/>
              <a:t>8/2/2024</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C9406E4-0D4A-4BC0-8EB3-8966C3EF20AC}" type="slidenum">
              <a:rPr lang="en-US" smtClean="0"/>
              <a:pPr/>
              <a:t>‹#›</a:t>
            </a:fld>
            <a:endParaRPr lang="en-US"/>
          </a:p>
        </p:txBody>
      </p:sp>
    </p:spTree>
    <p:extLst>
      <p:ext uri="{BB962C8B-B14F-4D97-AF65-F5344CB8AC3E}">
        <p14:creationId xmlns:p14="http://schemas.microsoft.com/office/powerpoint/2010/main" val="2856509817"/>
      </p:ext>
    </p:extLst>
  </p:cSld>
  <p:clrMap bg1="dk1" tx1="lt1" bg2="dk2" tx2="lt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3.xml"/><Relationship Id="rId5" Type="http://schemas.openxmlformats.org/officeDocument/2006/relationships/image" Target="../media/image25.png"/><Relationship Id="rId4" Type="http://schemas.openxmlformats.org/officeDocument/2006/relationships/customXml" Target="../ink/ink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4.xml"/><Relationship Id="rId1" Type="http://schemas.openxmlformats.org/officeDocument/2006/relationships/slideLayout" Target="../slideLayouts/slideLayout59.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5.xml"/><Relationship Id="rId1" Type="http://schemas.openxmlformats.org/officeDocument/2006/relationships/slideLayout" Target="../slideLayouts/slideLayout5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9.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4" name="Picture 33">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36" name="Picture 35">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38" name="Rectangle 37">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42" name="Rectangle 41">
            <a:extLst>
              <a:ext uri="{FF2B5EF4-FFF2-40B4-BE49-F238E27FC236}">
                <a16:creationId xmlns:a16="http://schemas.microsoft.com/office/drawing/2014/main" id="{1DB71C54-63C1-4B83-8324-BBCEC579C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D15D940-E187-4030-B313-FDC84AE67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3046" y="0"/>
            <a:ext cx="406895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p:cNvSpPr>
            <a:spLocks noGrp="1"/>
          </p:cNvSpPr>
          <p:nvPr>
            <p:ph type="body" idx="1"/>
          </p:nvPr>
        </p:nvSpPr>
        <p:spPr>
          <a:xfrm>
            <a:off x="9292902" y="1286929"/>
            <a:ext cx="2216031" cy="4284129"/>
          </a:xfrm>
        </p:spPr>
        <p:txBody>
          <a:bodyPr vert="horz" lIns="91440" tIns="45720" rIns="91440" bIns="45720" rtlCol="0" anchor="ctr">
            <a:normAutofit/>
          </a:bodyPr>
          <a:lstStyle/>
          <a:p>
            <a:pPr algn="l">
              <a:spcAft>
                <a:spcPts val="600"/>
              </a:spcAft>
            </a:pPr>
            <a:r>
              <a:rPr lang="en-US" sz="2800" u="sng" dirty="0">
                <a:solidFill>
                  <a:srgbClr val="FFFFFF"/>
                </a:solidFill>
              </a:rPr>
              <a:t>Lecture 03 </a:t>
            </a:r>
          </a:p>
          <a:p>
            <a:pPr algn="l">
              <a:spcAft>
                <a:spcPts val="600"/>
              </a:spcAft>
            </a:pPr>
            <a:r>
              <a:rPr lang="en-US" sz="2800" dirty="0">
                <a:solidFill>
                  <a:srgbClr val="FFFFFF"/>
                </a:solidFill>
              </a:rPr>
              <a:t>Processes</a:t>
            </a:r>
          </a:p>
        </p:txBody>
      </p:sp>
      <p:sp>
        <p:nvSpPr>
          <p:cNvPr id="46" name="Rectangle 45">
            <a:extLst>
              <a:ext uri="{FF2B5EF4-FFF2-40B4-BE49-F238E27FC236}">
                <a16:creationId xmlns:a16="http://schemas.microsoft.com/office/drawing/2014/main" id="{76E38F34-66D8-4203-B16C-14AC20248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8968085"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ext Placeholder 3"/>
          <p:cNvSpPr>
            <a:spLocks noGrp="1"/>
          </p:cNvSpPr>
          <p:nvPr>
            <p:ph type="title"/>
          </p:nvPr>
        </p:nvSpPr>
        <p:spPr>
          <a:xfrm>
            <a:off x="643467" y="1286929"/>
            <a:ext cx="7674983" cy="4284129"/>
          </a:xfrm>
        </p:spPr>
        <p:txBody>
          <a:bodyPr vert="horz" lIns="91440" tIns="45720" rIns="91440" bIns="45720" rtlCol="0" anchor="ctr">
            <a:normAutofit fontScale="90000"/>
          </a:bodyPr>
          <a:lstStyle/>
          <a:p>
            <a:pPr algn="ctr"/>
            <a:r>
              <a:rPr lang="en-US" sz="6200" b="1" dirty="0"/>
              <a:t>IT2060 </a:t>
            </a:r>
            <a:br>
              <a:rPr lang="en-US" sz="6200" b="1" dirty="0"/>
            </a:br>
            <a:r>
              <a:rPr lang="en-US" sz="6200" b="1" dirty="0"/>
              <a:t>Operating Systems and System Administration </a:t>
            </a:r>
            <a:br>
              <a:rPr lang="en-US" sz="6200" b="1" dirty="0"/>
            </a:br>
            <a:endParaRPr lang="en-US" sz="6200" b="1" dirty="0"/>
          </a:p>
        </p:txBody>
      </p:sp>
    </p:spTree>
    <p:extLst>
      <p:ext uri="{BB962C8B-B14F-4D97-AF65-F5344CB8AC3E}">
        <p14:creationId xmlns:p14="http://schemas.microsoft.com/office/powerpoint/2010/main" val="3053458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F001236-EC24-4E0C-A0C3-20D2C8A898CE}"/>
              </a:ext>
            </a:extLst>
          </p:cNvPr>
          <p:cNvSpPr>
            <a:spLocks noGrp="1" noChangeArrowheads="1"/>
          </p:cNvSpPr>
          <p:nvPr>
            <p:ph type="title"/>
          </p:nvPr>
        </p:nvSpPr>
        <p:spPr>
          <a:xfrm>
            <a:off x="728345" y="844550"/>
            <a:ext cx="7370762" cy="576263"/>
          </a:xfrm>
        </p:spPr>
        <p:txBody>
          <a:bodyPr rtlCol="0">
            <a:normAutofit fontScale="90000"/>
          </a:bodyPr>
          <a:lstStyle/>
          <a:p>
            <a:pPr eaLnBrk="1" fontAlgn="auto" hangingPunct="1">
              <a:spcAft>
                <a:spcPts val="0"/>
              </a:spcAft>
              <a:defRPr/>
            </a:pPr>
            <a:r>
              <a:rPr lang="en-US" altLang="en-US" dirty="0"/>
              <a:t>Chapter 3:  Processes</a:t>
            </a:r>
          </a:p>
        </p:txBody>
      </p:sp>
      <p:sp>
        <p:nvSpPr>
          <p:cNvPr id="8195" name="Rectangle 3">
            <a:extLst>
              <a:ext uri="{FF2B5EF4-FFF2-40B4-BE49-F238E27FC236}">
                <a16:creationId xmlns:a16="http://schemas.microsoft.com/office/drawing/2014/main" id="{02849E68-7D44-4BB3-BCBB-0AAB99E76B8A}"/>
              </a:ext>
            </a:extLst>
          </p:cNvPr>
          <p:cNvSpPr>
            <a:spLocks noGrp="1" noChangeArrowheads="1"/>
          </p:cNvSpPr>
          <p:nvPr>
            <p:ph idx="1"/>
          </p:nvPr>
        </p:nvSpPr>
        <p:spPr>
          <a:xfrm>
            <a:off x="862355" y="2447754"/>
            <a:ext cx="7370762" cy="3822700"/>
          </a:xfrm>
        </p:spPr>
        <p:txBody>
          <a:bodyPr rtlCol="0">
            <a:normAutofit/>
          </a:bodyPr>
          <a:lstStyle/>
          <a:p>
            <a:pPr eaLnBrk="1" fontAlgn="auto" hangingPunct="1">
              <a:spcAft>
                <a:spcPts val="0"/>
              </a:spcAft>
              <a:defRPr/>
            </a:pPr>
            <a:r>
              <a:rPr lang="en-US" altLang="en-US" dirty="0"/>
              <a:t>Process Concept</a:t>
            </a:r>
          </a:p>
          <a:p>
            <a:pPr eaLnBrk="1" fontAlgn="auto" hangingPunct="1">
              <a:spcAft>
                <a:spcPts val="0"/>
              </a:spcAft>
              <a:defRPr/>
            </a:pPr>
            <a:r>
              <a:rPr lang="en-US" altLang="en-US" dirty="0"/>
              <a:t>Process Scheduling</a:t>
            </a:r>
          </a:p>
          <a:p>
            <a:pPr eaLnBrk="1" fontAlgn="auto" hangingPunct="1">
              <a:spcAft>
                <a:spcPts val="0"/>
              </a:spcAft>
              <a:defRPr/>
            </a:pPr>
            <a:r>
              <a:rPr lang="en-US" altLang="en-US" dirty="0"/>
              <a:t>Operations on Processes</a:t>
            </a:r>
          </a:p>
          <a:p>
            <a:pPr eaLnBrk="1" fontAlgn="auto" hangingPunct="1">
              <a:spcAft>
                <a:spcPts val="0"/>
              </a:spcAft>
              <a:defRPr/>
            </a:pPr>
            <a:r>
              <a:rPr lang="en-US" altLang="en-US" dirty="0"/>
              <a:t>Inter process Communication</a:t>
            </a:r>
          </a:p>
          <a:p>
            <a:pPr eaLnBrk="1" fontAlgn="auto" hangingPunct="1">
              <a:spcAft>
                <a:spcPts val="0"/>
              </a:spcAft>
              <a:defRPr/>
            </a:pPr>
            <a:r>
              <a:rPr lang="en-US" altLang="en-US" dirty="0"/>
              <a:t>Examples of IPC Systems</a:t>
            </a:r>
          </a:p>
          <a:p>
            <a:pPr eaLnBrk="1" fontAlgn="auto" hangingPunct="1">
              <a:spcAft>
                <a:spcPts val="0"/>
              </a:spcAft>
              <a:defRPr/>
            </a:pPr>
            <a:r>
              <a:rPr lang="en-US" altLang="en-US" dirty="0"/>
              <a:t>Communication in Client-Server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B323E0C-CA41-4E34-843D-5A68B996A54E}"/>
              </a:ext>
            </a:extLst>
          </p:cNvPr>
          <p:cNvSpPr>
            <a:spLocks noGrp="1" noChangeArrowheads="1"/>
          </p:cNvSpPr>
          <p:nvPr>
            <p:ph type="title"/>
          </p:nvPr>
        </p:nvSpPr>
        <p:spPr>
          <a:xfrm>
            <a:off x="678839" y="912276"/>
            <a:ext cx="8636000" cy="576262"/>
          </a:xfrm>
        </p:spPr>
        <p:txBody>
          <a:bodyPr rtlCol="0">
            <a:normAutofit fontScale="90000"/>
          </a:bodyPr>
          <a:lstStyle/>
          <a:p>
            <a:pPr eaLnBrk="1" fontAlgn="auto" hangingPunct="1">
              <a:spcAft>
                <a:spcPts val="0"/>
              </a:spcAft>
              <a:defRPr/>
            </a:pPr>
            <a:r>
              <a:rPr lang="en-US" altLang="en-US" dirty="0"/>
              <a:t>Process Concept</a:t>
            </a:r>
          </a:p>
        </p:txBody>
      </p:sp>
      <p:sp>
        <p:nvSpPr>
          <p:cNvPr id="10243" name="Rectangle 3">
            <a:extLst>
              <a:ext uri="{FF2B5EF4-FFF2-40B4-BE49-F238E27FC236}">
                <a16:creationId xmlns:a16="http://schemas.microsoft.com/office/drawing/2014/main" id="{F90056B7-EE16-4796-B0C4-AB2A8D140EA4}"/>
              </a:ext>
            </a:extLst>
          </p:cNvPr>
          <p:cNvSpPr>
            <a:spLocks noGrp="1" noChangeArrowheads="1"/>
          </p:cNvSpPr>
          <p:nvPr>
            <p:ph idx="1"/>
          </p:nvPr>
        </p:nvSpPr>
        <p:spPr>
          <a:xfrm>
            <a:off x="678839" y="2291691"/>
            <a:ext cx="10336163" cy="4786312"/>
          </a:xfrm>
        </p:spPr>
        <p:txBody>
          <a:bodyPr rtlCol="0">
            <a:normAutofit/>
          </a:bodyPr>
          <a:lstStyle/>
          <a:p>
            <a:pPr eaLnBrk="1" fontAlgn="auto" hangingPunct="1">
              <a:spcAft>
                <a:spcPts val="0"/>
              </a:spcAft>
              <a:defRPr/>
            </a:pPr>
            <a:r>
              <a:rPr lang="en-US" altLang="en-US" b="1" dirty="0">
                <a:solidFill>
                  <a:srgbClr val="3366FF"/>
                </a:solidFill>
              </a:rPr>
              <a:t>Process</a:t>
            </a:r>
            <a:r>
              <a:rPr lang="en-US" altLang="en-US" dirty="0"/>
              <a:t> – a program in execution.</a:t>
            </a:r>
          </a:p>
          <a:p>
            <a:pPr eaLnBrk="1" fontAlgn="auto" hangingPunct="1">
              <a:spcAft>
                <a:spcPts val="0"/>
              </a:spcAft>
              <a:defRPr/>
            </a:pPr>
            <a:r>
              <a:rPr lang="en-US" altLang="en-US" dirty="0"/>
              <a:t>Program is a </a:t>
            </a:r>
            <a:r>
              <a:rPr lang="en-US" altLang="en-US" b="1" i="1" dirty="0"/>
              <a:t>passive</a:t>
            </a:r>
            <a:r>
              <a:rPr lang="en-US" altLang="en-US" dirty="0"/>
              <a:t> entity stored on disk (</a:t>
            </a:r>
            <a:r>
              <a:rPr lang="en-US" altLang="en-US" b="1" dirty="0">
                <a:solidFill>
                  <a:srgbClr val="3366FF"/>
                </a:solidFill>
              </a:rPr>
              <a:t>executable file</a:t>
            </a:r>
            <a:r>
              <a:rPr lang="en-US" altLang="en-US" dirty="0"/>
              <a:t>), process is </a:t>
            </a:r>
            <a:r>
              <a:rPr lang="en-US" altLang="en-US" b="1" i="1" dirty="0"/>
              <a:t>active.</a:t>
            </a:r>
          </a:p>
          <a:p>
            <a:pPr lvl="1" eaLnBrk="1" fontAlgn="auto" hangingPunct="1">
              <a:spcAft>
                <a:spcPts val="0"/>
              </a:spcAft>
              <a:defRPr/>
            </a:pPr>
            <a:r>
              <a:rPr lang="en-US" altLang="en-US" dirty="0"/>
              <a:t>Program becomes process when executable file loaded into memory</a:t>
            </a:r>
          </a:p>
          <a:p>
            <a:pPr eaLnBrk="1" fontAlgn="auto" hangingPunct="1">
              <a:spcAft>
                <a:spcPts val="0"/>
              </a:spcAft>
              <a:defRPr/>
            </a:pPr>
            <a:r>
              <a:rPr lang="en-US" altLang="en-US" dirty="0"/>
              <a:t>Execution of program started via GUI mouse clicks, command line entry of its name, </a:t>
            </a:r>
            <a:r>
              <a:rPr lang="en-US" altLang="en-US" dirty="0" err="1"/>
              <a:t>etc</a:t>
            </a:r>
            <a:endParaRPr lang="en-US" altLang="en-US" dirty="0"/>
          </a:p>
          <a:p>
            <a:pPr eaLnBrk="1" fontAlgn="auto" hangingPunct="1">
              <a:spcAft>
                <a:spcPts val="0"/>
              </a:spcAft>
              <a:defRPr/>
            </a:pPr>
            <a:r>
              <a:rPr lang="en-US" altLang="en-US" dirty="0"/>
              <a:t>One program can be several processes when multiple users executing the same program.</a:t>
            </a:r>
          </a:p>
          <a:p>
            <a:pPr eaLnBrk="1" fontAlgn="auto" hangingPunct="1">
              <a:spcAft>
                <a:spcPts val="0"/>
              </a:spcAft>
              <a:buFont typeface="Monotype Sorts" charset="2"/>
              <a:buNone/>
              <a:defRPr/>
            </a:pP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C24B5CE-BCAD-4F88-9B25-78579E4B6917}"/>
              </a:ext>
            </a:extLst>
          </p:cNvPr>
          <p:cNvSpPr>
            <a:spLocks noGrp="1"/>
          </p:cNvSpPr>
          <p:nvPr>
            <p:ph type="title"/>
          </p:nvPr>
        </p:nvSpPr>
        <p:spPr>
          <a:xfrm>
            <a:off x="468850" y="647944"/>
            <a:ext cx="8907462" cy="1173163"/>
          </a:xfrm>
        </p:spPr>
        <p:txBody>
          <a:bodyPr/>
          <a:lstStyle/>
          <a:p>
            <a:pPr eaLnBrk="1" hangingPunct="1"/>
            <a:r>
              <a:rPr lang="en-US" altLang="en-US" dirty="0"/>
              <a:t>Process Concept (Cont.)</a:t>
            </a:r>
          </a:p>
        </p:txBody>
      </p:sp>
      <p:sp>
        <p:nvSpPr>
          <p:cNvPr id="13315" name="Rectangle 3">
            <a:extLst>
              <a:ext uri="{FF2B5EF4-FFF2-40B4-BE49-F238E27FC236}">
                <a16:creationId xmlns:a16="http://schemas.microsoft.com/office/drawing/2014/main" id="{D3E5C6F6-92DF-42F9-B0B8-0746DFDE6871}"/>
              </a:ext>
            </a:extLst>
          </p:cNvPr>
          <p:cNvSpPr>
            <a:spLocks noGrp="1" noChangeArrowheads="1"/>
          </p:cNvSpPr>
          <p:nvPr>
            <p:ph idx="1"/>
          </p:nvPr>
        </p:nvSpPr>
        <p:spPr>
          <a:xfrm>
            <a:off x="631728" y="2239963"/>
            <a:ext cx="9834636" cy="4462462"/>
          </a:xfrm>
        </p:spPr>
        <p:txBody>
          <a:bodyPr rtlCol="0">
            <a:normAutofit/>
          </a:bodyPr>
          <a:lstStyle/>
          <a:p>
            <a:pPr eaLnBrk="1" fontAlgn="auto" hangingPunct="1">
              <a:spcAft>
                <a:spcPts val="0"/>
              </a:spcAft>
              <a:defRPr/>
            </a:pPr>
            <a:r>
              <a:rPr lang="en-US" altLang="en-US" dirty="0">
                <a:ea typeface="MS PGothic" pitchFamily="34" charset="-128"/>
              </a:rPr>
              <a:t>Process execution is sequential.</a:t>
            </a:r>
          </a:p>
          <a:p>
            <a:pPr eaLnBrk="1" fontAlgn="auto" hangingPunct="1">
              <a:spcAft>
                <a:spcPts val="0"/>
              </a:spcAft>
              <a:defRPr/>
            </a:pPr>
            <a:endParaRPr lang="en-US" altLang="en-US" dirty="0">
              <a:ea typeface="MS PGothic" pitchFamily="34" charset="-128"/>
            </a:endParaRPr>
          </a:p>
          <a:p>
            <a:pPr eaLnBrk="1" fontAlgn="auto" hangingPunct="1">
              <a:spcAft>
                <a:spcPts val="0"/>
              </a:spcAft>
              <a:defRPr/>
            </a:pPr>
            <a:r>
              <a:rPr lang="en-US" altLang="en-US" dirty="0">
                <a:ea typeface="MS PGothic" pitchFamily="34" charset="-128"/>
              </a:rPr>
              <a:t>A process has a </a:t>
            </a:r>
            <a:r>
              <a:rPr lang="en-US" altLang="en-US" b="1" dirty="0">
                <a:solidFill>
                  <a:srgbClr val="3366FF"/>
                </a:solidFill>
                <a:ea typeface="MS PGothic" pitchFamily="34" charset="-128"/>
              </a:rPr>
              <a:t>Program Counter</a:t>
            </a:r>
            <a:r>
              <a:rPr lang="en-US" altLang="en-US" dirty="0">
                <a:ea typeface="MS PGothic" pitchFamily="34" charset="-128"/>
              </a:rPr>
              <a:t>.</a:t>
            </a:r>
          </a:p>
          <a:p>
            <a:pPr lvl="1" eaLnBrk="1" fontAlgn="auto" hangingPunct="1">
              <a:spcAft>
                <a:spcPts val="0"/>
              </a:spcAft>
              <a:defRPr/>
            </a:pPr>
            <a:r>
              <a:rPr lang="en-US" altLang="en-US" dirty="0">
                <a:ea typeface="MS PGothic" pitchFamily="34" charset="-128"/>
              </a:rPr>
              <a:t>It’s a register entry which specifies the next instruction to execute.</a:t>
            </a:r>
          </a:p>
          <a:p>
            <a:pPr lvl="1" eaLnBrk="1" fontAlgn="auto" hangingPunct="1">
              <a:spcAft>
                <a:spcPts val="0"/>
              </a:spcAft>
              <a:defRPr/>
            </a:pPr>
            <a:endParaRPr lang="en-US" altLang="en-US" dirty="0">
              <a:ea typeface="MS PGothic" pitchFamily="34" charset="-128"/>
            </a:endParaRPr>
          </a:p>
          <a:p>
            <a:pPr eaLnBrk="1" fontAlgn="auto" hangingPunct="1">
              <a:spcAft>
                <a:spcPts val="0"/>
              </a:spcAft>
              <a:defRPr/>
            </a:pPr>
            <a:r>
              <a:rPr lang="en-US" altLang="en-US" dirty="0">
                <a:ea typeface="MS PGothic" pitchFamily="34" charset="-128"/>
              </a:rPr>
              <a:t>A process needs resources (CPU time, memory, files and I/O devices) to complete the execution successfully.</a:t>
            </a:r>
          </a:p>
          <a:p>
            <a:pPr eaLnBrk="1" fontAlgn="auto" hangingPunct="1">
              <a:spcAft>
                <a:spcPts val="0"/>
              </a:spcAft>
              <a:buFont typeface="Monotype Sorts" pitchFamily="-84" charset="2"/>
              <a:buNone/>
              <a:defRPr/>
            </a:pPr>
            <a:endParaRPr lang="en-US" altLang="en-US" dirty="0">
              <a:ea typeface="MS PGothic"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5BEDB5D-70C8-4C54-89DF-F8539DD04952}"/>
              </a:ext>
            </a:extLst>
          </p:cNvPr>
          <p:cNvSpPr>
            <a:spLocks noGrp="1" noChangeArrowheads="1"/>
          </p:cNvSpPr>
          <p:nvPr>
            <p:ph type="title"/>
          </p:nvPr>
        </p:nvSpPr>
        <p:spPr>
          <a:xfrm>
            <a:off x="628650" y="975311"/>
            <a:ext cx="6107113" cy="576263"/>
          </a:xfrm>
        </p:spPr>
        <p:txBody>
          <a:bodyPr rtlCol="0">
            <a:normAutofit fontScale="90000"/>
          </a:bodyPr>
          <a:lstStyle/>
          <a:p>
            <a:pPr eaLnBrk="1" fontAlgn="auto" hangingPunct="1">
              <a:spcAft>
                <a:spcPts val="0"/>
              </a:spcAft>
              <a:defRPr/>
            </a:pPr>
            <a:r>
              <a:rPr lang="en-US" altLang="en-US"/>
              <a:t>Process Concept (Cont.)</a:t>
            </a:r>
          </a:p>
        </p:txBody>
      </p:sp>
      <p:sp>
        <p:nvSpPr>
          <p:cNvPr id="14339" name="Rectangle 3">
            <a:extLst>
              <a:ext uri="{FF2B5EF4-FFF2-40B4-BE49-F238E27FC236}">
                <a16:creationId xmlns:a16="http://schemas.microsoft.com/office/drawing/2014/main" id="{8DEF9B47-DB99-471F-8DAF-B295D6995AD7}"/>
              </a:ext>
            </a:extLst>
          </p:cNvPr>
          <p:cNvSpPr>
            <a:spLocks noGrp="1" noChangeArrowheads="1"/>
          </p:cNvSpPr>
          <p:nvPr>
            <p:ph idx="1"/>
          </p:nvPr>
        </p:nvSpPr>
        <p:spPr>
          <a:xfrm>
            <a:off x="389498" y="1583837"/>
            <a:ext cx="10372285" cy="5306426"/>
          </a:xfrm>
        </p:spPr>
        <p:txBody>
          <a:bodyPr rtlCol="0">
            <a:normAutofit/>
          </a:bodyPr>
          <a:lstStyle/>
          <a:p>
            <a:pPr eaLnBrk="1" fontAlgn="auto" hangingPunct="1">
              <a:spcAft>
                <a:spcPts val="0"/>
              </a:spcAft>
              <a:defRPr/>
            </a:pPr>
            <a:endParaRPr lang="en-US" altLang="en-US" sz="3200" dirty="0"/>
          </a:p>
          <a:p>
            <a:pPr eaLnBrk="1" fontAlgn="auto" hangingPunct="1">
              <a:spcAft>
                <a:spcPts val="0"/>
              </a:spcAft>
              <a:defRPr/>
            </a:pPr>
            <a:r>
              <a:rPr lang="en-US" altLang="en-US" sz="3200" dirty="0"/>
              <a:t>A process consists of multiple parts</a:t>
            </a:r>
          </a:p>
          <a:p>
            <a:pPr lvl="1" eaLnBrk="1" fontAlgn="auto" hangingPunct="1">
              <a:spcAft>
                <a:spcPts val="0"/>
              </a:spcAft>
              <a:defRPr/>
            </a:pPr>
            <a:r>
              <a:rPr lang="en-US" altLang="en-US" sz="2800" dirty="0"/>
              <a:t>The program code, also called </a:t>
            </a:r>
            <a:r>
              <a:rPr lang="en-US" altLang="en-US" sz="2800" b="1" dirty="0">
                <a:solidFill>
                  <a:srgbClr val="3366FF"/>
                </a:solidFill>
              </a:rPr>
              <a:t>text section</a:t>
            </a:r>
          </a:p>
          <a:p>
            <a:pPr lvl="1" eaLnBrk="1" fontAlgn="auto" hangingPunct="1">
              <a:spcAft>
                <a:spcPts val="0"/>
              </a:spcAft>
              <a:defRPr/>
            </a:pPr>
            <a:r>
              <a:rPr lang="en-US" altLang="en-US" sz="2800" dirty="0"/>
              <a:t>Current activity including</a:t>
            </a:r>
            <a:r>
              <a:rPr lang="en-US" altLang="en-US" sz="2800" b="1" dirty="0">
                <a:solidFill>
                  <a:srgbClr val="3366FF"/>
                </a:solidFill>
              </a:rPr>
              <a:t> program</a:t>
            </a:r>
            <a:r>
              <a:rPr lang="en-US" altLang="en-US" sz="2800" b="1" dirty="0"/>
              <a:t> </a:t>
            </a:r>
            <a:r>
              <a:rPr lang="en-US" altLang="en-US" sz="2800" b="1" dirty="0">
                <a:solidFill>
                  <a:srgbClr val="3366FF"/>
                </a:solidFill>
              </a:rPr>
              <a:t>counter</a:t>
            </a:r>
            <a:r>
              <a:rPr lang="en-US" altLang="en-US" sz="2800" dirty="0"/>
              <a:t>, processor registers</a:t>
            </a:r>
          </a:p>
          <a:p>
            <a:pPr lvl="1" eaLnBrk="1" fontAlgn="auto" hangingPunct="1">
              <a:spcAft>
                <a:spcPts val="0"/>
              </a:spcAft>
              <a:defRPr/>
            </a:pPr>
            <a:r>
              <a:rPr lang="en-US" altLang="en-US" sz="2800" b="1" dirty="0">
                <a:solidFill>
                  <a:srgbClr val="3366FF"/>
                </a:solidFill>
              </a:rPr>
              <a:t>Stack</a:t>
            </a:r>
            <a:r>
              <a:rPr lang="en-US" altLang="en-US" sz="2800" b="1" dirty="0"/>
              <a:t> </a:t>
            </a:r>
            <a:r>
              <a:rPr lang="en-US" altLang="en-US" sz="2800" dirty="0"/>
              <a:t>containing temporary data</a:t>
            </a:r>
          </a:p>
          <a:p>
            <a:pPr lvl="2" eaLnBrk="1" fontAlgn="auto" hangingPunct="1">
              <a:spcAft>
                <a:spcPts val="0"/>
              </a:spcAft>
              <a:defRPr/>
            </a:pPr>
            <a:r>
              <a:rPr lang="en-US" altLang="en-US" sz="2400" dirty="0"/>
              <a:t>Function parameters, return addresses, local variables</a:t>
            </a:r>
          </a:p>
          <a:p>
            <a:pPr lvl="1" eaLnBrk="1" fontAlgn="auto" hangingPunct="1">
              <a:spcAft>
                <a:spcPts val="0"/>
              </a:spcAft>
              <a:defRPr/>
            </a:pPr>
            <a:r>
              <a:rPr lang="en-US" altLang="en-US" sz="2800" b="1" dirty="0">
                <a:solidFill>
                  <a:srgbClr val="3366FF"/>
                </a:solidFill>
              </a:rPr>
              <a:t>Data section</a:t>
            </a:r>
            <a:r>
              <a:rPr lang="en-US" altLang="en-US" sz="2800" b="1" dirty="0"/>
              <a:t> </a:t>
            </a:r>
            <a:r>
              <a:rPr lang="en-US" altLang="en-US" sz="2800" dirty="0"/>
              <a:t>containing global variables</a:t>
            </a:r>
          </a:p>
          <a:p>
            <a:pPr lvl="1" eaLnBrk="1" fontAlgn="auto" hangingPunct="1">
              <a:spcAft>
                <a:spcPts val="0"/>
              </a:spcAft>
              <a:defRPr/>
            </a:pPr>
            <a:r>
              <a:rPr lang="en-US" altLang="en-US" sz="2800" b="1" dirty="0">
                <a:solidFill>
                  <a:srgbClr val="3366FF"/>
                </a:solidFill>
              </a:rPr>
              <a:t>Heap</a:t>
            </a:r>
            <a:r>
              <a:rPr lang="en-US" altLang="en-US" sz="2800" b="1" dirty="0"/>
              <a:t> </a:t>
            </a:r>
            <a:r>
              <a:rPr lang="en-US" altLang="en-US" sz="2800" dirty="0"/>
              <a:t>containing memory dynamically allocated during run time</a:t>
            </a:r>
          </a:p>
          <a:p>
            <a:pPr eaLnBrk="1" fontAlgn="auto" hangingPunct="1">
              <a:spcAft>
                <a:spcPts val="0"/>
              </a:spcAft>
              <a:buFont typeface="Monotype Sorts" charset="2"/>
              <a:buNone/>
              <a:defRPr/>
            </a:pPr>
            <a:endParaRPr lang="en-US" altLang="en-US" sz="3200" dirty="0"/>
          </a:p>
        </p:txBody>
      </p:sp>
      <p:pic>
        <p:nvPicPr>
          <p:cNvPr id="35843" name="Picture 4">
            <a:extLst>
              <a:ext uri="{FF2B5EF4-FFF2-40B4-BE49-F238E27FC236}">
                <a16:creationId xmlns:a16="http://schemas.microsoft.com/office/drawing/2014/main" id="{AA695038-3B1B-4CBD-8C4B-CEB3A02B1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0635" y="560058"/>
            <a:ext cx="2156885" cy="3407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F8649FD-8890-4210-B2AF-9EDCFAB2A708}"/>
              </a:ext>
            </a:extLst>
          </p:cNvPr>
          <p:cNvSpPr>
            <a:spLocks noGrp="1" noChangeArrowheads="1"/>
          </p:cNvSpPr>
          <p:nvPr>
            <p:ph type="title"/>
          </p:nvPr>
        </p:nvSpPr>
        <p:spPr>
          <a:xfrm>
            <a:off x="798513" y="854075"/>
            <a:ext cx="6251575" cy="576263"/>
          </a:xfrm>
        </p:spPr>
        <p:txBody>
          <a:bodyPr rtlCol="0">
            <a:normAutofit fontScale="90000"/>
          </a:bodyPr>
          <a:lstStyle/>
          <a:p>
            <a:pPr eaLnBrk="1" fontAlgn="auto" hangingPunct="1">
              <a:spcAft>
                <a:spcPts val="0"/>
              </a:spcAft>
              <a:defRPr/>
            </a:pPr>
            <a:r>
              <a:rPr lang="en-US" altLang="en-US"/>
              <a:t>Process State</a:t>
            </a:r>
          </a:p>
        </p:txBody>
      </p:sp>
      <p:sp>
        <p:nvSpPr>
          <p:cNvPr id="18435" name="Rectangle 3">
            <a:extLst>
              <a:ext uri="{FF2B5EF4-FFF2-40B4-BE49-F238E27FC236}">
                <a16:creationId xmlns:a16="http://schemas.microsoft.com/office/drawing/2014/main" id="{F6E35221-51C3-4258-A834-FF9A0AB71488}"/>
              </a:ext>
            </a:extLst>
          </p:cNvPr>
          <p:cNvSpPr>
            <a:spLocks noGrp="1" noChangeArrowheads="1"/>
          </p:cNvSpPr>
          <p:nvPr>
            <p:ph idx="1"/>
          </p:nvPr>
        </p:nvSpPr>
        <p:spPr>
          <a:xfrm>
            <a:off x="534572" y="2230267"/>
            <a:ext cx="10848107" cy="4283075"/>
          </a:xfrm>
        </p:spPr>
        <p:txBody>
          <a:bodyPr rtlCol="0">
            <a:normAutofit/>
          </a:bodyPr>
          <a:lstStyle/>
          <a:p>
            <a:pPr eaLnBrk="1" fontAlgn="auto" hangingPunct="1">
              <a:spcAft>
                <a:spcPts val="0"/>
              </a:spcAft>
              <a:defRPr/>
            </a:pPr>
            <a:r>
              <a:rPr lang="en-US" altLang="en-US" sz="2800" dirty="0"/>
              <a:t>As a process executes, it changes </a:t>
            </a:r>
            <a:r>
              <a:rPr lang="en-US" altLang="en-US" sz="2800" b="1" dirty="0">
                <a:solidFill>
                  <a:srgbClr val="3366FF"/>
                </a:solidFill>
              </a:rPr>
              <a:t>state</a:t>
            </a:r>
          </a:p>
          <a:p>
            <a:pPr lvl="1" eaLnBrk="1" fontAlgn="auto" hangingPunct="1">
              <a:spcAft>
                <a:spcPts val="0"/>
              </a:spcAft>
              <a:defRPr/>
            </a:pPr>
            <a:r>
              <a:rPr lang="en-US" altLang="en-US" sz="2400" b="1" dirty="0"/>
              <a:t>new</a:t>
            </a:r>
            <a:r>
              <a:rPr lang="en-US" altLang="en-US" sz="2400" dirty="0"/>
              <a:t>:  The process is being created</a:t>
            </a:r>
          </a:p>
          <a:p>
            <a:pPr lvl="1" eaLnBrk="1" fontAlgn="auto" hangingPunct="1">
              <a:spcAft>
                <a:spcPts val="0"/>
              </a:spcAft>
              <a:defRPr/>
            </a:pPr>
            <a:r>
              <a:rPr lang="en-US" altLang="en-US" sz="2400" b="1" dirty="0"/>
              <a:t>running</a:t>
            </a:r>
            <a:r>
              <a:rPr lang="en-US" altLang="en-US" sz="2400" dirty="0"/>
              <a:t>:  Instructions are being executed</a:t>
            </a:r>
          </a:p>
          <a:p>
            <a:pPr lvl="1" eaLnBrk="1" fontAlgn="auto" hangingPunct="1">
              <a:spcAft>
                <a:spcPts val="0"/>
              </a:spcAft>
              <a:defRPr/>
            </a:pPr>
            <a:r>
              <a:rPr lang="en-US" altLang="en-US" sz="2400" b="1" dirty="0"/>
              <a:t>waiting</a:t>
            </a:r>
            <a:r>
              <a:rPr lang="en-US" altLang="en-US" sz="2400" dirty="0"/>
              <a:t>:  The process is waiting for some event to occur</a:t>
            </a:r>
          </a:p>
          <a:p>
            <a:pPr lvl="1" eaLnBrk="1" fontAlgn="auto" hangingPunct="1">
              <a:spcAft>
                <a:spcPts val="0"/>
              </a:spcAft>
              <a:defRPr/>
            </a:pPr>
            <a:r>
              <a:rPr lang="en-US" altLang="en-US" sz="2400" b="1" dirty="0"/>
              <a:t>ready</a:t>
            </a:r>
            <a:r>
              <a:rPr lang="en-US" altLang="en-US" sz="2400" dirty="0"/>
              <a:t>:  The process is waiting to be </a:t>
            </a:r>
            <a:r>
              <a:rPr lang="en-US" altLang="en-US" sz="2800" dirty="0"/>
              <a:t>assigned</a:t>
            </a:r>
            <a:r>
              <a:rPr lang="en-US" altLang="en-US" sz="2400" dirty="0"/>
              <a:t> to a processor</a:t>
            </a:r>
          </a:p>
          <a:p>
            <a:pPr lvl="1" eaLnBrk="1" fontAlgn="auto" hangingPunct="1">
              <a:spcAft>
                <a:spcPts val="0"/>
              </a:spcAft>
              <a:defRPr/>
            </a:pPr>
            <a:r>
              <a:rPr lang="en-US" altLang="en-US" sz="2400" b="1" dirty="0"/>
              <a:t>terminated</a:t>
            </a:r>
            <a:r>
              <a:rPr lang="en-US" altLang="en-US" sz="2400" dirty="0"/>
              <a:t>:  The process has finished execution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977BD94-2A73-4F85-B974-B8A70468011A}"/>
              </a:ext>
            </a:extLst>
          </p:cNvPr>
          <p:cNvSpPr>
            <a:spLocks noGrp="1" noChangeArrowheads="1"/>
          </p:cNvSpPr>
          <p:nvPr>
            <p:ph type="title"/>
          </p:nvPr>
        </p:nvSpPr>
        <p:spPr>
          <a:xfrm>
            <a:off x="2263775" y="182563"/>
            <a:ext cx="7947025" cy="576262"/>
          </a:xfrm>
        </p:spPr>
        <p:txBody>
          <a:bodyPr rtlCol="0">
            <a:normAutofit fontScale="90000"/>
          </a:bodyPr>
          <a:lstStyle/>
          <a:p>
            <a:pPr eaLnBrk="1" fontAlgn="auto" hangingPunct="1">
              <a:spcAft>
                <a:spcPts val="0"/>
              </a:spcAft>
              <a:defRPr/>
            </a:pPr>
            <a:r>
              <a:rPr lang="en-US" altLang="en-US"/>
              <a:t>Diagram of Process State</a:t>
            </a:r>
          </a:p>
        </p:txBody>
      </p:sp>
      <p:pic>
        <p:nvPicPr>
          <p:cNvPr id="39939" name="Picture 9">
            <a:extLst>
              <a:ext uri="{FF2B5EF4-FFF2-40B4-BE49-F238E27FC236}">
                <a16:creationId xmlns:a16="http://schemas.microsoft.com/office/drawing/2014/main" id="{E7E0FCD7-E116-4042-9486-0ED2499A21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600" y="1079500"/>
            <a:ext cx="6635750"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11">
            <a:extLst>
              <a:ext uri="{FF2B5EF4-FFF2-40B4-BE49-F238E27FC236}">
                <a16:creationId xmlns:a16="http://schemas.microsoft.com/office/drawing/2014/main" id="{FDB1ADB2-1B22-4D99-AF5E-927D59CBDE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5400" y="4046538"/>
            <a:ext cx="7327900"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41997" name="Picture 41996">
            <a:extLst>
              <a:ext uri="{FF2B5EF4-FFF2-40B4-BE49-F238E27FC236}">
                <a16:creationId xmlns:a16="http://schemas.microsoft.com/office/drawing/2014/main" id="{62CFFBB8-E539-483F-B9AA-088F7D4B170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1999" name="Picture 41998">
            <a:extLst>
              <a:ext uri="{FF2B5EF4-FFF2-40B4-BE49-F238E27FC236}">
                <a16:creationId xmlns:a16="http://schemas.microsoft.com/office/drawing/2014/main" id="{552C38B8-B7F9-478B-8D67-99B248A946C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42001" name="Rectangle 42000">
            <a:extLst>
              <a:ext uri="{FF2B5EF4-FFF2-40B4-BE49-F238E27FC236}">
                <a16:creationId xmlns:a16="http://schemas.microsoft.com/office/drawing/2014/main" id="{8ADE9738-7B48-4F06-BA7B-E2CF9663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2003" name="Rectangle 42002">
            <a:extLst>
              <a:ext uri="{FF2B5EF4-FFF2-40B4-BE49-F238E27FC236}">
                <a16:creationId xmlns:a16="http://schemas.microsoft.com/office/drawing/2014/main" id="{46F162CF-573F-4639-AF5E-5FED4D67E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277" y="609600"/>
            <a:ext cx="9659904" cy="5604933"/>
          </a:xfrm>
          <a:prstGeom prst="rect">
            <a:avLst/>
          </a:prstGeom>
          <a:solidFill>
            <a:srgbClr val="FFFFFF"/>
          </a:solidFill>
          <a:ln>
            <a:noFill/>
          </a:ln>
          <a:effectLst>
            <a:outerShdw blurRad="76200" dist="63500" dir="5040000" algn="ctr" rotWithShape="0">
              <a:srgbClr val="000000">
                <a:alpha val="4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005" name="Picture 42004">
            <a:extLst>
              <a:ext uri="{FF2B5EF4-FFF2-40B4-BE49-F238E27FC236}">
                <a16:creationId xmlns:a16="http://schemas.microsoft.com/office/drawing/2014/main" id="{5DE918B2-3C9B-4C0E-9303-1C05C39F1E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42007" name="Rectangle 42006">
            <a:extLst>
              <a:ext uri="{FF2B5EF4-FFF2-40B4-BE49-F238E27FC236}">
                <a16:creationId xmlns:a16="http://schemas.microsoft.com/office/drawing/2014/main" id="{13D5C902-E4C0-4AFC-9EFC-3D1605AC5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Rectangle 3">
            <a:extLst>
              <a:ext uri="{FF2B5EF4-FFF2-40B4-BE49-F238E27FC236}">
                <a16:creationId xmlns:a16="http://schemas.microsoft.com/office/drawing/2014/main" id="{18589822-E7DA-4CAA-8856-7FF33D4E92CA}"/>
              </a:ext>
            </a:extLst>
          </p:cNvPr>
          <p:cNvSpPr/>
          <p:nvPr/>
        </p:nvSpPr>
        <p:spPr>
          <a:xfrm>
            <a:off x="6492418" y="2278421"/>
            <a:ext cx="2900024" cy="975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41248">
              <a:spcAft>
                <a:spcPts val="600"/>
              </a:spcAft>
              <a:defRPr/>
            </a:pPr>
            <a:r>
              <a:rPr lang="en-US" sz="1656" kern="1200">
                <a:ln>
                  <a:solidFill>
                    <a:schemeClr val="tx1"/>
                  </a:solidFill>
                </a:ln>
                <a:solidFill>
                  <a:srgbClr val="555555"/>
                </a:solidFill>
                <a:latin typeface="+mn-lt"/>
                <a:ea typeface="+mn-ea"/>
                <a:cs typeface="+mn-cs"/>
              </a:rPr>
              <a:t>P5             CPU</a:t>
            </a:r>
            <a:endParaRPr lang="en-US">
              <a:ln>
                <a:solidFill>
                  <a:schemeClr val="tx1"/>
                </a:solidFill>
              </a:ln>
            </a:endParaRPr>
          </a:p>
        </p:txBody>
      </p:sp>
      <p:sp>
        <p:nvSpPr>
          <p:cNvPr id="5" name="Oval 4">
            <a:extLst>
              <a:ext uri="{FF2B5EF4-FFF2-40B4-BE49-F238E27FC236}">
                <a16:creationId xmlns:a16="http://schemas.microsoft.com/office/drawing/2014/main" id="{86A9AD15-A990-4C5C-BEC0-1F5E8A7BDF3B}"/>
              </a:ext>
            </a:extLst>
          </p:cNvPr>
          <p:cNvSpPr/>
          <p:nvPr/>
        </p:nvSpPr>
        <p:spPr>
          <a:xfrm>
            <a:off x="6518782" y="4453438"/>
            <a:ext cx="2847296" cy="89637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41248">
              <a:spcAft>
                <a:spcPts val="600"/>
              </a:spcAft>
              <a:defRPr/>
            </a:pPr>
            <a:r>
              <a:rPr lang="en-US" sz="1656" kern="1200">
                <a:ln>
                  <a:solidFill>
                    <a:schemeClr val="tx1"/>
                  </a:solidFill>
                </a:ln>
                <a:solidFill>
                  <a:srgbClr val="555555"/>
                </a:solidFill>
                <a:latin typeface="+mn-lt"/>
                <a:ea typeface="+mn-ea"/>
                <a:cs typeface="+mn-cs"/>
              </a:rPr>
              <a:t>Timer=5ms</a:t>
            </a:r>
            <a:endParaRPr lang="en-US">
              <a:ln>
                <a:solidFill>
                  <a:schemeClr val="tx1"/>
                </a:solidFill>
              </a:ln>
            </a:endParaRPr>
          </a:p>
        </p:txBody>
      </p:sp>
      <p:cxnSp>
        <p:nvCxnSpPr>
          <p:cNvPr id="7" name="Straight Arrow Connector 6">
            <a:extLst>
              <a:ext uri="{FF2B5EF4-FFF2-40B4-BE49-F238E27FC236}">
                <a16:creationId xmlns:a16="http://schemas.microsoft.com/office/drawing/2014/main" id="{9B575D45-F90C-4398-B8E1-2ECF52B8451C}"/>
              </a:ext>
            </a:extLst>
          </p:cNvPr>
          <p:cNvCxnSpPr>
            <a:stCxn id="5" idx="0"/>
          </p:cNvCxnSpPr>
          <p:nvPr/>
        </p:nvCxnSpPr>
        <p:spPr>
          <a:xfrm flipV="1">
            <a:off x="7942429" y="3253883"/>
            <a:ext cx="0" cy="11995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989" name="TextBox 7">
            <a:extLst>
              <a:ext uri="{FF2B5EF4-FFF2-40B4-BE49-F238E27FC236}">
                <a16:creationId xmlns:a16="http://schemas.microsoft.com/office/drawing/2014/main" id="{E5B75DD4-63A2-46F7-BEA5-0B46B9112F87}"/>
              </a:ext>
            </a:extLst>
          </p:cNvPr>
          <p:cNvSpPr txBox="1">
            <a:spLocks noChangeArrowheads="1"/>
          </p:cNvSpPr>
          <p:nvPr/>
        </p:nvSpPr>
        <p:spPr bwMode="auto">
          <a:xfrm>
            <a:off x="8047885" y="3683028"/>
            <a:ext cx="1924561" cy="347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841248">
              <a:lnSpc>
                <a:spcPct val="100000"/>
              </a:lnSpc>
              <a:spcBef>
                <a:spcPct val="0"/>
              </a:spcBef>
              <a:spcAft>
                <a:spcPts val="600"/>
              </a:spcAft>
              <a:buNone/>
            </a:pPr>
            <a:r>
              <a:rPr lang="en-US" altLang="en-US" sz="1656" kern="1200">
                <a:solidFill>
                  <a:srgbClr val="555555"/>
                </a:solidFill>
                <a:latin typeface="Verdana" panose="020B0604030504040204" pitchFamily="34" charset="0"/>
                <a:ea typeface="+mn-ea"/>
                <a:cs typeface="+mn-cs"/>
              </a:rPr>
              <a:t>Interrupt</a:t>
            </a:r>
            <a:endParaRPr lang="en-US" altLang="en-US" sz="1800">
              <a:latin typeface="Verdana" panose="020B0604030504040204" pitchFamily="34" charset="0"/>
            </a:endParaRPr>
          </a:p>
        </p:txBody>
      </p:sp>
      <p:sp>
        <p:nvSpPr>
          <p:cNvPr id="9" name="Rectangle 8">
            <a:extLst>
              <a:ext uri="{FF2B5EF4-FFF2-40B4-BE49-F238E27FC236}">
                <a16:creationId xmlns:a16="http://schemas.microsoft.com/office/drawing/2014/main" id="{D47177B2-2031-4441-92F3-E9955C2E8F46}"/>
              </a:ext>
            </a:extLst>
          </p:cNvPr>
          <p:cNvSpPr/>
          <p:nvPr/>
        </p:nvSpPr>
        <p:spPr>
          <a:xfrm>
            <a:off x="1808440" y="2278421"/>
            <a:ext cx="2900024" cy="975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41248">
              <a:spcAft>
                <a:spcPts val="600"/>
              </a:spcAft>
              <a:defRPr/>
            </a:pPr>
            <a:r>
              <a:rPr lang="en-US" sz="1656" kern="1200">
                <a:ln>
                  <a:solidFill>
                    <a:schemeClr val="tx1"/>
                  </a:solidFill>
                </a:ln>
                <a:solidFill>
                  <a:srgbClr val="555555"/>
                </a:solidFill>
                <a:latin typeface="+mn-lt"/>
                <a:ea typeface="+mn-ea"/>
                <a:cs typeface="+mn-cs"/>
              </a:rPr>
              <a:t>P1,P0,P3(50ms),    P5(30ms)</a:t>
            </a:r>
            <a:endParaRPr lang="en-US">
              <a:ln>
                <a:solidFill>
                  <a:schemeClr val="tx1"/>
                </a:solidFill>
              </a:ln>
            </a:endParaRPr>
          </a:p>
        </p:txBody>
      </p:sp>
      <p:cxnSp>
        <p:nvCxnSpPr>
          <p:cNvPr id="11" name="Straight Arrow Connector 10">
            <a:extLst>
              <a:ext uri="{FF2B5EF4-FFF2-40B4-BE49-F238E27FC236}">
                <a16:creationId xmlns:a16="http://schemas.microsoft.com/office/drawing/2014/main" id="{70F97AC1-828B-409C-AB37-B19D0CF2698D}"/>
              </a:ext>
            </a:extLst>
          </p:cNvPr>
          <p:cNvCxnSpPr>
            <a:endCxn id="4" idx="1"/>
          </p:cNvCxnSpPr>
          <p:nvPr/>
        </p:nvCxnSpPr>
        <p:spPr>
          <a:xfrm>
            <a:off x="4515128" y="2766152"/>
            <a:ext cx="197728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992" name="TextBox 11">
            <a:extLst>
              <a:ext uri="{FF2B5EF4-FFF2-40B4-BE49-F238E27FC236}">
                <a16:creationId xmlns:a16="http://schemas.microsoft.com/office/drawing/2014/main" id="{96BE56AA-8A96-47B4-9031-0564FCB412F7}"/>
              </a:ext>
            </a:extLst>
          </p:cNvPr>
          <p:cNvSpPr txBox="1">
            <a:spLocks noChangeArrowheads="1"/>
          </p:cNvSpPr>
          <p:nvPr/>
        </p:nvSpPr>
        <p:spPr bwMode="auto">
          <a:xfrm>
            <a:off x="6492417" y="1474323"/>
            <a:ext cx="2082744" cy="60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841248">
              <a:lnSpc>
                <a:spcPct val="100000"/>
              </a:lnSpc>
              <a:spcBef>
                <a:spcPct val="0"/>
              </a:spcBef>
              <a:spcAft>
                <a:spcPts val="600"/>
              </a:spcAft>
              <a:buNone/>
            </a:pPr>
            <a:r>
              <a:rPr lang="en-US" altLang="en-US" sz="1656" kern="1200">
                <a:solidFill>
                  <a:srgbClr val="555555"/>
                </a:solidFill>
                <a:latin typeface="Verdana" panose="020B0604030504040204" pitchFamily="34" charset="0"/>
                <a:ea typeface="+mn-ea"/>
                <a:cs typeface="+mn-cs"/>
              </a:rPr>
              <a:t>P5=30ms-5ms =25ms</a:t>
            </a:r>
            <a:endParaRPr lang="en-US" altLang="en-US" sz="1800">
              <a:latin typeface="Verdana" panose="020B0604030504040204" pitchFamily="34" charset="0"/>
            </a:endParaRPr>
          </a:p>
        </p:txBody>
      </p:sp>
      <p:cxnSp>
        <p:nvCxnSpPr>
          <p:cNvPr id="16" name="Straight Arrow Connector 15">
            <a:extLst>
              <a:ext uri="{FF2B5EF4-FFF2-40B4-BE49-F238E27FC236}">
                <a16:creationId xmlns:a16="http://schemas.microsoft.com/office/drawing/2014/main" id="{F0B50FC4-7ABE-4C50-9772-71DEB9FC8BD8}"/>
              </a:ext>
            </a:extLst>
          </p:cNvPr>
          <p:cNvCxnSpPr/>
          <p:nvPr/>
        </p:nvCxnSpPr>
        <p:spPr>
          <a:xfrm flipH="1" flipV="1">
            <a:off x="4936950" y="1474323"/>
            <a:ext cx="2293655" cy="1173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3E03BDE-439C-47D5-9629-628F5A96AAA5}"/>
              </a:ext>
            </a:extLst>
          </p:cNvPr>
          <p:cNvCxnSpPr/>
          <p:nvPr/>
        </p:nvCxnSpPr>
        <p:spPr>
          <a:xfrm flipH="1">
            <a:off x="1944653" y="1474323"/>
            <a:ext cx="2965933" cy="1080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27A8121-4E00-4C6C-9D42-4CD3741BC5F2}"/>
              </a:ext>
            </a:extLst>
          </p:cNvPr>
          <p:cNvSpPr/>
          <p:nvPr/>
        </p:nvSpPr>
        <p:spPr>
          <a:xfrm>
            <a:off x="956009" y="4024037"/>
            <a:ext cx="1704862" cy="5744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41248">
              <a:spcAft>
                <a:spcPts val="600"/>
              </a:spcAft>
              <a:defRPr/>
            </a:pPr>
            <a:r>
              <a:rPr lang="en-US" sz="1656" kern="1200">
                <a:ln>
                  <a:solidFill>
                    <a:schemeClr val="tx1"/>
                  </a:solidFill>
                </a:ln>
                <a:solidFill>
                  <a:srgbClr val="555555"/>
                </a:solidFill>
                <a:latin typeface="+mn-lt"/>
                <a:ea typeface="+mn-ea"/>
                <a:cs typeface="+mn-cs"/>
              </a:rPr>
              <a:t>CPU</a:t>
            </a:r>
            <a:endParaRPr lang="en-US">
              <a:ln>
                <a:solidFill>
                  <a:schemeClr val="tx1"/>
                </a:solidFill>
              </a:ln>
            </a:endParaRPr>
          </a:p>
        </p:txBody>
      </p:sp>
      <p:sp>
        <p:nvSpPr>
          <p:cNvPr id="20" name="Rectangle 19">
            <a:extLst>
              <a:ext uri="{FF2B5EF4-FFF2-40B4-BE49-F238E27FC236}">
                <a16:creationId xmlns:a16="http://schemas.microsoft.com/office/drawing/2014/main" id="{54F91F80-D31C-4B26-B366-BDDDE077F013}"/>
              </a:ext>
            </a:extLst>
          </p:cNvPr>
          <p:cNvSpPr/>
          <p:nvPr/>
        </p:nvSpPr>
        <p:spPr>
          <a:xfrm>
            <a:off x="2660871" y="4024037"/>
            <a:ext cx="1704862" cy="5744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41248">
              <a:spcAft>
                <a:spcPts val="600"/>
              </a:spcAft>
              <a:defRPr/>
            </a:pPr>
            <a:r>
              <a:rPr lang="en-US" sz="1656" kern="1200">
                <a:ln>
                  <a:solidFill>
                    <a:schemeClr val="tx1"/>
                  </a:solidFill>
                </a:ln>
                <a:solidFill>
                  <a:srgbClr val="555555"/>
                </a:solidFill>
                <a:latin typeface="+mn-lt"/>
                <a:ea typeface="+mn-ea"/>
                <a:cs typeface="+mn-cs"/>
              </a:rPr>
              <a:t>IO</a:t>
            </a:r>
            <a:endParaRPr lang="en-US">
              <a:ln>
                <a:solidFill>
                  <a:schemeClr val="tx1"/>
                </a:solidFill>
              </a:ln>
            </a:endParaRPr>
          </a:p>
        </p:txBody>
      </p:sp>
      <p:sp>
        <p:nvSpPr>
          <p:cNvPr id="21" name="Rectangle 20">
            <a:extLst>
              <a:ext uri="{FF2B5EF4-FFF2-40B4-BE49-F238E27FC236}">
                <a16:creationId xmlns:a16="http://schemas.microsoft.com/office/drawing/2014/main" id="{DF75198A-D8F7-4E09-A6BC-0C7130C0F8E5}"/>
              </a:ext>
            </a:extLst>
          </p:cNvPr>
          <p:cNvSpPr/>
          <p:nvPr/>
        </p:nvSpPr>
        <p:spPr>
          <a:xfrm>
            <a:off x="4365732" y="4024037"/>
            <a:ext cx="1704862" cy="5744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41248">
              <a:spcAft>
                <a:spcPts val="600"/>
              </a:spcAft>
              <a:defRPr/>
            </a:pPr>
            <a:r>
              <a:rPr lang="en-US" sz="1656" kern="1200">
                <a:ln>
                  <a:solidFill>
                    <a:schemeClr val="tx1"/>
                  </a:solidFill>
                </a:ln>
                <a:solidFill>
                  <a:srgbClr val="555555"/>
                </a:solidFill>
                <a:latin typeface="+mn-lt"/>
                <a:ea typeface="+mn-ea"/>
                <a:cs typeface="+mn-cs"/>
              </a:rPr>
              <a:t>CPU</a:t>
            </a:r>
            <a:endParaRPr lang="en-US">
              <a:ln>
                <a:solidFill>
                  <a:schemeClr val="tx1"/>
                </a:solidFill>
              </a:l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457562D-F44D-4987-B288-D0FF4CDADAB4}"/>
              </a:ext>
            </a:extLst>
          </p:cNvPr>
          <p:cNvSpPr>
            <a:spLocks noGrp="1" noChangeArrowheads="1"/>
          </p:cNvSpPr>
          <p:nvPr>
            <p:ph type="title"/>
          </p:nvPr>
        </p:nvSpPr>
        <p:spPr>
          <a:xfrm>
            <a:off x="1255909" y="882112"/>
            <a:ext cx="7519987" cy="576263"/>
          </a:xfrm>
        </p:spPr>
        <p:txBody>
          <a:bodyPr rtlCol="0">
            <a:normAutofit fontScale="90000"/>
          </a:bodyPr>
          <a:lstStyle/>
          <a:p>
            <a:pPr eaLnBrk="1" fontAlgn="auto" hangingPunct="1">
              <a:spcAft>
                <a:spcPts val="0"/>
              </a:spcAft>
              <a:defRPr/>
            </a:pPr>
            <a:r>
              <a:rPr lang="en-US" altLang="en-US" dirty="0"/>
              <a:t>Process Control Block (PCB)</a:t>
            </a:r>
          </a:p>
        </p:txBody>
      </p:sp>
      <p:sp>
        <p:nvSpPr>
          <p:cNvPr id="22531" name="Rectangle 3">
            <a:extLst>
              <a:ext uri="{FF2B5EF4-FFF2-40B4-BE49-F238E27FC236}">
                <a16:creationId xmlns:a16="http://schemas.microsoft.com/office/drawing/2014/main" id="{56A63ED2-7B8E-47CB-A758-4F9821965FEA}"/>
              </a:ext>
            </a:extLst>
          </p:cNvPr>
          <p:cNvSpPr>
            <a:spLocks noGrp="1" noChangeArrowheads="1"/>
          </p:cNvSpPr>
          <p:nvPr>
            <p:ph idx="1"/>
          </p:nvPr>
        </p:nvSpPr>
        <p:spPr>
          <a:xfrm>
            <a:off x="628748" y="1949450"/>
            <a:ext cx="6305550" cy="4772025"/>
          </a:xfrm>
        </p:spPr>
        <p:txBody>
          <a:bodyPr rtlCol="0">
            <a:normAutofit fontScale="92500" lnSpcReduction="20000"/>
          </a:bodyPr>
          <a:lstStyle/>
          <a:p>
            <a:pPr eaLnBrk="1" fontAlgn="auto" hangingPunct="1">
              <a:spcAft>
                <a:spcPts val="0"/>
              </a:spcAft>
              <a:defRPr/>
            </a:pPr>
            <a:r>
              <a:rPr lang="en-US" altLang="en-US" dirty="0"/>
              <a:t>Information of each process is in PCB </a:t>
            </a:r>
          </a:p>
          <a:p>
            <a:pPr eaLnBrk="1" fontAlgn="auto" hangingPunct="1">
              <a:spcAft>
                <a:spcPts val="0"/>
              </a:spcAft>
              <a:buFont typeface="Monotype Sorts" charset="2"/>
              <a:buNone/>
              <a:defRPr/>
            </a:pPr>
            <a:r>
              <a:rPr lang="en-US" altLang="en-US" dirty="0"/>
              <a:t>      (also called </a:t>
            </a:r>
            <a:r>
              <a:rPr lang="en-US" altLang="en-US" b="1" dirty="0">
                <a:solidFill>
                  <a:srgbClr val="3366FF"/>
                </a:solidFill>
              </a:rPr>
              <a:t>task control block</a:t>
            </a:r>
            <a:r>
              <a:rPr lang="en-US" altLang="en-US" dirty="0"/>
              <a:t>)</a:t>
            </a:r>
          </a:p>
          <a:p>
            <a:pPr eaLnBrk="1" fontAlgn="auto" hangingPunct="1">
              <a:spcAft>
                <a:spcPts val="0"/>
              </a:spcAft>
              <a:defRPr/>
            </a:pPr>
            <a:r>
              <a:rPr lang="en-US" altLang="en-US" dirty="0"/>
              <a:t>Each PCB contains:</a:t>
            </a:r>
          </a:p>
          <a:p>
            <a:pPr lvl="1" eaLnBrk="1" fontAlgn="auto" hangingPunct="1">
              <a:spcAft>
                <a:spcPts val="0"/>
              </a:spcAft>
              <a:defRPr/>
            </a:pPr>
            <a:r>
              <a:rPr lang="en-US" altLang="en-US" dirty="0"/>
              <a:t>Process state – running, waiting, </a:t>
            </a:r>
            <a:r>
              <a:rPr lang="en-US" altLang="en-US" dirty="0" err="1"/>
              <a:t>etc</a:t>
            </a:r>
            <a:endParaRPr lang="en-US" altLang="en-US" dirty="0"/>
          </a:p>
          <a:p>
            <a:pPr lvl="1" eaLnBrk="1" fontAlgn="auto" hangingPunct="1">
              <a:spcAft>
                <a:spcPts val="0"/>
              </a:spcAft>
              <a:defRPr/>
            </a:pPr>
            <a:r>
              <a:rPr lang="en-US" altLang="en-US" dirty="0"/>
              <a:t>Process number (process ID)</a:t>
            </a:r>
          </a:p>
          <a:p>
            <a:pPr lvl="1" eaLnBrk="1" fontAlgn="auto" hangingPunct="1">
              <a:spcAft>
                <a:spcPts val="0"/>
              </a:spcAft>
              <a:defRPr/>
            </a:pPr>
            <a:r>
              <a:rPr lang="en-US" altLang="en-US" dirty="0"/>
              <a:t>Program counter – location of instruction to next execute</a:t>
            </a:r>
          </a:p>
          <a:p>
            <a:pPr lvl="1" eaLnBrk="1" fontAlgn="auto" hangingPunct="1">
              <a:spcAft>
                <a:spcPts val="0"/>
              </a:spcAft>
              <a:defRPr/>
            </a:pPr>
            <a:r>
              <a:rPr lang="en-US" altLang="en-US" dirty="0"/>
              <a:t>CPU registers – contents of all process-centric registers</a:t>
            </a:r>
          </a:p>
          <a:p>
            <a:pPr lvl="1" eaLnBrk="1" fontAlgn="auto" hangingPunct="1">
              <a:spcAft>
                <a:spcPts val="0"/>
              </a:spcAft>
              <a:defRPr/>
            </a:pPr>
            <a:r>
              <a:rPr lang="en-US" altLang="en-US" dirty="0"/>
              <a:t>CPU scheduling information- priorities, scheduling queue pointers</a:t>
            </a:r>
          </a:p>
          <a:p>
            <a:pPr lvl="1" eaLnBrk="1" fontAlgn="auto" hangingPunct="1">
              <a:spcAft>
                <a:spcPts val="0"/>
              </a:spcAft>
              <a:defRPr/>
            </a:pPr>
            <a:r>
              <a:rPr lang="en-US" altLang="en-US" dirty="0"/>
              <a:t>Memory-management information – memory allocated to the process</a:t>
            </a:r>
          </a:p>
          <a:p>
            <a:pPr lvl="1" eaLnBrk="1" fontAlgn="auto" hangingPunct="1">
              <a:spcAft>
                <a:spcPts val="0"/>
              </a:spcAft>
              <a:defRPr/>
            </a:pPr>
            <a:r>
              <a:rPr lang="en-US" altLang="en-US" dirty="0"/>
              <a:t>Accounting information – CPU used, clock time elapsed since start, time limits</a:t>
            </a:r>
          </a:p>
          <a:p>
            <a:pPr lvl="1" eaLnBrk="1" fontAlgn="auto" hangingPunct="1">
              <a:spcAft>
                <a:spcPts val="0"/>
              </a:spcAft>
              <a:defRPr/>
            </a:pPr>
            <a:r>
              <a:rPr lang="en-US" altLang="en-US" dirty="0"/>
              <a:t>I/O status information – I/O devices allocated to process, list of open files</a:t>
            </a:r>
          </a:p>
          <a:p>
            <a:pPr eaLnBrk="1" fontAlgn="auto" hangingPunct="1">
              <a:spcAft>
                <a:spcPts val="0"/>
              </a:spcAft>
              <a:defRPr/>
            </a:pPr>
            <a:endParaRPr lang="en-US" altLang="en-US" dirty="0"/>
          </a:p>
        </p:txBody>
      </p:sp>
      <p:pic>
        <p:nvPicPr>
          <p:cNvPr id="43012" name="Picture 9">
            <a:extLst>
              <a:ext uri="{FF2B5EF4-FFF2-40B4-BE49-F238E27FC236}">
                <a16:creationId xmlns:a16="http://schemas.microsoft.com/office/drawing/2014/main" id="{A452AABB-D2F5-415B-AD73-C64648C27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687" y="1689735"/>
            <a:ext cx="2174875"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0F51FA2-8EC0-48FD-B437-60825B60C9DC}"/>
              </a:ext>
            </a:extLst>
          </p:cNvPr>
          <p:cNvSpPr>
            <a:spLocks noGrp="1" noChangeArrowheads="1"/>
          </p:cNvSpPr>
          <p:nvPr>
            <p:ph type="title"/>
          </p:nvPr>
        </p:nvSpPr>
        <p:spPr>
          <a:xfrm>
            <a:off x="1158631" y="769571"/>
            <a:ext cx="7645400" cy="576263"/>
          </a:xfrm>
        </p:spPr>
        <p:txBody>
          <a:bodyPr rtlCol="0">
            <a:normAutofit fontScale="90000"/>
          </a:bodyPr>
          <a:lstStyle/>
          <a:p>
            <a:pPr eaLnBrk="1" fontAlgn="auto" hangingPunct="1">
              <a:spcAft>
                <a:spcPts val="0"/>
              </a:spcAft>
              <a:defRPr/>
            </a:pPr>
            <a:r>
              <a:rPr lang="en-US" altLang="en-US" dirty="0"/>
              <a:t>Process Scheduling</a:t>
            </a:r>
          </a:p>
        </p:txBody>
      </p:sp>
      <p:sp>
        <p:nvSpPr>
          <p:cNvPr id="28675" name="Rectangle 3">
            <a:extLst>
              <a:ext uri="{FF2B5EF4-FFF2-40B4-BE49-F238E27FC236}">
                <a16:creationId xmlns:a16="http://schemas.microsoft.com/office/drawing/2014/main" id="{64E2E1E1-5507-49C0-8FB0-82B229042ADF}"/>
              </a:ext>
            </a:extLst>
          </p:cNvPr>
          <p:cNvSpPr>
            <a:spLocks noGrp="1" noChangeArrowheads="1"/>
          </p:cNvSpPr>
          <p:nvPr>
            <p:ph idx="1"/>
          </p:nvPr>
        </p:nvSpPr>
        <p:spPr>
          <a:xfrm>
            <a:off x="616976" y="2007944"/>
            <a:ext cx="10704830" cy="4495800"/>
          </a:xfrm>
        </p:spPr>
        <p:txBody>
          <a:bodyPr rtlCol="0">
            <a:normAutofit/>
          </a:bodyPr>
          <a:lstStyle/>
          <a:p>
            <a:pPr eaLnBrk="1" fontAlgn="auto" hangingPunct="1">
              <a:spcAft>
                <a:spcPts val="0"/>
              </a:spcAft>
              <a:defRPr/>
            </a:pPr>
            <a:r>
              <a:rPr lang="en-US" altLang="en-US" b="1" dirty="0">
                <a:solidFill>
                  <a:srgbClr val="3366FF"/>
                </a:solidFill>
                <a:ea typeface="MS PGothic" pitchFamily="34" charset="-128"/>
              </a:rPr>
              <a:t>Process scheduler </a:t>
            </a:r>
            <a:r>
              <a:rPr lang="en-US" altLang="en-US" dirty="0">
                <a:ea typeface="MS PGothic" pitchFamily="34" charset="-128"/>
              </a:rPr>
              <a:t>selects among available processes for next execution on CPU</a:t>
            </a:r>
          </a:p>
          <a:p>
            <a:pPr lvl="1" eaLnBrk="1" fontAlgn="auto" hangingPunct="1">
              <a:spcAft>
                <a:spcPts val="0"/>
              </a:spcAft>
              <a:defRPr/>
            </a:pPr>
            <a:r>
              <a:rPr lang="en-US" altLang="en-US" dirty="0">
                <a:ea typeface="MS PGothic" pitchFamily="34" charset="-128"/>
              </a:rPr>
              <a:t>Scheduler in multiprogramming environment maximizes CPU use.</a:t>
            </a:r>
          </a:p>
          <a:p>
            <a:pPr lvl="1" eaLnBrk="1" fontAlgn="auto" hangingPunct="1">
              <a:spcAft>
                <a:spcPts val="0"/>
              </a:spcAft>
              <a:defRPr/>
            </a:pPr>
            <a:r>
              <a:rPr lang="en-US" altLang="en-US" dirty="0">
                <a:ea typeface="MS PGothic" pitchFamily="34" charset="-128"/>
              </a:rPr>
              <a:t>In time sharing, it quickly switches processes onto CPU </a:t>
            </a:r>
          </a:p>
          <a:p>
            <a:pPr lvl="1" eaLnBrk="1" fontAlgn="auto" hangingPunct="1">
              <a:spcAft>
                <a:spcPts val="0"/>
              </a:spcAft>
              <a:defRPr/>
            </a:pPr>
            <a:endParaRPr lang="en-US" altLang="en-US" dirty="0">
              <a:ea typeface="MS PGothic" pitchFamily="34" charset="-128"/>
            </a:endParaRPr>
          </a:p>
          <a:p>
            <a:pPr eaLnBrk="1" fontAlgn="auto" hangingPunct="1">
              <a:spcAft>
                <a:spcPts val="0"/>
              </a:spcAft>
              <a:defRPr/>
            </a:pPr>
            <a:r>
              <a:rPr lang="en-US" altLang="en-US" dirty="0">
                <a:ea typeface="MS PGothic" pitchFamily="34" charset="-128"/>
              </a:rPr>
              <a:t>There are several </a:t>
            </a:r>
            <a:r>
              <a:rPr lang="en-US" altLang="en-US" b="1" dirty="0">
                <a:solidFill>
                  <a:srgbClr val="3366FF"/>
                </a:solidFill>
                <a:ea typeface="MS PGothic" pitchFamily="34" charset="-128"/>
              </a:rPr>
              <a:t>scheduling queues </a:t>
            </a:r>
            <a:r>
              <a:rPr lang="en-US" altLang="en-US" dirty="0">
                <a:ea typeface="MS PGothic" pitchFamily="34" charset="-128"/>
              </a:rPr>
              <a:t>of processes</a:t>
            </a:r>
          </a:p>
          <a:p>
            <a:pPr lvl="1" eaLnBrk="1" fontAlgn="auto" hangingPunct="1">
              <a:spcAft>
                <a:spcPts val="0"/>
              </a:spcAft>
              <a:defRPr/>
            </a:pPr>
            <a:r>
              <a:rPr lang="en-US" altLang="en-US" b="1" dirty="0">
                <a:solidFill>
                  <a:srgbClr val="3366FF"/>
                </a:solidFill>
                <a:ea typeface="MS PGothic" pitchFamily="34" charset="-128"/>
              </a:rPr>
              <a:t>Job queue </a:t>
            </a:r>
            <a:r>
              <a:rPr lang="en-US" altLang="en-US" dirty="0">
                <a:ea typeface="MS PGothic" pitchFamily="34" charset="-128"/>
              </a:rPr>
              <a:t>– set of all processes in the system</a:t>
            </a:r>
          </a:p>
          <a:p>
            <a:pPr lvl="1" eaLnBrk="1" fontAlgn="auto" hangingPunct="1">
              <a:spcAft>
                <a:spcPts val="0"/>
              </a:spcAft>
              <a:defRPr/>
            </a:pPr>
            <a:r>
              <a:rPr lang="en-US" altLang="en-US" b="1" dirty="0">
                <a:solidFill>
                  <a:srgbClr val="3366FF"/>
                </a:solidFill>
                <a:ea typeface="MS PGothic" pitchFamily="34" charset="-128"/>
              </a:rPr>
              <a:t>Ready queue </a:t>
            </a:r>
            <a:r>
              <a:rPr lang="en-US" altLang="en-US" dirty="0">
                <a:ea typeface="MS PGothic" pitchFamily="34" charset="-128"/>
              </a:rPr>
              <a:t>– set of all processes residing in main memory, ready and waiting to execute</a:t>
            </a:r>
          </a:p>
          <a:p>
            <a:pPr lvl="1" eaLnBrk="1" fontAlgn="auto" hangingPunct="1">
              <a:spcAft>
                <a:spcPts val="0"/>
              </a:spcAft>
              <a:defRPr/>
            </a:pPr>
            <a:r>
              <a:rPr lang="en-US" altLang="en-US" b="1" dirty="0">
                <a:solidFill>
                  <a:srgbClr val="3366FF"/>
                </a:solidFill>
                <a:ea typeface="MS PGothic" pitchFamily="34" charset="-128"/>
              </a:rPr>
              <a:t>Device queues </a:t>
            </a:r>
            <a:r>
              <a:rPr lang="en-US" altLang="en-US" dirty="0">
                <a:ea typeface="MS PGothic" pitchFamily="34" charset="-128"/>
              </a:rPr>
              <a:t>– set of processes waiting for an I/O device</a:t>
            </a:r>
          </a:p>
          <a:p>
            <a:pPr lvl="1" eaLnBrk="1" fontAlgn="auto" hangingPunct="1">
              <a:spcAft>
                <a:spcPts val="0"/>
              </a:spcAft>
              <a:defRPr/>
            </a:pPr>
            <a:r>
              <a:rPr lang="en-US" altLang="en-US" dirty="0">
                <a:ea typeface="MS PGothic" pitchFamily="34" charset="-128"/>
              </a:rPr>
              <a:t>Processes migrate among the various queues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3A05056-CD94-4BF1-957D-68529822AAAE}"/>
              </a:ext>
            </a:extLst>
          </p:cNvPr>
          <p:cNvSpPr>
            <a:spLocks noGrp="1"/>
          </p:cNvSpPr>
          <p:nvPr>
            <p:ph type="title"/>
          </p:nvPr>
        </p:nvSpPr>
        <p:spPr>
          <a:xfrm>
            <a:off x="1102849" y="841717"/>
            <a:ext cx="8229600" cy="576263"/>
          </a:xfrm>
        </p:spPr>
        <p:txBody>
          <a:bodyPr/>
          <a:lstStyle/>
          <a:p>
            <a:pPr eaLnBrk="1" hangingPunct="1"/>
            <a:r>
              <a:rPr lang="en-US" altLang="en-US" sz="2800" dirty="0"/>
              <a:t>Representation of Process Scheduling</a:t>
            </a:r>
          </a:p>
        </p:txBody>
      </p:sp>
      <p:pic>
        <p:nvPicPr>
          <p:cNvPr id="52227" name="Picture 4" descr="3">
            <a:extLst>
              <a:ext uri="{FF2B5EF4-FFF2-40B4-BE49-F238E27FC236}">
                <a16:creationId xmlns:a16="http://schemas.microsoft.com/office/drawing/2014/main" id="{DA35B125-7A54-49E8-9259-78AE00D0DC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2152" y="2712501"/>
            <a:ext cx="6546850"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Rectangle 3">
            <a:extLst>
              <a:ext uri="{FF2B5EF4-FFF2-40B4-BE49-F238E27FC236}">
                <a16:creationId xmlns:a16="http://schemas.microsoft.com/office/drawing/2014/main" id="{740BC78F-D6DE-4388-8D56-9B0FDDBF34CD}"/>
              </a:ext>
            </a:extLst>
          </p:cNvPr>
          <p:cNvSpPr txBox="1">
            <a:spLocks noChangeArrowheads="1"/>
          </p:cNvSpPr>
          <p:nvPr/>
        </p:nvSpPr>
        <p:spPr bwMode="auto">
          <a:xfrm>
            <a:off x="466310" y="2346106"/>
            <a:ext cx="6975475"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35000"/>
              </a:spcBef>
              <a:buClr>
                <a:srgbClr val="993300"/>
              </a:buClr>
              <a:buSzPct val="90000"/>
              <a:buFont typeface="Monotype Sorts" charset="2"/>
              <a:buChar char="n"/>
            </a:pPr>
            <a:r>
              <a:rPr kumimoji="1" lang="en-US" altLang="en-US" sz="1800" b="1">
                <a:solidFill>
                  <a:srgbClr val="3366FF"/>
                </a:solidFill>
                <a:latin typeface="Helvetica" panose="020B0604020202020204" pitchFamily="34" charset="0"/>
              </a:rPr>
              <a:t>Queueing diagram </a:t>
            </a:r>
            <a:r>
              <a:rPr kumimoji="1" lang="en-US" altLang="en-US" sz="1800">
                <a:latin typeface="Helvetica" panose="020B0604020202020204" pitchFamily="34" charset="0"/>
              </a:rPr>
              <a:t>represents queues, resources, flows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F6AAE09-ADED-435F-B0FF-D1F7069D979D}"/>
              </a:ext>
            </a:extLst>
          </p:cNvPr>
          <p:cNvSpPr>
            <a:spLocks noGrp="1" noChangeArrowheads="1"/>
          </p:cNvSpPr>
          <p:nvPr>
            <p:ph type="title"/>
          </p:nvPr>
        </p:nvSpPr>
        <p:spPr>
          <a:xfrm>
            <a:off x="912055" y="843745"/>
            <a:ext cx="8229600" cy="576262"/>
          </a:xfrm>
        </p:spPr>
        <p:txBody>
          <a:bodyPr rtlCol="0">
            <a:normAutofit fontScale="90000"/>
          </a:bodyPr>
          <a:lstStyle/>
          <a:p>
            <a:pPr eaLnBrk="1" fontAlgn="auto" hangingPunct="1">
              <a:spcAft>
                <a:spcPts val="0"/>
              </a:spcAft>
              <a:defRPr/>
            </a:pPr>
            <a:r>
              <a:rPr lang="en-US" altLang="en-US" dirty="0"/>
              <a:t>Schedulers</a:t>
            </a:r>
          </a:p>
        </p:txBody>
      </p:sp>
      <p:sp>
        <p:nvSpPr>
          <p:cNvPr id="54275" name="Rectangle 3">
            <a:extLst>
              <a:ext uri="{FF2B5EF4-FFF2-40B4-BE49-F238E27FC236}">
                <a16:creationId xmlns:a16="http://schemas.microsoft.com/office/drawing/2014/main" id="{D22DBF65-B2DD-4BD1-8F2C-2F14DCD28F36}"/>
              </a:ext>
            </a:extLst>
          </p:cNvPr>
          <p:cNvSpPr>
            <a:spLocks noGrp="1"/>
          </p:cNvSpPr>
          <p:nvPr>
            <p:ph idx="1"/>
          </p:nvPr>
        </p:nvSpPr>
        <p:spPr>
          <a:xfrm>
            <a:off x="613777" y="1642061"/>
            <a:ext cx="10359023" cy="5215939"/>
          </a:xfrm>
        </p:spPr>
        <p:txBody>
          <a:bodyPr>
            <a:normAutofit fontScale="92500" lnSpcReduction="10000"/>
          </a:bodyPr>
          <a:lstStyle/>
          <a:p>
            <a:pPr eaLnBrk="1" hangingPunct="1"/>
            <a:r>
              <a:rPr lang="en-US" altLang="en-US" sz="2400" b="1" dirty="0">
                <a:solidFill>
                  <a:srgbClr val="3366FF"/>
                </a:solidFill>
              </a:rPr>
              <a:t>Short-term scheduler  </a:t>
            </a:r>
            <a:r>
              <a:rPr lang="en-US" altLang="en-US" sz="2400" dirty="0"/>
              <a:t>(or </a:t>
            </a:r>
            <a:r>
              <a:rPr lang="en-US" altLang="en-US" sz="2400" b="1" dirty="0">
                <a:solidFill>
                  <a:srgbClr val="3366FF"/>
                </a:solidFill>
              </a:rPr>
              <a:t>CPU scheduler</a:t>
            </a:r>
            <a:r>
              <a:rPr lang="en-US" altLang="en-US" sz="2400" dirty="0"/>
              <a:t>) – selects which process should be executed next and allocates CPU</a:t>
            </a:r>
          </a:p>
          <a:p>
            <a:pPr lvl="1" eaLnBrk="1" hangingPunct="1"/>
            <a:r>
              <a:rPr lang="en-US" altLang="en-US" sz="2400" dirty="0"/>
              <a:t>Sometimes the only scheduler in a system</a:t>
            </a:r>
          </a:p>
          <a:p>
            <a:pPr lvl="1" eaLnBrk="1" hangingPunct="1"/>
            <a:r>
              <a:rPr lang="en-US" altLang="en-US" sz="2400" dirty="0"/>
              <a:t>Short-term scheduler is invoked frequently (milliseconds) </a:t>
            </a:r>
            <a:r>
              <a:rPr lang="en-US" altLang="en-US" sz="2400" dirty="0">
                <a:sym typeface="Symbol" panose="05050102010706020507" pitchFamily="18" charset="2"/>
              </a:rPr>
              <a:t> (must be fast)</a:t>
            </a:r>
            <a:endParaRPr lang="en-US" altLang="en-US" sz="1050" dirty="0">
              <a:sym typeface="Symbol" panose="05050102010706020507" pitchFamily="18" charset="2"/>
            </a:endParaRPr>
          </a:p>
          <a:p>
            <a:pPr eaLnBrk="1" hangingPunct="1"/>
            <a:r>
              <a:rPr lang="en-US" altLang="en-US" sz="2400" b="1" dirty="0">
                <a:solidFill>
                  <a:srgbClr val="3366FF"/>
                </a:solidFill>
              </a:rPr>
              <a:t>Long-term scheduler  </a:t>
            </a:r>
            <a:r>
              <a:rPr lang="en-US" altLang="en-US" sz="2400" dirty="0"/>
              <a:t>(or </a:t>
            </a:r>
            <a:r>
              <a:rPr lang="en-US" altLang="en-US" sz="2400" b="1" dirty="0">
                <a:solidFill>
                  <a:srgbClr val="3366FF"/>
                </a:solidFill>
              </a:rPr>
              <a:t>job scheduler</a:t>
            </a:r>
            <a:r>
              <a:rPr lang="en-US" altLang="en-US" sz="2400" dirty="0"/>
              <a:t>) – selects which processes should be brought into the ready queue</a:t>
            </a:r>
          </a:p>
          <a:p>
            <a:pPr lvl="1" eaLnBrk="1" hangingPunct="1"/>
            <a:r>
              <a:rPr lang="en-US" altLang="en-US" sz="2400" dirty="0">
                <a:sym typeface="Symbol" panose="05050102010706020507" pitchFamily="18" charset="2"/>
              </a:rPr>
              <a:t>Long-term scheduler is invoked  infrequently (seconds, minutes)  (may be slow)</a:t>
            </a:r>
            <a:endParaRPr lang="en-US" altLang="en-US" sz="1050" dirty="0">
              <a:sym typeface="Symbol" panose="05050102010706020507" pitchFamily="18" charset="2"/>
            </a:endParaRPr>
          </a:p>
          <a:p>
            <a:pPr lvl="1" eaLnBrk="1" hangingPunct="1"/>
            <a:r>
              <a:rPr lang="en-US" altLang="en-US" sz="2400" dirty="0">
                <a:sym typeface="Symbol" panose="05050102010706020507" pitchFamily="18" charset="2"/>
              </a:rPr>
              <a:t>The long-term scheduler controls the </a:t>
            </a:r>
            <a:r>
              <a:rPr lang="en-US" altLang="en-US" sz="2400" b="1" dirty="0">
                <a:solidFill>
                  <a:srgbClr val="3366FF"/>
                </a:solidFill>
                <a:sym typeface="Symbol" panose="05050102010706020507" pitchFamily="18" charset="2"/>
              </a:rPr>
              <a:t>degree of multiprogramming</a:t>
            </a:r>
            <a:endParaRPr lang="en-US" altLang="en-US" sz="1050" i="1" dirty="0">
              <a:sym typeface="Symbol" panose="05050102010706020507" pitchFamily="18" charset="2"/>
            </a:endParaRPr>
          </a:p>
          <a:p>
            <a:pPr eaLnBrk="1" hangingPunct="1"/>
            <a:r>
              <a:rPr lang="en-US" altLang="en-US" sz="2400" dirty="0">
                <a:sym typeface="Symbol" panose="05050102010706020507" pitchFamily="18" charset="2"/>
              </a:rPr>
              <a:t>Processes can be described as either:</a:t>
            </a:r>
          </a:p>
          <a:p>
            <a:pPr lvl="1" eaLnBrk="1" hangingPunct="1"/>
            <a:r>
              <a:rPr lang="en-US" altLang="en-US" sz="2400" b="1" dirty="0">
                <a:solidFill>
                  <a:srgbClr val="3366FF"/>
                </a:solidFill>
                <a:sym typeface="Symbol" panose="05050102010706020507" pitchFamily="18" charset="2"/>
              </a:rPr>
              <a:t>I/O-bound process</a:t>
            </a:r>
            <a:r>
              <a:rPr lang="en-US" altLang="en-US" sz="2400" dirty="0">
                <a:solidFill>
                  <a:srgbClr val="000000"/>
                </a:solidFill>
                <a:sym typeface="Symbol" panose="05050102010706020507" pitchFamily="18" charset="2"/>
              </a:rPr>
              <a:t> </a:t>
            </a:r>
            <a:r>
              <a:rPr lang="en-US" altLang="en-US" sz="2400" dirty="0">
                <a:sym typeface="Symbol" panose="05050102010706020507" pitchFamily="18" charset="2"/>
              </a:rPr>
              <a:t>– spends more time doing I/O than computations, many short CPU bursts</a:t>
            </a:r>
          </a:p>
          <a:p>
            <a:pPr lvl="1" eaLnBrk="1" hangingPunct="1"/>
            <a:r>
              <a:rPr lang="en-US" altLang="en-US" sz="2400" b="1" dirty="0">
                <a:solidFill>
                  <a:srgbClr val="3366FF"/>
                </a:solidFill>
                <a:sym typeface="Symbol" panose="05050102010706020507" pitchFamily="18" charset="2"/>
              </a:rPr>
              <a:t>CPU-bound process </a:t>
            </a:r>
            <a:r>
              <a:rPr lang="en-US" altLang="en-US" sz="2400" dirty="0">
                <a:sym typeface="Symbol" panose="05050102010706020507" pitchFamily="18" charset="2"/>
              </a:rPr>
              <a:t>– spends more time doing computations; few very long CPU bursts</a:t>
            </a:r>
          </a:p>
          <a:p>
            <a:pPr eaLnBrk="1" hangingPunct="1"/>
            <a:r>
              <a:rPr lang="en-US" altLang="en-US" sz="2400" dirty="0">
                <a:sym typeface="Symbol" panose="05050102010706020507" pitchFamily="18" charset="2"/>
              </a:rPr>
              <a:t>Long-term scheduler strives for good </a:t>
            </a:r>
            <a:r>
              <a:rPr lang="en-US" altLang="en-US" sz="2400" b="1" i="1" dirty="0">
                <a:sym typeface="Symbol" panose="05050102010706020507" pitchFamily="18" charset="2"/>
              </a:rPr>
              <a:t>process mix</a:t>
            </a:r>
            <a:endParaRPr lang="en-US" altLang="en-US" sz="2400" dirty="0">
              <a:sym typeface="Symbol" panose="05050102010706020507" pitchFamily="18" charset="2"/>
            </a:endParaRPr>
          </a:p>
          <a:p>
            <a:pPr eaLnBrk="1" hangingPunct="1"/>
            <a:endParaRPr lang="en-US" altLang="en-US" sz="4800" dirty="0"/>
          </a:p>
          <a:p>
            <a:pPr eaLnBrk="1" hangingPunct="1"/>
            <a:endParaRPr lang="en-US" altLang="en-US" sz="4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4D3DD1B-D704-49D7-B2F4-3B08015B74DD}"/>
              </a:ext>
            </a:extLst>
          </p:cNvPr>
          <p:cNvSpPr>
            <a:spLocks noGrp="1" noChangeArrowheads="1"/>
          </p:cNvSpPr>
          <p:nvPr>
            <p:ph type="title"/>
          </p:nvPr>
        </p:nvSpPr>
        <p:spPr>
          <a:xfrm>
            <a:off x="695325" y="832217"/>
            <a:ext cx="8229600" cy="576262"/>
          </a:xfrm>
        </p:spPr>
        <p:txBody>
          <a:bodyPr rtlCol="0">
            <a:normAutofit fontScale="90000"/>
          </a:bodyPr>
          <a:lstStyle/>
          <a:p>
            <a:pPr eaLnBrk="1" fontAlgn="auto" hangingPunct="1">
              <a:spcAft>
                <a:spcPts val="0"/>
              </a:spcAft>
              <a:defRPr/>
            </a:pPr>
            <a:r>
              <a:rPr lang="en-US" altLang="en-US" dirty="0"/>
              <a:t>Addition of Medium Term Scheduling</a:t>
            </a:r>
          </a:p>
        </p:txBody>
      </p:sp>
      <p:pic>
        <p:nvPicPr>
          <p:cNvPr id="56323" name="Picture 11">
            <a:extLst>
              <a:ext uri="{FF2B5EF4-FFF2-40B4-BE49-F238E27FC236}">
                <a16:creationId xmlns:a16="http://schemas.microsoft.com/office/drawing/2014/main" id="{63660267-679A-4EA0-B719-6A7E833AE0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6595" y="3849688"/>
            <a:ext cx="7327900"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Rectangle 3">
            <a:extLst>
              <a:ext uri="{FF2B5EF4-FFF2-40B4-BE49-F238E27FC236}">
                <a16:creationId xmlns:a16="http://schemas.microsoft.com/office/drawing/2014/main" id="{5728AE7F-82C4-4414-A066-BCE23FE7475D}"/>
              </a:ext>
            </a:extLst>
          </p:cNvPr>
          <p:cNvSpPr txBox="1">
            <a:spLocks noChangeArrowheads="1"/>
          </p:cNvSpPr>
          <p:nvPr/>
        </p:nvSpPr>
        <p:spPr bwMode="auto">
          <a:xfrm>
            <a:off x="695325" y="2181079"/>
            <a:ext cx="10502558"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1060450" indent="-407988">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35000"/>
              </a:spcBef>
              <a:buClr>
                <a:srgbClr val="993300"/>
              </a:buClr>
              <a:buSzPct val="90000"/>
              <a:buFont typeface="Monotype Sorts" charset="2"/>
              <a:buChar char="n"/>
            </a:pPr>
            <a:r>
              <a:rPr kumimoji="1" lang="en-US" altLang="en-US" sz="2000" b="1" dirty="0">
                <a:solidFill>
                  <a:srgbClr val="3366FF"/>
                </a:solidFill>
                <a:latin typeface="Helvetica" panose="020B0604020202020204" pitchFamily="34" charset="0"/>
              </a:rPr>
              <a:t>Medium-term scheduler  </a:t>
            </a:r>
            <a:r>
              <a:rPr kumimoji="1" lang="en-US" altLang="en-US" sz="2000" dirty="0">
                <a:latin typeface="Helvetica" panose="020B0604020202020204" pitchFamily="34" charset="0"/>
              </a:rPr>
              <a:t>can be added if degree of multiple programming needs to decrease</a:t>
            </a:r>
          </a:p>
          <a:p>
            <a:pPr lvl="1">
              <a:lnSpc>
                <a:spcPct val="100000"/>
              </a:lnSpc>
              <a:spcBef>
                <a:spcPct val="35000"/>
              </a:spcBef>
              <a:buClr>
                <a:srgbClr val="CC6600"/>
              </a:buClr>
              <a:buSzPct val="80000"/>
              <a:buFont typeface="Monotype Sorts" charset="2"/>
              <a:buChar char="l"/>
            </a:pPr>
            <a:r>
              <a:rPr kumimoji="1" lang="en-US" altLang="en-US" sz="2000" dirty="0">
                <a:latin typeface="Helvetica" panose="020B0604020202020204" pitchFamily="34" charset="0"/>
              </a:rPr>
              <a:t>Remove process from memory, store on disk, bring back in from disk to continue execution: </a:t>
            </a:r>
            <a:r>
              <a:rPr kumimoji="1" lang="en-US" altLang="en-US" sz="2000" b="1" dirty="0">
                <a:solidFill>
                  <a:srgbClr val="3366FF"/>
                </a:solidFill>
                <a:latin typeface="Helvetica" panose="020B0604020202020204" pitchFamily="34" charset="0"/>
              </a:rPr>
              <a:t>swapping</a:t>
            </a:r>
          </a:p>
          <a:p>
            <a:pPr>
              <a:lnSpc>
                <a:spcPct val="100000"/>
              </a:lnSpc>
              <a:spcBef>
                <a:spcPct val="35000"/>
              </a:spcBef>
              <a:buClr>
                <a:srgbClr val="993300"/>
              </a:buClr>
              <a:buSzPct val="90000"/>
              <a:buFont typeface="Monotype Sorts" charset="2"/>
              <a:buChar char="n"/>
            </a:pPr>
            <a:endParaRPr kumimoji="1" lang="en-US" altLang="en-US" sz="2000" dirty="0">
              <a:latin typeface="Helvetica" panose="020B0604020202020204" pitchFamily="34" charset="0"/>
            </a:endParaRPr>
          </a:p>
          <a:p>
            <a:pPr>
              <a:lnSpc>
                <a:spcPct val="100000"/>
              </a:lnSpc>
              <a:spcBef>
                <a:spcPct val="35000"/>
              </a:spcBef>
              <a:buClr>
                <a:srgbClr val="993300"/>
              </a:buClr>
              <a:buSzPct val="90000"/>
              <a:buFont typeface="Monotype Sorts" charset="2"/>
              <a:buChar char="n"/>
            </a:pPr>
            <a:endParaRPr kumimoji="1" lang="en-US" altLang="en-US" sz="2000" dirty="0">
              <a:latin typeface="Helvetica"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5077D5C-A759-E8F7-64D8-61664CA05D1C}"/>
                  </a:ext>
                </a:extLst>
              </p14:cNvPr>
              <p14:cNvContentPartPr/>
              <p14:nvPr/>
            </p14:nvContentPartPr>
            <p14:xfrm>
              <a:off x="1698840" y="2518560"/>
              <a:ext cx="1292040" cy="19080"/>
            </p14:xfrm>
          </p:contentPart>
        </mc:Choice>
        <mc:Fallback xmlns="">
          <p:pic>
            <p:nvPicPr>
              <p:cNvPr id="2" name="Ink 1">
                <a:extLst>
                  <a:ext uri="{FF2B5EF4-FFF2-40B4-BE49-F238E27FC236}">
                    <a16:creationId xmlns:a16="http://schemas.microsoft.com/office/drawing/2014/main" id="{E5077D5C-A759-E8F7-64D8-61664CA05D1C}"/>
                  </a:ext>
                </a:extLst>
              </p:cNvPr>
              <p:cNvPicPr/>
              <p:nvPr/>
            </p:nvPicPr>
            <p:blipFill>
              <a:blip r:embed="rId5"/>
              <a:stretch>
                <a:fillRect/>
              </a:stretch>
            </p:blipFill>
            <p:spPr>
              <a:xfrm>
                <a:off x="1689480" y="2509200"/>
                <a:ext cx="1310760" cy="3780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8051605-6884-4971-99BD-491F0C56BDDD}"/>
              </a:ext>
            </a:extLst>
          </p:cNvPr>
          <p:cNvSpPr>
            <a:spLocks noGrp="1" noChangeArrowheads="1"/>
          </p:cNvSpPr>
          <p:nvPr>
            <p:ph type="title"/>
          </p:nvPr>
        </p:nvSpPr>
        <p:spPr>
          <a:xfrm>
            <a:off x="743243" y="846138"/>
            <a:ext cx="8229600" cy="576262"/>
          </a:xfrm>
        </p:spPr>
        <p:txBody>
          <a:bodyPr rtlCol="0">
            <a:normAutofit fontScale="90000"/>
          </a:bodyPr>
          <a:lstStyle/>
          <a:p>
            <a:pPr eaLnBrk="1" fontAlgn="auto" hangingPunct="1">
              <a:spcAft>
                <a:spcPts val="0"/>
              </a:spcAft>
              <a:defRPr/>
            </a:pPr>
            <a:r>
              <a:rPr lang="en-US" altLang="en-US" dirty="0"/>
              <a:t>Context Switch</a:t>
            </a:r>
          </a:p>
        </p:txBody>
      </p:sp>
      <p:sp>
        <p:nvSpPr>
          <p:cNvPr id="36867" name="Rectangle 3">
            <a:extLst>
              <a:ext uri="{FF2B5EF4-FFF2-40B4-BE49-F238E27FC236}">
                <a16:creationId xmlns:a16="http://schemas.microsoft.com/office/drawing/2014/main" id="{C1278D48-5B70-4B00-8E76-4825411A76F7}"/>
              </a:ext>
            </a:extLst>
          </p:cNvPr>
          <p:cNvSpPr>
            <a:spLocks noGrp="1" noChangeArrowheads="1"/>
          </p:cNvSpPr>
          <p:nvPr>
            <p:ph idx="1"/>
          </p:nvPr>
        </p:nvSpPr>
        <p:spPr>
          <a:xfrm>
            <a:off x="743243" y="2041378"/>
            <a:ext cx="10097989" cy="4448175"/>
          </a:xfrm>
        </p:spPr>
        <p:txBody>
          <a:bodyPr rtlCol="0">
            <a:normAutofit/>
          </a:bodyPr>
          <a:lstStyle/>
          <a:p>
            <a:pPr eaLnBrk="1" fontAlgn="auto" hangingPunct="1">
              <a:spcAft>
                <a:spcPts val="0"/>
              </a:spcAft>
              <a:defRPr/>
            </a:pPr>
            <a:r>
              <a:rPr lang="en-US" altLang="en-US" dirty="0"/>
              <a:t>When CPU switches to another process, the system must </a:t>
            </a:r>
            <a:r>
              <a:rPr lang="en-US" altLang="en-US" b="1" dirty="0">
                <a:solidFill>
                  <a:srgbClr val="3366FF"/>
                </a:solidFill>
              </a:rPr>
              <a:t>save the state </a:t>
            </a:r>
            <a:r>
              <a:rPr lang="en-US" altLang="en-US" dirty="0"/>
              <a:t>of the old process and load the </a:t>
            </a:r>
            <a:r>
              <a:rPr lang="en-US" altLang="en-US" b="1" dirty="0">
                <a:solidFill>
                  <a:srgbClr val="3366FF"/>
                </a:solidFill>
              </a:rPr>
              <a:t>saved state </a:t>
            </a:r>
            <a:r>
              <a:rPr lang="en-US" altLang="en-US" dirty="0"/>
              <a:t>for the new process via a </a:t>
            </a:r>
            <a:r>
              <a:rPr lang="en-US" altLang="en-US" b="1" dirty="0">
                <a:solidFill>
                  <a:srgbClr val="3366FF"/>
                </a:solidFill>
              </a:rPr>
              <a:t>context switch</a:t>
            </a:r>
            <a:endParaRPr lang="en-US" altLang="en-US" dirty="0"/>
          </a:p>
          <a:p>
            <a:pPr eaLnBrk="1" fontAlgn="auto" hangingPunct="1">
              <a:spcAft>
                <a:spcPts val="0"/>
              </a:spcAft>
              <a:defRPr/>
            </a:pPr>
            <a:r>
              <a:rPr lang="en-US" altLang="en-US" b="1" dirty="0">
                <a:solidFill>
                  <a:srgbClr val="3366FF"/>
                </a:solidFill>
              </a:rPr>
              <a:t>Context </a:t>
            </a:r>
            <a:r>
              <a:rPr lang="en-US" altLang="en-US" dirty="0"/>
              <a:t>of a process represented in the PCB</a:t>
            </a:r>
          </a:p>
          <a:p>
            <a:pPr eaLnBrk="1" fontAlgn="auto" hangingPunct="1">
              <a:spcAft>
                <a:spcPts val="0"/>
              </a:spcAft>
              <a:defRPr/>
            </a:pPr>
            <a:r>
              <a:rPr lang="en-US" altLang="en-US" dirty="0"/>
              <a:t>Context-switch time is overhead; the system does no useful work while switching</a:t>
            </a:r>
          </a:p>
          <a:p>
            <a:pPr lvl="1" eaLnBrk="1" fontAlgn="auto" hangingPunct="1">
              <a:spcAft>
                <a:spcPts val="0"/>
              </a:spcAft>
              <a:defRPr/>
            </a:pPr>
            <a:r>
              <a:rPr lang="en-US" altLang="en-US" dirty="0"/>
              <a:t>The more complex the OS and the PCB </a:t>
            </a:r>
            <a:r>
              <a:rPr lang="en-US" altLang="en-US" dirty="0">
                <a:sym typeface="Wingdings" panose="05000000000000000000" pitchFamily="2" charset="2"/>
              </a:rPr>
              <a:t> the </a:t>
            </a:r>
            <a:r>
              <a:rPr lang="en-US" altLang="en-US" dirty="0"/>
              <a:t>longer the context switch</a:t>
            </a:r>
          </a:p>
          <a:p>
            <a:pPr eaLnBrk="1" fontAlgn="auto" hangingPunct="1">
              <a:spcAft>
                <a:spcPts val="0"/>
              </a:spcAft>
              <a:defRPr/>
            </a:pPr>
            <a:r>
              <a:rPr lang="en-US" altLang="en-US" dirty="0"/>
              <a:t>Time dependent on hardware support</a:t>
            </a:r>
          </a:p>
          <a:p>
            <a:pPr lvl="1" eaLnBrk="1" fontAlgn="auto" hangingPunct="1">
              <a:spcAft>
                <a:spcPts val="0"/>
              </a:spcAft>
              <a:defRPr/>
            </a:pPr>
            <a:r>
              <a:rPr lang="en-US" altLang="en-US" dirty="0"/>
              <a:t>Some hardware provides multiple sets of registers per CPU </a:t>
            </a:r>
            <a:r>
              <a:rPr lang="en-US" altLang="en-US" dirty="0">
                <a:sym typeface="Wingdings" panose="05000000000000000000" pitchFamily="2" charset="2"/>
              </a:rPr>
              <a:t></a:t>
            </a:r>
            <a:r>
              <a:rPr lang="en-US" altLang="en-US" dirty="0"/>
              <a:t> multiple contexts loaded at once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05779C4-AE99-462F-B2BB-E39AB9B648B1}"/>
              </a:ext>
            </a:extLst>
          </p:cNvPr>
          <p:cNvSpPr>
            <a:spLocks noGrp="1" noChangeArrowheads="1"/>
          </p:cNvSpPr>
          <p:nvPr>
            <p:ph type="title"/>
          </p:nvPr>
        </p:nvSpPr>
        <p:spPr>
          <a:xfrm>
            <a:off x="1348153" y="803349"/>
            <a:ext cx="8229600" cy="576262"/>
          </a:xfrm>
        </p:spPr>
        <p:txBody>
          <a:bodyPr rtlCol="0">
            <a:normAutofit fontScale="90000"/>
          </a:bodyPr>
          <a:lstStyle/>
          <a:p>
            <a:pPr eaLnBrk="1" fontAlgn="auto" hangingPunct="1">
              <a:spcAft>
                <a:spcPts val="0"/>
              </a:spcAft>
              <a:defRPr/>
            </a:pPr>
            <a:r>
              <a:rPr lang="en-US" altLang="en-US" dirty="0"/>
              <a:t>Operations on Processes</a:t>
            </a:r>
          </a:p>
        </p:txBody>
      </p:sp>
      <p:sp>
        <p:nvSpPr>
          <p:cNvPr id="60419" name="Rectangle 3">
            <a:extLst>
              <a:ext uri="{FF2B5EF4-FFF2-40B4-BE49-F238E27FC236}">
                <a16:creationId xmlns:a16="http://schemas.microsoft.com/office/drawing/2014/main" id="{368D5422-8C10-435C-AA9A-A496DEEA15E8}"/>
              </a:ext>
            </a:extLst>
          </p:cNvPr>
          <p:cNvSpPr>
            <a:spLocks noGrp="1"/>
          </p:cNvSpPr>
          <p:nvPr>
            <p:ph idx="1"/>
          </p:nvPr>
        </p:nvSpPr>
        <p:spPr>
          <a:xfrm>
            <a:off x="985007" y="2409825"/>
            <a:ext cx="7480300" cy="4448175"/>
          </a:xfrm>
        </p:spPr>
        <p:txBody>
          <a:bodyPr>
            <a:normAutofit/>
          </a:bodyPr>
          <a:lstStyle/>
          <a:p>
            <a:pPr eaLnBrk="1" hangingPunct="1"/>
            <a:r>
              <a:rPr lang="en-US" altLang="en-US" sz="3200" dirty="0"/>
              <a:t>System must provide mechanisms for:</a:t>
            </a:r>
          </a:p>
          <a:p>
            <a:pPr lvl="1" eaLnBrk="1" hangingPunct="1"/>
            <a:r>
              <a:rPr lang="en-US" altLang="en-US" sz="2800" dirty="0"/>
              <a:t> process creation,</a:t>
            </a:r>
          </a:p>
          <a:p>
            <a:pPr lvl="1" eaLnBrk="1" hangingPunct="1"/>
            <a:r>
              <a:rPr lang="en-US" altLang="en-US" sz="2800" dirty="0"/>
              <a:t> process termination,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1033843-3546-4CE6-8A57-C88131F2F41A}"/>
              </a:ext>
            </a:extLst>
          </p:cNvPr>
          <p:cNvSpPr>
            <a:spLocks noGrp="1" noChangeArrowheads="1"/>
          </p:cNvSpPr>
          <p:nvPr>
            <p:ph type="title"/>
          </p:nvPr>
        </p:nvSpPr>
        <p:spPr>
          <a:xfrm>
            <a:off x="1418493" y="718943"/>
            <a:ext cx="8229600" cy="576262"/>
          </a:xfrm>
        </p:spPr>
        <p:txBody>
          <a:bodyPr rtlCol="0">
            <a:normAutofit fontScale="90000"/>
          </a:bodyPr>
          <a:lstStyle/>
          <a:p>
            <a:pPr eaLnBrk="1" fontAlgn="auto" hangingPunct="1">
              <a:spcAft>
                <a:spcPts val="0"/>
              </a:spcAft>
              <a:defRPr/>
            </a:pPr>
            <a:r>
              <a:rPr lang="en-US" altLang="en-US" dirty="0"/>
              <a:t>Process Creation</a:t>
            </a:r>
          </a:p>
        </p:txBody>
      </p:sp>
      <p:sp>
        <p:nvSpPr>
          <p:cNvPr id="40963" name="Rectangle 3">
            <a:extLst>
              <a:ext uri="{FF2B5EF4-FFF2-40B4-BE49-F238E27FC236}">
                <a16:creationId xmlns:a16="http://schemas.microsoft.com/office/drawing/2014/main" id="{0D0BFA30-F7FD-4E17-B49C-7F8C7B52EC9B}"/>
              </a:ext>
            </a:extLst>
          </p:cNvPr>
          <p:cNvSpPr>
            <a:spLocks noGrp="1" noChangeArrowheads="1"/>
          </p:cNvSpPr>
          <p:nvPr>
            <p:ph idx="1"/>
          </p:nvPr>
        </p:nvSpPr>
        <p:spPr>
          <a:xfrm>
            <a:off x="450448" y="1781175"/>
            <a:ext cx="10165690" cy="5076825"/>
          </a:xfrm>
        </p:spPr>
        <p:txBody>
          <a:bodyPr rtlCol="0">
            <a:normAutofit/>
          </a:bodyPr>
          <a:lstStyle/>
          <a:p>
            <a:pPr eaLnBrk="1" fontAlgn="auto" hangingPunct="1">
              <a:spcAft>
                <a:spcPts val="0"/>
              </a:spcAft>
              <a:defRPr/>
            </a:pPr>
            <a:r>
              <a:rPr lang="en-US" altLang="en-US" b="1" dirty="0">
                <a:solidFill>
                  <a:srgbClr val="3366FF"/>
                </a:solidFill>
              </a:rPr>
              <a:t>Parent</a:t>
            </a:r>
            <a:r>
              <a:rPr lang="en-US" altLang="en-US" b="1" dirty="0"/>
              <a:t> </a:t>
            </a:r>
            <a:r>
              <a:rPr lang="en-US" altLang="en-US" dirty="0"/>
              <a:t>process create </a:t>
            </a:r>
            <a:r>
              <a:rPr lang="en-US" altLang="en-US" b="1" dirty="0">
                <a:solidFill>
                  <a:srgbClr val="3366FF"/>
                </a:solidFill>
              </a:rPr>
              <a:t>children</a:t>
            </a:r>
            <a:r>
              <a:rPr lang="en-US" altLang="en-US" b="1" dirty="0"/>
              <a:t> </a:t>
            </a:r>
            <a:r>
              <a:rPr lang="en-US" altLang="en-US" dirty="0"/>
              <a:t>processes, which, in turn create other processes, forming a </a:t>
            </a:r>
            <a:r>
              <a:rPr lang="en-US" altLang="en-US" b="1" dirty="0">
                <a:solidFill>
                  <a:srgbClr val="3366FF"/>
                </a:solidFill>
              </a:rPr>
              <a:t>tree</a:t>
            </a:r>
            <a:r>
              <a:rPr lang="en-US" altLang="en-US" dirty="0"/>
              <a:t> of processes</a:t>
            </a:r>
            <a:endParaRPr lang="en-US" altLang="en-US" sz="800" dirty="0"/>
          </a:p>
          <a:p>
            <a:pPr eaLnBrk="1" fontAlgn="auto" hangingPunct="1">
              <a:spcAft>
                <a:spcPts val="0"/>
              </a:spcAft>
              <a:defRPr/>
            </a:pPr>
            <a:r>
              <a:rPr lang="en-US" altLang="en-US" dirty="0"/>
              <a:t>Generally, process identified and managed via a</a:t>
            </a:r>
            <a:r>
              <a:rPr lang="en-US" altLang="en-US" b="1" dirty="0"/>
              <a:t> </a:t>
            </a:r>
            <a:r>
              <a:rPr lang="en-US" altLang="en-US" b="1" dirty="0">
                <a:solidFill>
                  <a:srgbClr val="3366FF"/>
                </a:solidFill>
              </a:rPr>
              <a:t>process identifier </a:t>
            </a:r>
            <a:r>
              <a:rPr lang="en-US" altLang="en-US" dirty="0"/>
              <a:t>(</a:t>
            </a:r>
            <a:r>
              <a:rPr lang="en-US" altLang="en-US" b="1" dirty="0" err="1">
                <a:solidFill>
                  <a:srgbClr val="3366FF"/>
                </a:solidFill>
              </a:rPr>
              <a:t>pid</a:t>
            </a:r>
            <a:r>
              <a:rPr lang="en-US" altLang="en-US" dirty="0"/>
              <a:t>)</a:t>
            </a:r>
            <a:endParaRPr lang="en-US" altLang="en-US" sz="800" dirty="0"/>
          </a:p>
          <a:p>
            <a:pPr eaLnBrk="1" fontAlgn="auto" hangingPunct="1">
              <a:spcAft>
                <a:spcPts val="0"/>
              </a:spcAft>
              <a:defRPr/>
            </a:pPr>
            <a:r>
              <a:rPr lang="en-US" altLang="en-US" dirty="0"/>
              <a:t>Resource sharing options</a:t>
            </a:r>
          </a:p>
          <a:p>
            <a:pPr lvl="1" eaLnBrk="1" fontAlgn="auto" hangingPunct="1">
              <a:spcAft>
                <a:spcPts val="0"/>
              </a:spcAft>
              <a:defRPr/>
            </a:pPr>
            <a:r>
              <a:rPr lang="en-US" altLang="en-US" dirty="0"/>
              <a:t>Parent and children share all resources</a:t>
            </a:r>
          </a:p>
          <a:p>
            <a:pPr lvl="1" eaLnBrk="1" fontAlgn="auto" hangingPunct="1">
              <a:spcAft>
                <a:spcPts val="0"/>
              </a:spcAft>
              <a:defRPr/>
            </a:pPr>
            <a:r>
              <a:rPr lang="en-US" altLang="en-US" dirty="0"/>
              <a:t>Children share subset of parent</a:t>
            </a:r>
            <a:r>
              <a:rPr lang="ja-JP" altLang="en-US" dirty="0"/>
              <a:t>’</a:t>
            </a:r>
            <a:r>
              <a:rPr lang="en-US" altLang="ja-JP" dirty="0"/>
              <a:t>s resources</a:t>
            </a:r>
          </a:p>
          <a:p>
            <a:pPr lvl="1" eaLnBrk="1" fontAlgn="auto" hangingPunct="1">
              <a:spcAft>
                <a:spcPts val="0"/>
              </a:spcAft>
              <a:defRPr/>
            </a:pPr>
            <a:r>
              <a:rPr lang="en-US" altLang="en-US" dirty="0"/>
              <a:t>Parent and child share no resources</a:t>
            </a:r>
            <a:endParaRPr lang="en-US" altLang="en-US" sz="800" dirty="0"/>
          </a:p>
          <a:p>
            <a:pPr eaLnBrk="1" fontAlgn="auto" hangingPunct="1">
              <a:spcAft>
                <a:spcPts val="0"/>
              </a:spcAft>
              <a:defRPr/>
            </a:pPr>
            <a:r>
              <a:rPr lang="en-US" altLang="en-US" dirty="0"/>
              <a:t>Execution options</a:t>
            </a:r>
          </a:p>
          <a:p>
            <a:pPr lvl="1" eaLnBrk="1" fontAlgn="auto" hangingPunct="1">
              <a:spcAft>
                <a:spcPts val="0"/>
              </a:spcAft>
              <a:defRPr/>
            </a:pPr>
            <a:r>
              <a:rPr lang="en-US" altLang="en-US" dirty="0"/>
              <a:t>Parent and children execute concurrently</a:t>
            </a:r>
          </a:p>
          <a:p>
            <a:pPr lvl="1" eaLnBrk="1" fontAlgn="auto" hangingPunct="1">
              <a:spcAft>
                <a:spcPts val="0"/>
              </a:spcAft>
              <a:defRPr/>
            </a:pPr>
            <a:r>
              <a:rPr lang="en-US" altLang="en-US" dirty="0"/>
              <a:t>Parent waits until children terminate</a:t>
            </a:r>
          </a:p>
          <a:p>
            <a:pPr eaLnBrk="1" fontAlgn="auto" hangingPunct="1">
              <a:spcAft>
                <a:spcPts val="0"/>
              </a:spcAft>
              <a:buFont typeface="Monotype Sorts" charset="2"/>
              <a:buNone/>
              <a:defRPr/>
            </a:pPr>
            <a:endParaRPr lang="en-US" alt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01B0D17-E98E-66B9-A090-611D9FA947E9}"/>
                  </a:ext>
                </a:extLst>
              </p14:cNvPr>
              <p14:cNvContentPartPr/>
              <p14:nvPr/>
            </p14:nvContentPartPr>
            <p14:xfrm>
              <a:off x="2649600" y="3715920"/>
              <a:ext cx="10440" cy="12240"/>
            </p14:xfrm>
          </p:contentPart>
        </mc:Choice>
        <mc:Fallback xmlns="">
          <p:pic>
            <p:nvPicPr>
              <p:cNvPr id="2" name="Ink 1">
                <a:extLst>
                  <a:ext uri="{FF2B5EF4-FFF2-40B4-BE49-F238E27FC236}">
                    <a16:creationId xmlns:a16="http://schemas.microsoft.com/office/drawing/2014/main" id="{201B0D17-E98E-66B9-A090-611D9FA947E9}"/>
                  </a:ext>
                </a:extLst>
              </p:cNvPr>
              <p:cNvPicPr/>
              <p:nvPr/>
            </p:nvPicPr>
            <p:blipFill>
              <a:blip r:embed="rId4"/>
              <a:stretch>
                <a:fillRect/>
              </a:stretch>
            </p:blipFill>
            <p:spPr>
              <a:xfrm>
                <a:off x="2640240" y="3706560"/>
                <a:ext cx="29160" cy="3096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0C55D-4544-432D-ADDF-F7CB3B184D6D}"/>
              </a:ext>
            </a:extLst>
          </p:cNvPr>
          <p:cNvSpPr/>
          <p:nvPr/>
        </p:nvSpPr>
        <p:spPr>
          <a:xfrm>
            <a:off x="1278732" y="585788"/>
            <a:ext cx="2771775" cy="24574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n>
                  <a:solidFill>
                    <a:schemeClr val="tx1"/>
                  </a:solidFill>
                </a:ln>
                <a:solidFill>
                  <a:schemeClr val="tx1"/>
                </a:solidFill>
              </a:rPr>
              <a:t>Print(A)</a:t>
            </a:r>
          </a:p>
          <a:p>
            <a:pPr algn="ctr">
              <a:defRPr/>
            </a:pPr>
            <a:r>
              <a:rPr lang="en-US" dirty="0">
                <a:ln>
                  <a:solidFill>
                    <a:schemeClr val="tx1"/>
                  </a:solidFill>
                </a:ln>
                <a:solidFill>
                  <a:schemeClr val="tx1"/>
                </a:solidFill>
              </a:rPr>
              <a:t>Print(B)</a:t>
            </a:r>
          </a:p>
          <a:p>
            <a:pPr algn="ctr">
              <a:defRPr/>
            </a:pPr>
            <a:endParaRPr lang="en-US" dirty="0">
              <a:ln>
                <a:solidFill>
                  <a:schemeClr val="tx1"/>
                </a:solidFill>
              </a:ln>
              <a:solidFill>
                <a:schemeClr val="tx1"/>
              </a:solidFill>
            </a:endParaRPr>
          </a:p>
          <a:p>
            <a:pPr algn="ctr">
              <a:defRPr/>
            </a:pPr>
            <a:r>
              <a:rPr lang="en-US" dirty="0">
                <a:ln>
                  <a:solidFill>
                    <a:schemeClr val="tx1"/>
                  </a:solidFill>
                </a:ln>
                <a:solidFill>
                  <a:schemeClr val="tx1"/>
                </a:solidFill>
              </a:rPr>
              <a:t>Child id=R=Fork()</a:t>
            </a:r>
          </a:p>
          <a:p>
            <a:pPr algn="ctr">
              <a:defRPr/>
            </a:pPr>
            <a:endParaRPr lang="en-US" dirty="0">
              <a:ln>
                <a:solidFill>
                  <a:schemeClr val="tx1"/>
                </a:solidFill>
              </a:ln>
              <a:solidFill>
                <a:schemeClr val="tx1"/>
              </a:solidFill>
            </a:endParaRPr>
          </a:p>
          <a:p>
            <a:pPr algn="ctr">
              <a:defRPr/>
            </a:pPr>
            <a:r>
              <a:rPr lang="en-US" dirty="0">
                <a:ln>
                  <a:solidFill>
                    <a:schemeClr val="tx1"/>
                  </a:solidFill>
                </a:ln>
                <a:solidFill>
                  <a:schemeClr val="tx1"/>
                </a:solidFill>
              </a:rPr>
              <a:t>Print(R)</a:t>
            </a:r>
          </a:p>
          <a:p>
            <a:pPr algn="ctr">
              <a:defRPr/>
            </a:pPr>
            <a:r>
              <a:rPr lang="en-US" dirty="0">
                <a:ln>
                  <a:solidFill>
                    <a:schemeClr val="tx1"/>
                  </a:solidFill>
                </a:ln>
                <a:solidFill>
                  <a:schemeClr val="tx1"/>
                </a:solidFill>
              </a:rPr>
              <a:t>Print(D)</a:t>
            </a:r>
          </a:p>
        </p:txBody>
      </p:sp>
      <p:sp>
        <p:nvSpPr>
          <p:cNvPr id="5" name="Rectangle 4">
            <a:extLst>
              <a:ext uri="{FF2B5EF4-FFF2-40B4-BE49-F238E27FC236}">
                <a16:creationId xmlns:a16="http://schemas.microsoft.com/office/drawing/2014/main" id="{AC35E3CA-4436-4D7A-8B7C-93D1A99E8F9C}"/>
              </a:ext>
            </a:extLst>
          </p:cNvPr>
          <p:cNvSpPr/>
          <p:nvPr/>
        </p:nvSpPr>
        <p:spPr>
          <a:xfrm>
            <a:off x="4757738" y="2628900"/>
            <a:ext cx="2771775" cy="24574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n>
                  <a:solidFill>
                    <a:schemeClr val="tx1"/>
                  </a:solidFill>
                </a:ln>
                <a:solidFill>
                  <a:schemeClr val="tx1"/>
                </a:solidFill>
              </a:rPr>
              <a:t>Print(A)</a:t>
            </a:r>
          </a:p>
          <a:p>
            <a:pPr algn="ctr">
              <a:defRPr/>
            </a:pPr>
            <a:r>
              <a:rPr lang="en-US" dirty="0">
                <a:ln>
                  <a:solidFill>
                    <a:schemeClr val="tx1"/>
                  </a:solidFill>
                </a:ln>
                <a:solidFill>
                  <a:schemeClr val="tx1"/>
                </a:solidFill>
              </a:rPr>
              <a:t>Print(B)</a:t>
            </a:r>
          </a:p>
          <a:p>
            <a:pPr algn="ctr">
              <a:defRPr/>
            </a:pPr>
            <a:endParaRPr lang="en-US" dirty="0">
              <a:ln>
                <a:solidFill>
                  <a:schemeClr val="tx1"/>
                </a:solidFill>
              </a:ln>
              <a:solidFill>
                <a:schemeClr val="tx1"/>
              </a:solidFill>
            </a:endParaRPr>
          </a:p>
          <a:p>
            <a:pPr algn="ctr">
              <a:defRPr/>
            </a:pPr>
            <a:r>
              <a:rPr lang="en-US" dirty="0">
                <a:ln>
                  <a:solidFill>
                    <a:schemeClr val="tx1"/>
                  </a:solidFill>
                </a:ln>
                <a:solidFill>
                  <a:schemeClr val="tx1"/>
                </a:solidFill>
              </a:rPr>
              <a:t>0=R=Fork()</a:t>
            </a:r>
          </a:p>
          <a:p>
            <a:pPr algn="ctr">
              <a:defRPr/>
            </a:pPr>
            <a:endParaRPr lang="en-US" dirty="0">
              <a:ln>
                <a:solidFill>
                  <a:schemeClr val="tx1"/>
                </a:solidFill>
              </a:ln>
              <a:solidFill>
                <a:schemeClr val="tx1"/>
              </a:solidFill>
            </a:endParaRPr>
          </a:p>
          <a:p>
            <a:pPr algn="ctr">
              <a:defRPr/>
            </a:pPr>
            <a:r>
              <a:rPr lang="en-US" dirty="0">
                <a:ln>
                  <a:solidFill>
                    <a:schemeClr val="tx1"/>
                  </a:solidFill>
                </a:ln>
                <a:solidFill>
                  <a:schemeClr val="tx1"/>
                </a:solidFill>
              </a:rPr>
              <a:t>Print(R)</a:t>
            </a:r>
          </a:p>
          <a:p>
            <a:pPr algn="ctr">
              <a:defRPr/>
            </a:pPr>
            <a:r>
              <a:rPr lang="en-US" dirty="0">
                <a:ln>
                  <a:solidFill>
                    <a:schemeClr val="tx1"/>
                  </a:solidFill>
                </a:ln>
                <a:solidFill>
                  <a:schemeClr val="tx1"/>
                </a:solidFill>
              </a:rPr>
              <a:t>Print(D)</a:t>
            </a:r>
          </a:p>
        </p:txBody>
      </p:sp>
      <p:cxnSp>
        <p:nvCxnSpPr>
          <p:cNvPr id="7" name="Straight Connector 6">
            <a:extLst>
              <a:ext uri="{FF2B5EF4-FFF2-40B4-BE49-F238E27FC236}">
                <a16:creationId xmlns:a16="http://schemas.microsoft.com/office/drawing/2014/main" id="{71BBE8BA-D181-4572-8F69-4667BA17DEB9}"/>
              </a:ext>
            </a:extLst>
          </p:cNvPr>
          <p:cNvCxnSpPr/>
          <p:nvPr/>
        </p:nvCxnSpPr>
        <p:spPr>
          <a:xfrm>
            <a:off x="3614738" y="1814513"/>
            <a:ext cx="2300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0AA7F81-4BB3-4496-9002-848E5D69D948}"/>
              </a:ext>
            </a:extLst>
          </p:cNvPr>
          <p:cNvCxnSpPr/>
          <p:nvPr/>
        </p:nvCxnSpPr>
        <p:spPr>
          <a:xfrm>
            <a:off x="5915025" y="1814513"/>
            <a:ext cx="0" cy="8143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566" name="TextBox 10">
            <a:extLst>
              <a:ext uri="{FF2B5EF4-FFF2-40B4-BE49-F238E27FC236}">
                <a16:creationId xmlns:a16="http://schemas.microsoft.com/office/drawing/2014/main" id="{AA49A7D4-BD44-4CFC-BEE8-F02E9C663B6A}"/>
              </a:ext>
            </a:extLst>
          </p:cNvPr>
          <p:cNvSpPr txBox="1">
            <a:spLocks noChangeArrowheads="1"/>
          </p:cNvSpPr>
          <p:nvPr/>
        </p:nvSpPr>
        <p:spPr bwMode="auto">
          <a:xfrm>
            <a:off x="1992313" y="3176588"/>
            <a:ext cx="1387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0"/>
              </a:spcBef>
              <a:buFontTx/>
              <a:buNone/>
            </a:pPr>
            <a:r>
              <a:rPr lang="en-US" altLang="en-US" sz="1800">
                <a:latin typeface="Verdana" panose="020B0604030504040204" pitchFamily="34" charset="0"/>
              </a:rPr>
              <a:t>Parent</a:t>
            </a:r>
          </a:p>
        </p:txBody>
      </p:sp>
      <p:sp>
        <p:nvSpPr>
          <p:cNvPr id="66567" name="TextBox 11">
            <a:extLst>
              <a:ext uri="{FF2B5EF4-FFF2-40B4-BE49-F238E27FC236}">
                <a16:creationId xmlns:a16="http://schemas.microsoft.com/office/drawing/2014/main" id="{B0A68118-E91D-4064-AF57-34DCEDD2A8A9}"/>
              </a:ext>
            </a:extLst>
          </p:cNvPr>
          <p:cNvSpPr txBox="1">
            <a:spLocks noChangeArrowheads="1"/>
          </p:cNvSpPr>
          <p:nvPr/>
        </p:nvSpPr>
        <p:spPr bwMode="auto">
          <a:xfrm>
            <a:off x="5616575" y="5214938"/>
            <a:ext cx="1385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0"/>
              </a:spcBef>
              <a:buFontTx/>
              <a:buNone/>
            </a:pPr>
            <a:r>
              <a:rPr lang="en-US" altLang="en-US" sz="1800">
                <a:latin typeface="Verdana" panose="020B0604030504040204" pitchFamily="34" charset="0"/>
              </a:rPr>
              <a:t>Child</a:t>
            </a:r>
          </a:p>
        </p:txBody>
      </p:sp>
      <p:cxnSp>
        <p:nvCxnSpPr>
          <p:cNvPr id="14" name="Straight Arrow Connector 13">
            <a:extLst>
              <a:ext uri="{FF2B5EF4-FFF2-40B4-BE49-F238E27FC236}">
                <a16:creationId xmlns:a16="http://schemas.microsoft.com/office/drawing/2014/main" id="{8B64AF8A-C397-4119-81CA-D3275919EDB8}"/>
              </a:ext>
            </a:extLst>
          </p:cNvPr>
          <p:cNvCxnSpPr/>
          <p:nvPr/>
        </p:nvCxnSpPr>
        <p:spPr>
          <a:xfrm>
            <a:off x="1020763" y="2357438"/>
            <a:ext cx="113665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1723520-93B8-4971-B12E-F726A193A287}"/>
              </a:ext>
            </a:extLst>
          </p:cNvPr>
          <p:cNvCxnSpPr/>
          <p:nvPr/>
        </p:nvCxnSpPr>
        <p:spPr>
          <a:xfrm>
            <a:off x="4481513" y="4438650"/>
            <a:ext cx="113506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570" name="TextBox 19">
            <a:extLst>
              <a:ext uri="{FF2B5EF4-FFF2-40B4-BE49-F238E27FC236}">
                <a16:creationId xmlns:a16="http://schemas.microsoft.com/office/drawing/2014/main" id="{F87A9E27-5486-4079-9FDC-6E6DB82DBB23}"/>
              </a:ext>
            </a:extLst>
          </p:cNvPr>
          <p:cNvSpPr txBox="1">
            <a:spLocks noChangeArrowheads="1"/>
          </p:cNvSpPr>
          <p:nvPr/>
        </p:nvSpPr>
        <p:spPr bwMode="auto">
          <a:xfrm>
            <a:off x="431800" y="2173288"/>
            <a:ext cx="1385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0"/>
              </a:spcBef>
              <a:buFontTx/>
              <a:buNone/>
            </a:pPr>
            <a:r>
              <a:rPr lang="en-US" altLang="en-US" sz="1800">
                <a:latin typeface="Verdana" panose="020B0604030504040204" pitchFamily="34" charset="0"/>
              </a:rPr>
              <a:t>PC</a:t>
            </a:r>
          </a:p>
        </p:txBody>
      </p:sp>
      <p:sp>
        <p:nvSpPr>
          <p:cNvPr id="66571" name="TextBox 20">
            <a:extLst>
              <a:ext uri="{FF2B5EF4-FFF2-40B4-BE49-F238E27FC236}">
                <a16:creationId xmlns:a16="http://schemas.microsoft.com/office/drawing/2014/main" id="{1AF9B56E-C5AD-4261-BCBF-4ABD0B491F89}"/>
              </a:ext>
            </a:extLst>
          </p:cNvPr>
          <p:cNvSpPr txBox="1">
            <a:spLocks noChangeArrowheads="1"/>
          </p:cNvSpPr>
          <p:nvPr/>
        </p:nvSpPr>
        <p:spPr bwMode="auto">
          <a:xfrm>
            <a:off x="3886200" y="4254500"/>
            <a:ext cx="1385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0"/>
              </a:spcBef>
              <a:buFontTx/>
              <a:buNone/>
            </a:pPr>
            <a:r>
              <a:rPr lang="en-US" altLang="en-US" sz="1800">
                <a:latin typeface="Verdana" panose="020B0604030504040204" pitchFamily="34" charset="0"/>
              </a:rPr>
              <a:t>PC</a:t>
            </a:r>
          </a:p>
        </p:txBody>
      </p:sp>
      <p:sp>
        <p:nvSpPr>
          <p:cNvPr id="23" name="Rectangle 22">
            <a:extLst>
              <a:ext uri="{FF2B5EF4-FFF2-40B4-BE49-F238E27FC236}">
                <a16:creationId xmlns:a16="http://schemas.microsoft.com/office/drawing/2014/main" id="{B5F69149-B0FA-48D9-A7E1-6B6376401563}"/>
              </a:ext>
            </a:extLst>
          </p:cNvPr>
          <p:cNvSpPr/>
          <p:nvPr/>
        </p:nvSpPr>
        <p:spPr>
          <a:xfrm>
            <a:off x="9132094" y="1809809"/>
            <a:ext cx="1254919" cy="21049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n>
                  <a:solidFill>
                    <a:schemeClr val="tx1"/>
                  </a:solidFill>
                </a:ln>
                <a:solidFill>
                  <a:schemeClr val="tx1"/>
                </a:solidFill>
              </a:rPr>
              <a:t>Use Memory</a:t>
            </a:r>
          </a:p>
        </p:txBody>
      </p:sp>
      <p:sp>
        <p:nvSpPr>
          <p:cNvPr id="24" name="Rectangle 23">
            <a:extLst>
              <a:ext uri="{FF2B5EF4-FFF2-40B4-BE49-F238E27FC236}">
                <a16:creationId xmlns:a16="http://schemas.microsoft.com/office/drawing/2014/main" id="{67F359D7-3010-4754-BE73-F2CFDA1EC22F}"/>
              </a:ext>
            </a:extLst>
          </p:cNvPr>
          <p:cNvSpPr/>
          <p:nvPr/>
        </p:nvSpPr>
        <p:spPr>
          <a:xfrm>
            <a:off x="9132094" y="3914774"/>
            <a:ext cx="1254919" cy="21049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n>
                  <a:solidFill>
                    <a:schemeClr val="tx1"/>
                  </a:solidFill>
                </a:ln>
                <a:solidFill>
                  <a:schemeClr val="tx1"/>
                </a:solidFill>
              </a:rPr>
              <a:t>Kernel Memory</a:t>
            </a:r>
          </a:p>
        </p:txBody>
      </p:sp>
      <p:cxnSp>
        <p:nvCxnSpPr>
          <p:cNvPr id="26" name="Straight Arrow Connector 25">
            <a:extLst>
              <a:ext uri="{FF2B5EF4-FFF2-40B4-BE49-F238E27FC236}">
                <a16:creationId xmlns:a16="http://schemas.microsoft.com/office/drawing/2014/main" id="{59888947-320D-4AF8-85BE-840CBA312391}"/>
              </a:ext>
            </a:extLst>
          </p:cNvPr>
          <p:cNvCxnSpPr/>
          <p:nvPr/>
        </p:nvCxnSpPr>
        <p:spPr>
          <a:xfrm>
            <a:off x="4051300" y="1123950"/>
            <a:ext cx="5081588" cy="104933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276B905-8D25-466B-B2F4-34525B2BAD0D}"/>
              </a:ext>
            </a:extLst>
          </p:cNvPr>
          <p:cNvCxnSpPr/>
          <p:nvPr/>
        </p:nvCxnSpPr>
        <p:spPr>
          <a:xfrm>
            <a:off x="7529513" y="3171825"/>
            <a:ext cx="1603375" cy="37306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AFE54362-008E-47D7-B300-5AA84E4BB717}"/>
              </a:ext>
            </a:extLst>
          </p:cNvPr>
          <p:cNvSpPr/>
          <p:nvPr/>
        </p:nvSpPr>
        <p:spPr>
          <a:xfrm>
            <a:off x="9313067" y="1855559"/>
            <a:ext cx="892971" cy="73229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n>
                  <a:solidFill>
                    <a:schemeClr val="tx1"/>
                  </a:solidFill>
                </a:ln>
                <a:solidFill>
                  <a:schemeClr val="tx1"/>
                </a:solidFill>
              </a:rPr>
              <a:t>parent</a:t>
            </a:r>
          </a:p>
        </p:txBody>
      </p:sp>
      <p:sp>
        <p:nvSpPr>
          <p:cNvPr id="31" name="Rectangle 30">
            <a:extLst>
              <a:ext uri="{FF2B5EF4-FFF2-40B4-BE49-F238E27FC236}">
                <a16:creationId xmlns:a16="http://schemas.microsoft.com/office/drawing/2014/main" id="{FE3AB125-3162-4DC6-93C2-23C7007D8F8C}"/>
              </a:ext>
            </a:extLst>
          </p:cNvPr>
          <p:cNvSpPr/>
          <p:nvPr/>
        </p:nvSpPr>
        <p:spPr>
          <a:xfrm>
            <a:off x="9336886" y="3131193"/>
            <a:ext cx="892971" cy="73229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n>
                  <a:solidFill>
                    <a:schemeClr val="tx1"/>
                  </a:solidFill>
                </a:ln>
                <a:solidFill>
                  <a:schemeClr val="tx1"/>
                </a:solidFill>
              </a:rPr>
              <a:t>child</a:t>
            </a:r>
          </a:p>
        </p:txBody>
      </p:sp>
      <p:sp>
        <p:nvSpPr>
          <p:cNvPr id="32" name="Rectangle 31">
            <a:extLst>
              <a:ext uri="{FF2B5EF4-FFF2-40B4-BE49-F238E27FC236}">
                <a16:creationId xmlns:a16="http://schemas.microsoft.com/office/drawing/2014/main" id="{4823F665-5E34-4EB0-AA39-3E02A1B6D45E}"/>
              </a:ext>
            </a:extLst>
          </p:cNvPr>
          <p:cNvSpPr/>
          <p:nvPr/>
        </p:nvSpPr>
        <p:spPr>
          <a:xfrm>
            <a:off x="9336885" y="3960524"/>
            <a:ext cx="892971" cy="73229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n>
                  <a:solidFill>
                    <a:schemeClr val="tx1"/>
                  </a:solidFill>
                </a:ln>
                <a:solidFill>
                  <a:schemeClr val="tx1"/>
                </a:solidFill>
              </a:rPr>
              <a:t>PCB</a:t>
            </a:r>
          </a:p>
          <a:p>
            <a:pPr algn="ctr">
              <a:defRPr/>
            </a:pPr>
            <a:r>
              <a:rPr lang="en-US" sz="1400" dirty="0">
                <a:ln>
                  <a:solidFill>
                    <a:schemeClr val="tx1"/>
                  </a:solidFill>
                </a:ln>
                <a:solidFill>
                  <a:schemeClr val="tx1"/>
                </a:solidFill>
              </a:rPr>
              <a:t>parent</a:t>
            </a:r>
          </a:p>
        </p:txBody>
      </p:sp>
      <p:sp>
        <p:nvSpPr>
          <p:cNvPr id="33" name="Rectangle 32">
            <a:extLst>
              <a:ext uri="{FF2B5EF4-FFF2-40B4-BE49-F238E27FC236}">
                <a16:creationId xmlns:a16="http://schemas.microsoft.com/office/drawing/2014/main" id="{34B7172D-B515-46AA-9265-28BB139F9390}"/>
              </a:ext>
            </a:extLst>
          </p:cNvPr>
          <p:cNvSpPr/>
          <p:nvPr/>
        </p:nvSpPr>
        <p:spPr>
          <a:xfrm>
            <a:off x="9336884" y="5236158"/>
            <a:ext cx="892971" cy="73229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n>
                  <a:solidFill>
                    <a:schemeClr val="tx1"/>
                  </a:solidFill>
                </a:ln>
                <a:solidFill>
                  <a:schemeClr val="tx1"/>
                </a:solidFill>
              </a:rPr>
              <a:t>PCB</a:t>
            </a:r>
          </a:p>
          <a:p>
            <a:pPr algn="ctr">
              <a:defRPr/>
            </a:pPr>
            <a:r>
              <a:rPr lang="en-US" sz="1400" dirty="0">
                <a:ln>
                  <a:solidFill>
                    <a:schemeClr val="tx1"/>
                  </a:solidFill>
                </a:ln>
                <a:solidFill>
                  <a:schemeClr val="tx1"/>
                </a:solidFill>
              </a:rPr>
              <a:t>child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E44671DD-D99E-456F-A0C8-3F4426A3AECE}"/>
              </a:ext>
            </a:extLst>
          </p:cNvPr>
          <p:cNvSpPr>
            <a:spLocks noGrp="1"/>
          </p:cNvSpPr>
          <p:nvPr>
            <p:ph type="title"/>
          </p:nvPr>
        </p:nvSpPr>
        <p:spPr>
          <a:xfrm>
            <a:off x="762269" y="815389"/>
            <a:ext cx="7704137" cy="576263"/>
          </a:xfrm>
        </p:spPr>
        <p:txBody>
          <a:bodyPr rtlCol="0">
            <a:normAutofit fontScale="90000"/>
          </a:bodyPr>
          <a:lstStyle/>
          <a:p>
            <a:pPr eaLnBrk="1" fontAlgn="auto" hangingPunct="1">
              <a:spcAft>
                <a:spcPts val="0"/>
              </a:spcAft>
              <a:defRPr/>
            </a:pPr>
            <a:r>
              <a:rPr lang="en-US" altLang="en-US" dirty="0" err="1"/>
              <a:t>Interprocess</a:t>
            </a:r>
            <a:r>
              <a:rPr lang="en-US" altLang="en-US" dirty="0"/>
              <a:t> Communication</a:t>
            </a:r>
          </a:p>
        </p:txBody>
      </p:sp>
      <p:sp>
        <p:nvSpPr>
          <p:cNvPr id="48131" name="Content Placeholder 2">
            <a:extLst>
              <a:ext uri="{FF2B5EF4-FFF2-40B4-BE49-F238E27FC236}">
                <a16:creationId xmlns:a16="http://schemas.microsoft.com/office/drawing/2014/main" id="{E29832D7-19BC-4187-938C-3B05AF608C6E}"/>
              </a:ext>
            </a:extLst>
          </p:cNvPr>
          <p:cNvSpPr>
            <a:spLocks noGrp="1"/>
          </p:cNvSpPr>
          <p:nvPr>
            <p:ph idx="1"/>
          </p:nvPr>
        </p:nvSpPr>
        <p:spPr>
          <a:xfrm>
            <a:off x="353524" y="2020888"/>
            <a:ext cx="10563005" cy="4530725"/>
          </a:xfrm>
        </p:spPr>
        <p:txBody>
          <a:bodyPr rtlCol="0">
            <a:normAutofit/>
          </a:bodyPr>
          <a:lstStyle/>
          <a:p>
            <a:pPr eaLnBrk="1" fontAlgn="auto" hangingPunct="1">
              <a:spcAft>
                <a:spcPts val="0"/>
              </a:spcAft>
              <a:defRPr/>
            </a:pPr>
            <a:r>
              <a:rPr lang="en-US" altLang="en-US" dirty="0"/>
              <a:t>Processes within a system may be </a:t>
            </a:r>
            <a:r>
              <a:rPr lang="en-US" altLang="en-US" b="1" i="1" dirty="0"/>
              <a:t>independent</a:t>
            </a:r>
            <a:r>
              <a:rPr lang="en-US" altLang="en-US" b="1" dirty="0"/>
              <a:t> </a:t>
            </a:r>
            <a:r>
              <a:rPr lang="en-US" altLang="en-US" dirty="0"/>
              <a:t>or </a:t>
            </a:r>
            <a:r>
              <a:rPr lang="en-US" altLang="en-US" b="1" i="1" dirty="0"/>
              <a:t>cooperating</a:t>
            </a:r>
          </a:p>
          <a:p>
            <a:pPr eaLnBrk="1" fontAlgn="auto" hangingPunct="1">
              <a:spcAft>
                <a:spcPts val="0"/>
              </a:spcAft>
              <a:defRPr/>
            </a:pPr>
            <a:r>
              <a:rPr lang="en-US" altLang="en-US" dirty="0"/>
              <a:t>Cooperating process can affect or be affected by other processes, including sharing data</a:t>
            </a:r>
          </a:p>
          <a:p>
            <a:pPr marL="0" indent="0" eaLnBrk="1" fontAlgn="auto" hangingPunct="1">
              <a:spcAft>
                <a:spcPts val="0"/>
              </a:spcAft>
              <a:buFont typeface="Arial" panose="020B0604020202020204" pitchFamily="34" charset="0"/>
              <a:buNone/>
              <a:defRPr/>
            </a:pPr>
            <a:r>
              <a:rPr lang="en-US" altLang="en-US" dirty="0"/>
              <a:t>	</a:t>
            </a:r>
          </a:p>
          <a:p>
            <a:pPr eaLnBrk="1" fontAlgn="auto" hangingPunct="1">
              <a:spcAft>
                <a:spcPts val="0"/>
              </a:spcAft>
              <a:defRPr/>
            </a:pPr>
            <a:r>
              <a:rPr lang="en-US" altLang="en-US" dirty="0"/>
              <a:t>Cooperating processes need </a:t>
            </a:r>
          </a:p>
          <a:p>
            <a:pPr marL="0" indent="0" eaLnBrk="1" fontAlgn="auto" hangingPunct="1">
              <a:spcAft>
                <a:spcPts val="0"/>
              </a:spcAft>
              <a:buNone/>
              <a:defRPr/>
            </a:pPr>
            <a:r>
              <a:rPr lang="en-US" altLang="en-US" b="1" dirty="0">
                <a:solidFill>
                  <a:srgbClr val="3366FF"/>
                </a:solidFill>
              </a:rPr>
              <a:t>          </a:t>
            </a:r>
            <a:r>
              <a:rPr lang="en-US" altLang="en-US" b="1" dirty="0" err="1">
                <a:solidFill>
                  <a:srgbClr val="3366FF"/>
                </a:solidFill>
              </a:rPr>
              <a:t>interprocess</a:t>
            </a:r>
            <a:r>
              <a:rPr lang="en-US" altLang="en-US" b="1" dirty="0">
                <a:solidFill>
                  <a:srgbClr val="3366FF"/>
                </a:solidFill>
              </a:rPr>
              <a:t> communication </a:t>
            </a:r>
            <a:r>
              <a:rPr lang="en-US" altLang="en-US" dirty="0"/>
              <a:t>(</a:t>
            </a:r>
            <a:r>
              <a:rPr lang="en-US" altLang="en-US" b="1" dirty="0">
                <a:solidFill>
                  <a:srgbClr val="3366FF"/>
                </a:solidFill>
              </a:rPr>
              <a:t>IPC</a:t>
            </a:r>
            <a:r>
              <a:rPr lang="en-US" altLang="en-US" dirty="0"/>
              <a:t>)</a:t>
            </a:r>
          </a:p>
          <a:p>
            <a:pPr eaLnBrk="1" fontAlgn="auto" hangingPunct="1">
              <a:spcAft>
                <a:spcPts val="0"/>
              </a:spcAft>
              <a:defRPr/>
            </a:pPr>
            <a:r>
              <a:rPr lang="en-US" altLang="en-US" dirty="0"/>
              <a:t>Two models of IPC</a:t>
            </a:r>
          </a:p>
          <a:p>
            <a:pPr lvl="1" eaLnBrk="1" fontAlgn="auto" hangingPunct="1">
              <a:spcAft>
                <a:spcPts val="0"/>
              </a:spcAft>
              <a:defRPr/>
            </a:pPr>
            <a:r>
              <a:rPr lang="en-US" altLang="en-US" b="1" dirty="0">
                <a:solidFill>
                  <a:srgbClr val="3366FF"/>
                </a:solidFill>
              </a:rPr>
              <a:t>Shared memory</a:t>
            </a:r>
          </a:p>
          <a:p>
            <a:pPr lvl="1" eaLnBrk="1" fontAlgn="auto" hangingPunct="1">
              <a:spcAft>
                <a:spcPts val="0"/>
              </a:spcAft>
              <a:defRPr/>
            </a:pPr>
            <a:r>
              <a:rPr lang="en-US" altLang="en-US" b="1" dirty="0">
                <a:solidFill>
                  <a:srgbClr val="3366FF"/>
                </a:solidFill>
              </a:rPr>
              <a:t>Message passing</a:t>
            </a:r>
          </a:p>
          <a:p>
            <a:pPr lvl="1" eaLnBrk="1" fontAlgn="auto" hangingPunct="1">
              <a:spcAft>
                <a:spcPts val="0"/>
              </a:spcAft>
              <a:defRPr/>
            </a:pPr>
            <a:endParaRPr lang="en-US" altLang="en-US" dirty="0"/>
          </a:p>
        </p:txBody>
      </p:sp>
      <p:pic>
        <p:nvPicPr>
          <p:cNvPr id="2" name="Picture 1" descr="3_12.pdf">
            <a:extLst>
              <a:ext uri="{FF2B5EF4-FFF2-40B4-BE49-F238E27FC236}">
                <a16:creationId xmlns:a16="http://schemas.microsoft.com/office/drawing/2014/main" id="{A6D2C517-B485-2284-31EA-F99F2D413A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62866" y="3317144"/>
            <a:ext cx="4155318" cy="294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B8C6C759-6ADC-4DB8-AB61-101B8584E74E}"/>
              </a:ext>
            </a:extLst>
          </p:cNvPr>
          <p:cNvSpPr>
            <a:spLocks noGrp="1"/>
          </p:cNvSpPr>
          <p:nvPr>
            <p:ph type="title"/>
          </p:nvPr>
        </p:nvSpPr>
        <p:spPr/>
        <p:txBody>
          <a:bodyPr/>
          <a:lstStyle/>
          <a:p>
            <a:pPr eaLnBrk="1" hangingPunct="1"/>
            <a:r>
              <a:rPr lang="en-US" altLang="en-US"/>
              <a:t>IPC through shared memory</a:t>
            </a:r>
          </a:p>
        </p:txBody>
      </p:sp>
      <p:sp>
        <p:nvSpPr>
          <p:cNvPr id="71683" name="TextBox 2">
            <a:extLst>
              <a:ext uri="{FF2B5EF4-FFF2-40B4-BE49-F238E27FC236}">
                <a16:creationId xmlns:a16="http://schemas.microsoft.com/office/drawing/2014/main" id="{464C6117-1612-46C6-8E9C-091E833E23BE}"/>
              </a:ext>
            </a:extLst>
          </p:cNvPr>
          <p:cNvSpPr txBox="1">
            <a:spLocks noChangeArrowheads="1"/>
          </p:cNvSpPr>
          <p:nvPr/>
        </p:nvSpPr>
        <p:spPr bwMode="auto">
          <a:xfrm>
            <a:off x="1438274" y="2043113"/>
            <a:ext cx="9703337"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marL="342900" indent="-342900">
              <a:lnSpc>
                <a:spcPct val="100000"/>
              </a:lnSpc>
              <a:spcBef>
                <a:spcPct val="0"/>
              </a:spcBef>
            </a:pPr>
            <a:r>
              <a:rPr lang="en-US" altLang="en-US" sz="2400" dirty="0">
                <a:latin typeface="Verdana" panose="020B0604030504040204" pitchFamily="34" charset="0"/>
              </a:rPr>
              <a:t>Inter Process Communication through shared memory is a concept where two or more process can access the common memory. And communication is done via this shared memory where changes made by one process can be viewed by another process.</a:t>
            </a:r>
          </a:p>
          <a:p>
            <a:pPr marL="342900" indent="-342900">
              <a:lnSpc>
                <a:spcPct val="100000"/>
              </a:lnSpc>
              <a:spcBef>
                <a:spcPct val="0"/>
              </a:spcBef>
            </a:pPr>
            <a:endParaRPr lang="en-US" altLang="en-US" sz="2400" dirty="0">
              <a:latin typeface="Verdana" panose="020B0604030504040204" pitchFamily="34" charset="0"/>
            </a:endParaRPr>
          </a:p>
          <a:p>
            <a:pPr marL="342900" indent="-342900">
              <a:lnSpc>
                <a:spcPct val="100000"/>
              </a:lnSpc>
              <a:spcBef>
                <a:spcPct val="0"/>
              </a:spcBef>
            </a:pPr>
            <a:r>
              <a:rPr lang="en-US" altLang="en-US" sz="2400" dirty="0">
                <a:latin typeface="Verdana" panose="020B0604030504040204" pitchFamily="34" charset="0"/>
              </a:rPr>
              <a:t>The problem with pipes, </a:t>
            </a:r>
            <a:r>
              <a:rPr lang="en-US" altLang="en-US" sz="2400" dirty="0" err="1">
                <a:latin typeface="Verdana" panose="020B0604030504040204" pitchFamily="34" charset="0"/>
              </a:rPr>
              <a:t>fifo</a:t>
            </a:r>
            <a:r>
              <a:rPr lang="en-US" altLang="en-US" sz="2400" dirty="0">
                <a:latin typeface="Verdana" panose="020B0604030504040204" pitchFamily="34" charset="0"/>
              </a:rPr>
              <a:t> and message queue – is that for two process to exchange information. The information has to go through the kernel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B48371A6-7DED-43D2-9240-5C8059BB4D2B}"/>
              </a:ext>
            </a:extLst>
          </p:cNvPr>
          <p:cNvSpPr>
            <a:spLocks noGrp="1"/>
          </p:cNvSpPr>
          <p:nvPr>
            <p:ph type="title"/>
          </p:nvPr>
        </p:nvSpPr>
        <p:spPr/>
        <p:txBody>
          <a:bodyPr/>
          <a:lstStyle/>
          <a:p>
            <a:pPr eaLnBrk="1" hangingPunct="1"/>
            <a:r>
              <a:rPr lang="en-US" altLang="en-US"/>
              <a:t>System call in SM</a:t>
            </a:r>
          </a:p>
        </p:txBody>
      </p:sp>
      <p:sp>
        <p:nvSpPr>
          <p:cNvPr id="72707" name="TextBox 2">
            <a:extLst>
              <a:ext uri="{FF2B5EF4-FFF2-40B4-BE49-F238E27FC236}">
                <a16:creationId xmlns:a16="http://schemas.microsoft.com/office/drawing/2014/main" id="{6B85876B-A331-4BF8-958E-21E2611F07F0}"/>
              </a:ext>
            </a:extLst>
          </p:cNvPr>
          <p:cNvSpPr txBox="1">
            <a:spLocks noChangeArrowheads="1"/>
          </p:cNvSpPr>
          <p:nvPr/>
        </p:nvSpPr>
        <p:spPr bwMode="auto">
          <a:xfrm>
            <a:off x="516622" y="2073447"/>
            <a:ext cx="10667194"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0"/>
              </a:spcBef>
              <a:buFontTx/>
              <a:buNone/>
            </a:pPr>
            <a:r>
              <a:rPr lang="en-US" altLang="en-US" sz="1800" dirty="0" err="1">
                <a:latin typeface="Verdana" panose="020B0604030504040204" pitchFamily="34" charset="0"/>
              </a:rPr>
              <a:t>ftok</a:t>
            </a:r>
            <a:r>
              <a:rPr lang="en-US" altLang="en-US" sz="1800" dirty="0">
                <a:latin typeface="Verdana" panose="020B0604030504040204" pitchFamily="34" charset="0"/>
              </a:rPr>
              <a:t>(): is use to generate a unique key.</a:t>
            </a:r>
          </a:p>
          <a:p>
            <a:pPr>
              <a:lnSpc>
                <a:spcPct val="100000"/>
              </a:lnSpc>
              <a:spcBef>
                <a:spcPct val="0"/>
              </a:spcBef>
              <a:buFontTx/>
              <a:buNone/>
            </a:pPr>
            <a:endParaRPr lang="en-US" altLang="en-US" sz="1800" dirty="0">
              <a:latin typeface="Verdana" panose="020B0604030504040204" pitchFamily="34" charset="0"/>
            </a:endParaRPr>
          </a:p>
          <a:p>
            <a:pPr>
              <a:lnSpc>
                <a:spcPct val="100000"/>
              </a:lnSpc>
              <a:spcBef>
                <a:spcPct val="0"/>
              </a:spcBef>
              <a:buFontTx/>
              <a:buNone/>
            </a:pPr>
            <a:r>
              <a:rPr lang="en-US" altLang="en-US" sz="1800" dirty="0" err="1">
                <a:latin typeface="Verdana" panose="020B0604030504040204" pitchFamily="34" charset="0"/>
              </a:rPr>
              <a:t>shmget</a:t>
            </a:r>
            <a:r>
              <a:rPr lang="en-US" altLang="en-US" sz="1800" dirty="0">
                <a:latin typeface="Verdana" panose="020B0604030504040204" pitchFamily="34" charset="0"/>
              </a:rPr>
              <a:t>(): int </a:t>
            </a:r>
            <a:r>
              <a:rPr lang="en-US" altLang="en-US" sz="1800" dirty="0" err="1">
                <a:latin typeface="Verdana" panose="020B0604030504040204" pitchFamily="34" charset="0"/>
              </a:rPr>
              <a:t>shmget</a:t>
            </a:r>
            <a:r>
              <a:rPr lang="en-US" altLang="en-US" sz="1800" dirty="0">
                <a:latin typeface="Verdana" panose="020B0604030504040204" pitchFamily="34" charset="0"/>
              </a:rPr>
              <a:t>(</a:t>
            </a:r>
            <a:r>
              <a:rPr lang="en-US" altLang="en-US" sz="1800" dirty="0" err="1">
                <a:latin typeface="Verdana" panose="020B0604030504040204" pitchFamily="34" charset="0"/>
              </a:rPr>
              <a:t>key_t,size_tsize,intshmflg</a:t>
            </a:r>
            <a:r>
              <a:rPr lang="en-US" altLang="en-US" sz="1800" dirty="0">
                <a:latin typeface="Verdana" panose="020B0604030504040204" pitchFamily="34" charset="0"/>
              </a:rPr>
              <a:t>); upon successful completion, </a:t>
            </a:r>
            <a:r>
              <a:rPr lang="en-US" altLang="en-US" sz="1800" dirty="0" err="1">
                <a:latin typeface="Verdana" panose="020B0604030504040204" pitchFamily="34" charset="0"/>
              </a:rPr>
              <a:t>shmget</a:t>
            </a:r>
            <a:r>
              <a:rPr lang="en-US" altLang="en-US" sz="1800" dirty="0">
                <a:latin typeface="Verdana" panose="020B0604030504040204" pitchFamily="34" charset="0"/>
              </a:rPr>
              <a:t>() returns an identifier for the shared memory segment.</a:t>
            </a:r>
          </a:p>
          <a:p>
            <a:pPr>
              <a:lnSpc>
                <a:spcPct val="100000"/>
              </a:lnSpc>
              <a:spcBef>
                <a:spcPct val="0"/>
              </a:spcBef>
              <a:buFontTx/>
              <a:buNone/>
            </a:pPr>
            <a:endParaRPr lang="en-US" altLang="en-US" sz="1800" dirty="0">
              <a:latin typeface="Verdana" panose="020B0604030504040204" pitchFamily="34" charset="0"/>
            </a:endParaRPr>
          </a:p>
          <a:p>
            <a:pPr>
              <a:lnSpc>
                <a:spcPct val="100000"/>
              </a:lnSpc>
              <a:spcBef>
                <a:spcPct val="0"/>
              </a:spcBef>
              <a:buFontTx/>
              <a:buNone/>
            </a:pPr>
            <a:r>
              <a:rPr lang="en-US" altLang="en-US" sz="1800" dirty="0" err="1">
                <a:latin typeface="Verdana" panose="020B0604030504040204" pitchFamily="34" charset="0"/>
              </a:rPr>
              <a:t>shmat</a:t>
            </a:r>
            <a:r>
              <a:rPr lang="en-US" altLang="en-US" sz="1800" dirty="0">
                <a:latin typeface="Verdana" panose="020B0604030504040204" pitchFamily="34" charset="0"/>
              </a:rPr>
              <a:t>(): Before you can use a shared memory segment, you have to attach yourself</a:t>
            </a:r>
          </a:p>
          <a:p>
            <a:pPr>
              <a:lnSpc>
                <a:spcPct val="100000"/>
              </a:lnSpc>
              <a:spcBef>
                <a:spcPct val="0"/>
              </a:spcBef>
              <a:buFontTx/>
              <a:buNone/>
            </a:pPr>
            <a:r>
              <a:rPr lang="en-US" altLang="en-US" sz="1800" dirty="0">
                <a:latin typeface="Verdana" panose="020B0604030504040204" pitchFamily="34" charset="0"/>
              </a:rPr>
              <a:t>to it using </a:t>
            </a:r>
            <a:r>
              <a:rPr lang="en-US" altLang="en-US" sz="1800" dirty="0" err="1">
                <a:latin typeface="Verdana" panose="020B0604030504040204" pitchFamily="34" charset="0"/>
              </a:rPr>
              <a:t>shmat</a:t>
            </a:r>
            <a:r>
              <a:rPr lang="en-US" altLang="en-US" sz="1800" dirty="0">
                <a:latin typeface="Verdana" panose="020B0604030504040204" pitchFamily="34" charset="0"/>
              </a:rPr>
              <a:t>(). void *</a:t>
            </a:r>
            <a:r>
              <a:rPr lang="en-US" altLang="en-US" sz="1800" dirty="0" err="1">
                <a:latin typeface="Verdana" panose="020B0604030504040204" pitchFamily="34" charset="0"/>
              </a:rPr>
              <a:t>shmat</a:t>
            </a:r>
            <a:r>
              <a:rPr lang="en-US" altLang="en-US" sz="1800" dirty="0">
                <a:latin typeface="Verdana" panose="020B0604030504040204" pitchFamily="34" charset="0"/>
              </a:rPr>
              <a:t>(int </a:t>
            </a:r>
            <a:r>
              <a:rPr lang="en-US" altLang="en-US" sz="1800" dirty="0" err="1">
                <a:latin typeface="Verdana" panose="020B0604030504040204" pitchFamily="34" charset="0"/>
              </a:rPr>
              <a:t>shmid</a:t>
            </a:r>
            <a:r>
              <a:rPr lang="en-US" altLang="en-US" sz="1800" dirty="0">
                <a:latin typeface="Verdana" panose="020B0604030504040204" pitchFamily="34" charset="0"/>
              </a:rPr>
              <a:t> ,void *</a:t>
            </a:r>
            <a:r>
              <a:rPr lang="en-US" altLang="en-US" sz="1800" dirty="0" err="1">
                <a:latin typeface="Verdana" panose="020B0604030504040204" pitchFamily="34" charset="0"/>
              </a:rPr>
              <a:t>shmaddr</a:t>
            </a:r>
            <a:r>
              <a:rPr lang="en-US" altLang="en-US" sz="1800" dirty="0">
                <a:latin typeface="Verdana" panose="020B0604030504040204" pitchFamily="34" charset="0"/>
              </a:rPr>
              <a:t> ,int </a:t>
            </a:r>
            <a:r>
              <a:rPr lang="en-US" altLang="en-US" sz="1800" dirty="0" err="1">
                <a:latin typeface="Verdana" panose="020B0604030504040204" pitchFamily="34" charset="0"/>
              </a:rPr>
              <a:t>shmflg</a:t>
            </a:r>
            <a:r>
              <a:rPr lang="en-US" altLang="en-US" sz="1800" dirty="0">
                <a:latin typeface="Verdana" panose="020B0604030504040204" pitchFamily="34" charset="0"/>
              </a:rPr>
              <a:t>);</a:t>
            </a:r>
          </a:p>
          <a:p>
            <a:pPr>
              <a:lnSpc>
                <a:spcPct val="100000"/>
              </a:lnSpc>
              <a:spcBef>
                <a:spcPct val="0"/>
              </a:spcBef>
              <a:buFontTx/>
              <a:buNone/>
            </a:pPr>
            <a:r>
              <a:rPr lang="en-US" altLang="en-US" sz="1800" dirty="0" err="1">
                <a:latin typeface="Verdana" panose="020B0604030504040204" pitchFamily="34" charset="0"/>
              </a:rPr>
              <a:t>shmid</a:t>
            </a:r>
            <a:r>
              <a:rPr lang="en-US" altLang="en-US" sz="1800" dirty="0">
                <a:latin typeface="Verdana" panose="020B0604030504040204" pitchFamily="34" charset="0"/>
              </a:rPr>
              <a:t> is shared memory id. </a:t>
            </a:r>
            <a:r>
              <a:rPr lang="en-US" altLang="en-US" sz="1800" dirty="0" err="1">
                <a:latin typeface="Verdana" panose="020B0604030504040204" pitchFamily="34" charset="0"/>
              </a:rPr>
              <a:t>shmaddr</a:t>
            </a:r>
            <a:r>
              <a:rPr lang="en-US" altLang="en-US" sz="1800" dirty="0">
                <a:latin typeface="Verdana" panose="020B0604030504040204" pitchFamily="34" charset="0"/>
              </a:rPr>
              <a:t> specifies specific address to use but we should set</a:t>
            </a:r>
          </a:p>
          <a:p>
            <a:pPr>
              <a:lnSpc>
                <a:spcPct val="100000"/>
              </a:lnSpc>
              <a:spcBef>
                <a:spcPct val="0"/>
              </a:spcBef>
              <a:buFontTx/>
              <a:buNone/>
            </a:pPr>
            <a:r>
              <a:rPr lang="en-US" altLang="en-US" sz="1800" dirty="0">
                <a:latin typeface="Verdana" panose="020B0604030504040204" pitchFamily="34" charset="0"/>
              </a:rPr>
              <a:t>it to zero and OS will automatically choose the address.</a:t>
            </a:r>
          </a:p>
          <a:p>
            <a:pPr>
              <a:lnSpc>
                <a:spcPct val="100000"/>
              </a:lnSpc>
              <a:spcBef>
                <a:spcPct val="0"/>
              </a:spcBef>
              <a:buFontTx/>
              <a:buNone/>
            </a:pPr>
            <a:endParaRPr lang="en-US" altLang="en-US" sz="1800" dirty="0">
              <a:latin typeface="Verdana" panose="020B0604030504040204" pitchFamily="34" charset="0"/>
            </a:endParaRPr>
          </a:p>
          <a:p>
            <a:pPr>
              <a:lnSpc>
                <a:spcPct val="100000"/>
              </a:lnSpc>
              <a:spcBef>
                <a:spcPct val="0"/>
              </a:spcBef>
              <a:buFontTx/>
              <a:buNone/>
            </a:pPr>
            <a:r>
              <a:rPr lang="en-US" altLang="en-US" sz="1800" dirty="0" err="1">
                <a:latin typeface="Verdana" panose="020B0604030504040204" pitchFamily="34" charset="0"/>
              </a:rPr>
              <a:t>shmdt</a:t>
            </a:r>
            <a:r>
              <a:rPr lang="en-US" altLang="en-US" sz="1800" dirty="0">
                <a:latin typeface="Verdana" panose="020B0604030504040204" pitchFamily="34" charset="0"/>
              </a:rPr>
              <a:t>(): When you’re done with the shared memory segment, your program should</a:t>
            </a:r>
          </a:p>
          <a:p>
            <a:pPr>
              <a:lnSpc>
                <a:spcPct val="100000"/>
              </a:lnSpc>
              <a:spcBef>
                <a:spcPct val="0"/>
              </a:spcBef>
              <a:buFontTx/>
              <a:buNone/>
            </a:pPr>
            <a:r>
              <a:rPr lang="en-US" altLang="en-US" sz="1800" dirty="0">
                <a:latin typeface="Verdana" panose="020B0604030504040204" pitchFamily="34" charset="0"/>
              </a:rPr>
              <a:t>detach itself from it using </a:t>
            </a:r>
            <a:r>
              <a:rPr lang="en-US" altLang="en-US" sz="1800" dirty="0" err="1">
                <a:latin typeface="Verdana" panose="020B0604030504040204" pitchFamily="34" charset="0"/>
              </a:rPr>
              <a:t>shmdt</a:t>
            </a:r>
            <a:r>
              <a:rPr lang="en-US" altLang="en-US" sz="1800" dirty="0">
                <a:latin typeface="Verdana" panose="020B0604030504040204" pitchFamily="34" charset="0"/>
              </a:rPr>
              <a:t>(). int </a:t>
            </a:r>
            <a:r>
              <a:rPr lang="en-US" altLang="en-US" sz="1800" dirty="0" err="1">
                <a:latin typeface="Verdana" panose="020B0604030504040204" pitchFamily="34" charset="0"/>
              </a:rPr>
              <a:t>shmdt</a:t>
            </a:r>
            <a:r>
              <a:rPr lang="en-US" altLang="en-US" sz="1800" dirty="0">
                <a:latin typeface="Verdana" panose="020B0604030504040204" pitchFamily="34" charset="0"/>
              </a:rPr>
              <a:t>(void *</a:t>
            </a:r>
            <a:r>
              <a:rPr lang="en-US" altLang="en-US" sz="1800" dirty="0" err="1">
                <a:latin typeface="Verdana" panose="020B0604030504040204" pitchFamily="34" charset="0"/>
              </a:rPr>
              <a:t>shmaddr</a:t>
            </a:r>
            <a:r>
              <a:rPr lang="en-US" altLang="en-US" sz="1800" dirty="0">
                <a:latin typeface="Verdana" panose="020B0604030504040204" pitchFamily="34" charset="0"/>
              </a:rPr>
              <a:t>);</a:t>
            </a:r>
          </a:p>
          <a:p>
            <a:pPr>
              <a:lnSpc>
                <a:spcPct val="100000"/>
              </a:lnSpc>
              <a:spcBef>
                <a:spcPct val="0"/>
              </a:spcBef>
              <a:buFontTx/>
              <a:buNone/>
            </a:pPr>
            <a:endParaRPr lang="en-US" altLang="en-US" sz="1800" dirty="0">
              <a:latin typeface="Verdana" panose="020B0604030504040204" pitchFamily="34" charset="0"/>
            </a:endParaRPr>
          </a:p>
          <a:p>
            <a:pPr>
              <a:lnSpc>
                <a:spcPct val="100000"/>
              </a:lnSpc>
              <a:spcBef>
                <a:spcPct val="0"/>
              </a:spcBef>
              <a:buFontTx/>
              <a:buNone/>
            </a:pPr>
            <a:r>
              <a:rPr lang="en-US" altLang="en-US" sz="1800" dirty="0" err="1">
                <a:latin typeface="Verdana" panose="020B0604030504040204" pitchFamily="34" charset="0"/>
              </a:rPr>
              <a:t>shmctl</a:t>
            </a:r>
            <a:r>
              <a:rPr lang="en-US" altLang="en-US" sz="1800" dirty="0">
                <a:latin typeface="Verdana" panose="020B0604030504040204" pitchFamily="34" charset="0"/>
              </a:rPr>
              <a:t>(): when you detach from shared </a:t>
            </a:r>
            <a:r>
              <a:rPr lang="en-US" altLang="en-US" sz="1800" dirty="0" err="1">
                <a:latin typeface="Verdana" panose="020B0604030504040204" pitchFamily="34" charset="0"/>
              </a:rPr>
              <a:t>memory,it</a:t>
            </a:r>
            <a:r>
              <a:rPr lang="en-US" altLang="en-US" sz="1800" dirty="0">
                <a:latin typeface="Verdana" panose="020B0604030504040204" pitchFamily="34" charset="0"/>
              </a:rPr>
              <a:t> is not destroyed. So, to destroy</a:t>
            </a:r>
          </a:p>
          <a:p>
            <a:pPr>
              <a:lnSpc>
                <a:spcPct val="100000"/>
              </a:lnSpc>
              <a:spcBef>
                <a:spcPct val="0"/>
              </a:spcBef>
              <a:buFontTx/>
              <a:buNone/>
            </a:pPr>
            <a:r>
              <a:rPr lang="en-US" altLang="en-US" sz="1800" dirty="0" err="1">
                <a:latin typeface="Verdana" panose="020B0604030504040204" pitchFamily="34" charset="0"/>
              </a:rPr>
              <a:t>shmctl</a:t>
            </a:r>
            <a:r>
              <a:rPr lang="en-US" altLang="en-US" sz="1800" dirty="0">
                <a:latin typeface="Verdana" panose="020B0604030504040204" pitchFamily="34" charset="0"/>
              </a:rPr>
              <a:t>() is used. </a:t>
            </a:r>
            <a:r>
              <a:rPr lang="en-US" altLang="en-US" sz="1800" dirty="0" err="1">
                <a:latin typeface="Verdana" panose="020B0604030504040204" pitchFamily="34" charset="0"/>
              </a:rPr>
              <a:t>shmctl</a:t>
            </a:r>
            <a:r>
              <a:rPr lang="en-US" altLang="en-US" sz="1800" dirty="0">
                <a:latin typeface="Verdana" panose="020B0604030504040204" pitchFamily="34" charset="0"/>
              </a:rPr>
              <a:t>(int </a:t>
            </a:r>
            <a:r>
              <a:rPr lang="en-US" altLang="en-US" sz="1800" dirty="0" err="1">
                <a:latin typeface="Verdana" panose="020B0604030504040204" pitchFamily="34" charset="0"/>
              </a:rPr>
              <a:t>shmid,IPC_RMID,NULL</a:t>
            </a:r>
            <a:r>
              <a:rPr lang="en-US" altLang="en-US" sz="1800" dirty="0">
                <a:latin typeface="Verdana" panose="020B0604030504040204" pitchFamily="34"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67C84E47-AF5D-4A65-8F8E-8BF4EF732357}"/>
              </a:ext>
            </a:extLst>
          </p:cNvPr>
          <p:cNvSpPr>
            <a:spLocks noGrp="1"/>
          </p:cNvSpPr>
          <p:nvPr>
            <p:ph type="title"/>
          </p:nvPr>
        </p:nvSpPr>
        <p:spPr/>
        <p:txBody>
          <a:bodyPr/>
          <a:lstStyle/>
          <a:p>
            <a:pPr eaLnBrk="1" hangingPunct="1"/>
            <a:r>
              <a:rPr lang="en-US" altLang="en-US"/>
              <a:t>System cals in MQ</a:t>
            </a:r>
          </a:p>
        </p:txBody>
      </p:sp>
      <p:sp>
        <p:nvSpPr>
          <p:cNvPr id="74755" name="TextBox 2">
            <a:extLst>
              <a:ext uri="{FF2B5EF4-FFF2-40B4-BE49-F238E27FC236}">
                <a16:creationId xmlns:a16="http://schemas.microsoft.com/office/drawing/2014/main" id="{ACBC1BB1-3710-4E6B-A7C6-0B2427B9D37C}"/>
              </a:ext>
            </a:extLst>
          </p:cNvPr>
          <p:cNvSpPr txBox="1">
            <a:spLocks noChangeArrowheads="1"/>
          </p:cNvSpPr>
          <p:nvPr/>
        </p:nvSpPr>
        <p:spPr bwMode="auto">
          <a:xfrm>
            <a:off x="680321" y="2106417"/>
            <a:ext cx="8001000"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36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32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8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nSpc>
                <a:spcPct val="100000"/>
              </a:lnSpc>
              <a:spcBef>
                <a:spcPct val="0"/>
              </a:spcBef>
              <a:buFontTx/>
              <a:buNone/>
            </a:pPr>
            <a:r>
              <a:rPr lang="en-US" altLang="en-US" sz="1800" dirty="0" err="1">
                <a:latin typeface="Verdana" panose="020B0604030504040204" pitchFamily="34" charset="0"/>
              </a:rPr>
              <a:t>ftok</a:t>
            </a:r>
            <a:r>
              <a:rPr lang="en-US" altLang="en-US" sz="1800" dirty="0">
                <a:latin typeface="Verdana" panose="020B0604030504040204" pitchFamily="34" charset="0"/>
              </a:rPr>
              <a:t>(): is use to generate a unique key.</a:t>
            </a:r>
          </a:p>
          <a:p>
            <a:pPr>
              <a:lnSpc>
                <a:spcPct val="100000"/>
              </a:lnSpc>
              <a:spcBef>
                <a:spcPct val="0"/>
              </a:spcBef>
              <a:buFontTx/>
              <a:buNone/>
            </a:pPr>
            <a:endParaRPr lang="en-US" altLang="en-US" sz="1800" dirty="0">
              <a:latin typeface="Verdana" panose="020B0604030504040204" pitchFamily="34" charset="0"/>
            </a:endParaRPr>
          </a:p>
          <a:p>
            <a:pPr>
              <a:lnSpc>
                <a:spcPct val="100000"/>
              </a:lnSpc>
              <a:spcBef>
                <a:spcPct val="0"/>
              </a:spcBef>
              <a:buFontTx/>
              <a:buNone/>
            </a:pPr>
            <a:r>
              <a:rPr lang="en-US" altLang="en-US" sz="1800" dirty="0" err="1">
                <a:latin typeface="Verdana" panose="020B0604030504040204" pitchFamily="34" charset="0"/>
              </a:rPr>
              <a:t>msgget</a:t>
            </a:r>
            <a:r>
              <a:rPr lang="en-US" altLang="en-US" sz="1800" dirty="0">
                <a:latin typeface="Verdana" panose="020B0604030504040204" pitchFamily="34" charset="0"/>
              </a:rPr>
              <a:t>(): either returns the message queue identifier for a newly created message </a:t>
            </a:r>
          </a:p>
          <a:p>
            <a:pPr>
              <a:lnSpc>
                <a:spcPct val="100000"/>
              </a:lnSpc>
              <a:spcBef>
                <a:spcPct val="0"/>
              </a:spcBef>
              <a:buFontTx/>
              <a:buNone/>
            </a:pPr>
            <a:r>
              <a:rPr lang="en-US" altLang="en-US" sz="1800" dirty="0">
                <a:latin typeface="Verdana" panose="020B0604030504040204" pitchFamily="34" charset="0"/>
              </a:rPr>
              <a:t>queue or returns the identifiers for a queue which exists with the same key value.</a:t>
            </a:r>
          </a:p>
          <a:p>
            <a:pPr>
              <a:lnSpc>
                <a:spcPct val="100000"/>
              </a:lnSpc>
              <a:spcBef>
                <a:spcPct val="0"/>
              </a:spcBef>
              <a:buFontTx/>
              <a:buNone/>
            </a:pPr>
            <a:endParaRPr lang="en-US" altLang="en-US" sz="1800" dirty="0">
              <a:latin typeface="Verdana" panose="020B0604030504040204" pitchFamily="34" charset="0"/>
            </a:endParaRPr>
          </a:p>
          <a:p>
            <a:pPr>
              <a:lnSpc>
                <a:spcPct val="100000"/>
              </a:lnSpc>
              <a:spcBef>
                <a:spcPct val="0"/>
              </a:spcBef>
              <a:buFontTx/>
              <a:buNone/>
            </a:pPr>
            <a:r>
              <a:rPr lang="en-US" altLang="en-US" sz="1800" dirty="0" err="1">
                <a:latin typeface="Verdana" panose="020B0604030504040204" pitchFamily="34" charset="0"/>
              </a:rPr>
              <a:t>msgsnd</a:t>
            </a:r>
            <a:r>
              <a:rPr lang="en-US" altLang="en-US" sz="1800" dirty="0">
                <a:latin typeface="Verdana" panose="020B0604030504040204" pitchFamily="34" charset="0"/>
              </a:rPr>
              <a:t>(): Data is placed on to a message queue by calling </a:t>
            </a:r>
            <a:r>
              <a:rPr lang="en-US" altLang="en-US" sz="1800" dirty="0" err="1">
                <a:latin typeface="Verdana" panose="020B0604030504040204" pitchFamily="34" charset="0"/>
              </a:rPr>
              <a:t>msgsnd</a:t>
            </a:r>
            <a:r>
              <a:rPr lang="en-US" altLang="en-US" sz="1800" dirty="0">
                <a:latin typeface="Verdana" panose="020B0604030504040204" pitchFamily="34" charset="0"/>
              </a:rPr>
              <a:t>().</a:t>
            </a:r>
          </a:p>
          <a:p>
            <a:pPr>
              <a:lnSpc>
                <a:spcPct val="100000"/>
              </a:lnSpc>
              <a:spcBef>
                <a:spcPct val="0"/>
              </a:spcBef>
              <a:buFontTx/>
              <a:buNone/>
            </a:pPr>
            <a:endParaRPr lang="en-US" altLang="en-US" sz="1800" dirty="0">
              <a:latin typeface="Verdana" panose="020B0604030504040204" pitchFamily="34" charset="0"/>
            </a:endParaRPr>
          </a:p>
          <a:p>
            <a:pPr>
              <a:lnSpc>
                <a:spcPct val="100000"/>
              </a:lnSpc>
              <a:spcBef>
                <a:spcPct val="0"/>
              </a:spcBef>
              <a:buFontTx/>
              <a:buNone/>
            </a:pPr>
            <a:r>
              <a:rPr lang="en-US" altLang="en-US" sz="1800" dirty="0" err="1">
                <a:latin typeface="Verdana" panose="020B0604030504040204" pitchFamily="34" charset="0"/>
              </a:rPr>
              <a:t>msgrcv</a:t>
            </a:r>
            <a:r>
              <a:rPr lang="en-US" altLang="en-US" sz="1800" dirty="0">
                <a:latin typeface="Verdana" panose="020B0604030504040204" pitchFamily="34" charset="0"/>
              </a:rPr>
              <a:t>(): messages are retrieved from a queue.</a:t>
            </a:r>
          </a:p>
          <a:p>
            <a:pPr>
              <a:lnSpc>
                <a:spcPct val="100000"/>
              </a:lnSpc>
              <a:spcBef>
                <a:spcPct val="0"/>
              </a:spcBef>
              <a:buFontTx/>
              <a:buNone/>
            </a:pPr>
            <a:endParaRPr lang="en-US" altLang="en-US" sz="1800" dirty="0">
              <a:latin typeface="Verdana" panose="020B0604030504040204" pitchFamily="34" charset="0"/>
            </a:endParaRPr>
          </a:p>
          <a:p>
            <a:pPr>
              <a:lnSpc>
                <a:spcPct val="100000"/>
              </a:lnSpc>
              <a:spcBef>
                <a:spcPct val="0"/>
              </a:spcBef>
              <a:buFontTx/>
              <a:buNone/>
            </a:pPr>
            <a:r>
              <a:rPr lang="en-US" altLang="en-US" sz="1800" dirty="0" err="1">
                <a:latin typeface="Verdana" panose="020B0604030504040204" pitchFamily="34" charset="0"/>
              </a:rPr>
              <a:t>msgctl</a:t>
            </a:r>
            <a:r>
              <a:rPr lang="en-US" altLang="en-US" sz="1800" dirty="0">
                <a:latin typeface="Verdana" panose="020B0604030504040204" pitchFamily="34" charset="0"/>
              </a:rPr>
              <a:t>(): It performs various operations on a queue. Generally it is use to </a:t>
            </a:r>
          </a:p>
          <a:p>
            <a:pPr>
              <a:lnSpc>
                <a:spcPct val="100000"/>
              </a:lnSpc>
              <a:spcBef>
                <a:spcPct val="0"/>
              </a:spcBef>
              <a:buFontTx/>
              <a:buNone/>
            </a:pPr>
            <a:r>
              <a:rPr lang="en-US" altLang="en-US" sz="1800" dirty="0">
                <a:latin typeface="Verdana" panose="020B0604030504040204" pitchFamily="34" charset="0"/>
              </a:rPr>
              <a:t>destroy message queue.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E94CEC4-9E4A-419E-9A73-4F950CAB734F}"/>
              </a:ext>
            </a:extLst>
          </p:cNvPr>
          <p:cNvSpPr>
            <a:spLocks noGrp="1" noChangeArrowheads="1"/>
          </p:cNvSpPr>
          <p:nvPr>
            <p:ph type="title"/>
          </p:nvPr>
        </p:nvSpPr>
        <p:spPr>
          <a:xfrm>
            <a:off x="1137138" y="841717"/>
            <a:ext cx="8229600" cy="576263"/>
          </a:xfrm>
        </p:spPr>
        <p:txBody>
          <a:bodyPr rtlCol="0">
            <a:normAutofit fontScale="90000"/>
          </a:bodyPr>
          <a:lstStyle/>
          <a:p>
            <a:pPr eaLnBrk="1" fontAlgn="auto" hangingPunct="1">
              <a:spcAft>
                <a:spcPts val="0"/>
              </a:spcAft>
              <a:defRPr/>
            </a:pPr>
            <a:r>
              <a:rPr lang="en-US" altLang="en-US" dirty="0"/>
              <a:t>Sockets</a:t>
            </a:r>
          </a:p>
        </p:txBody>
      </p:sp>
      <p:sp>
        <p:nvSpPr>
          <p:cNvPr id="49155" name="Rectangle 3">
            <a:extLst>
              <a:ext uri="{FF2B5EF4-FFF2-40B4-BE49-F238E27FC236}">
                <a16:creationId xmlns:a16="http://schemas.microsoft.com/office/drawing/2014/main" id="{B91962C9-F91F-436B-BC56-CF3BDA3576BB}"/>
              </a:ext>
            </a:extLst>
          </p:cNvPr>
          <p:cNvSpPr>
            <a:spLocks noGrp="1" noChangeArrowheads="1"/>
          </p:cNvSpPr>
          <p:nvPr>
            <p:ph idx="1"/>
          </p:nvPr>
        </p:nvSpPr>
        <p:spPr>
          <a:xfrm>
            <a:off x="775359" y="2167206"/>
            <a:ext cx="10141169" cy="4374271"/>
          </a:xfrm>
        </p:spPr>
        <p:txBody>
          <a:bodyPr rtlCol="0">
            <a:normAutofit fontScale="92500"/>
          </a:bodyPr>
          <a:lstStyle/>
          <a:p>
            <a:pPr eaLnBrk="1" fontAlgn="auto" hangingPunct="1">
              <a:spcAft>
                <a:spcPts val="0"/>
              </a:spcAft>
              <a:defRPr/>
            </a:pPr>
            <a:r>
              <a:rPr lang="en-US" altLang="en-US" dirty="0"/>
              <a:t>A </a:t>
            </a:r>
            <a:r>
              <a:rPr lang="en-US" altLang="en-US" b="1" dirty="0">
                <a:solidFill>
                  <a:srgbClr val="0000FF"/>
                </a:solidFill>
              </a:rPr>
              <a:t>socket </a:t>
            </a:r>
            <a:r>
              <a:rPr lang="en-US" altLang="en-US" dirty="0"/>
              <a:t>is defined as an endpoint for communication</a:t>
            </a:r>
          </a:p>
          <a:p>
            <a:pPr eaLnBrk="1" fontAlgn="auto" hangingPunct="1">
              <a:spcAft>
                <a:spcPts val="0"/>
              </a:spcAft>
              <a:defRPr/>
            </a:pPr>
            <a:endParaRPr lang="en-US" altLang="en-US" sz="800" dirty="0"/>
          </a:p>
          <a:p>
            <a:pPr eaLnBrk="1" fontAlgn="auto" hangingPunct="1">
              <a:spcAft>
                <a:spcPts val="0"/>
              </a:spcAft>
              <a:defRPr/>
            </a:pPr>
            <a:r>
              <a:rPr lang="en-US" altLang="en-US" dirty="0"/>
              <a:t>Concatenation of IP address and </a:t>
            </a:r>
            <a:r>
              <a:rPr lang="en-US" altLang="en-US" b="1" dirty="0">
                <a:solidFill>
                  <a:srgbClr val="0000FF"/>
                </a:solidFill>
              </a:rPr>
              <a:t>port</a:t>
            </a:r>
            <a:r>
              <a:rPr lang="en-US" altLang="en-US" dirty="0"/>
              <a:t> – a number included at start of message packet to differentiate network services on a host</a:t>
            </a:r>
          </a:p>
          <a:p>
            <a:pPr eaLnBrk="1" fontAlgn="auto" hangingPunct="1">
              <a:spcAft>
                <a:spcPts val="0"/>
              </a:spcAft>
              <a:defRPr/>
            </a:pPr>
            <a:endParaRPr lang="en-US" altLang="en-US" sz="800" dirty="0"/>
          </a:p>
          <a:p>
            <a:pPr eaLnBrk="1" fontAlgn="auto" hangingPunct="1">
              <a:spcAft>
                <a:spcPts val="0"/>
              </a:spcAft>
              <a:defRPr/>
            </a:pPr>
            <a:r>
              <a:rPr lang="en-US" altLang="en-US" dirty="0"/>
              <a:t>The socket </a:t>
            </a:r>
            <a:r>
              <a:rPr lang="en-US" altLang="en-US" b="1" dirty="0"/>
              <a:t>161.25.19.8:1625</a:t>
            </a:r>
            <a:r>
              <a:rPr lang="en-US" altLang="en-US" dirty="0"/>
              <a:t> refers to port </a:t>
            </a:r>
            <a:r>
              <a:rPr lang="en-US" altLang="en-US" b="1" dirty="0"/>
              <a:t>1625</a:t>
            </a:r>
            <a:r>
              <a:rPr lang="en-US" altLang="en-US" dirty="0"/>
              <a:t> on host </a:t>
            </a:r>
            <a:r>
              <a:rPr lang="en-US" altLang="en-US" b="1" dirty="0"/>
              <a:t>161.25.19.8</a:t>
            </a:r>
          </a:p>
          <a:p>
            <a:pPr eaLnBrk="1" fontAlgn="auto" hangingPunct="1">
              <a:spcAft>
                <a:spcPts val="0"/>
              </a:spcAft>
              <a:defRPr/>
            </a:pPr>
            <a:endParaRPr lang="en-US" altLang="en-US" sz="800" b="1" dirty="0"/>
          </a:p>
          <a:p>
            <a:pPr eaLnBrk="1" fontAlgn="auto" hangingPunct="1">
              <a:spcAft>
                <a:spcPts val="0"/>
              </a:spcAft>
              <a:defRPr/>
            </a:pPr>
            <a:r>
              <a:rPr lang="en-US" altLang="en-US" dirty="0"/>
              <a:t>Communication consists between a pair of sockets</a:t>
            </a:r>
          </a:p>
          <a:p>
            <a:pPr eaLnBrk="1" fontAlgn="auto" hangingPunct="1">
              <a:spcAft>
                <a:spcPts val="0"/>
              </a:spcAft>
              <a:defRPr/>
            </a:pPr>
            <a:endParaRPr lang="en-US" altLang="en-US" sz="800" dirty="0"/>
          </a:p>
          <a:p>
            <a:pPr eaLnBrk="1" fontAlgn="auto" hangingPunct="1">
              <a:spcAft>
                <a:spcPts val="0"/>
              </a:spcAft>
              <a:defRPr/>
            </a:pPr>
            <a:r>
              <a:rPr lang="en-US" altLang="en-US" dirty="0"/>
              <a:t>All ports below 1024 are </a:t>
            </a:r>
            <a:r>
              <a:rPr lang="en-US" altLang="en-US" b="1" i="1" dirty="0"/>
              <a:t>well known</a:t>
            </a:r>
            <a:r>
              <a:rPr lang="en-US" altLang="en-US" dirty="0"/>
              <a:t>, used for standard services</a:t>
            </a:r>
          </a:p>
          <a:p>
            <a:pPr eaLnBrk="1" fontAlgn="auto" hangingPunct="1">
              <a:spcAft>
                <a:spcPts val="0"/>
              </a:spcAft>
              <a:defRPr/>
            </a:pPr>
            <a:endParaRPr lang="en-US" altLang="en-US" sz="800" dirty="0"/>
          </a:p>
          <a:p>
            <a:pPr eaLnBrk="1" fontAlgn="auto" hangingPunct="1">
              <a:spcAft>
                <a:spcPts val="0"/>
              </a:spcAft>
              <a:defRPr/>
            </a:pPr>
            <a:r>
              <a:rPr lang="en-US" altLang="en-US" dirty="0"/>
              <a:t>Special IP address 127.0.0.1 (</a:t>
            </a:r>
            <a:r>
              <a:rPr lang="en-US" altLang="en-US" b="1" dirty="0">
                <a:solidFill>
                  <a:srgbClr val="0000FF"/>
                </a:solidFill>
              </a:rPr>
              <a:t>loopback</a:t>
            </a:r>
            <a:r>
              <a:rPr lang="en-US" altLang="en-US" dirty="0"/>
              <a:t>) to refer to system on which process is running</a:t>
            </a:r>
          </a:p>
        </p:txBody>
      </p:sp>
      <p:pic>
        <p:nvPicPr>
          <p:cNvPr id="79875" name="Picture 7">
            <a:extLst>
              <a:ext uri="{FF2B5EF4-FFF2-40B4-BE49-F238E27FC236}">
                <a16:creationId xmlns:a16="http://schemas.microsoft.com/office/drawing/2014/main" id="{D48651A0-044F-4003-A5C5-88D4798C77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9413" y="17730"/>
            <a:ext cx="3252587" cy="2224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11" name="Picture 10">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13" name="Rectangle 12">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7" name="Rectangle 16">
            <a:extLst>
              <a:ext uri="{FF2B5EF4-FFF2-40B4-BE49-F238E27FC236}">
                <a16:creationId xmlns:a16="http://schemas.microsoft.com/office/drawing/2014/main" id="{B2E911EF-80F5-4781-A4DF-44EFAF242F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0A2A734-17E4-44D5-9630-D54D6AF746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Rectangle 20">
            <a:extLst>
              <a:ext uri="{FF2B5EF4-FFF2-40B4-BE49-F238E27FC236}">
                <a16:creationId xmlns:a16="http://schemas.microsoft.com/office/drawing/2014/main" id="{EFFB5C33-24B2-4764-BDBD-4C10A21DB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88808" y="0"/>
            <a:ext cx="340319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3" name="Picture 22">
            <a:extLst>
              <a:ext uri="{FF2B5EF4-FFF2-40B4-BE49-F238E27FC236}">
                <a16:creationId xmlns:a16="http://schemas.microsoft.com/office/drawing/2014/main" id="{FEB601E2-EFED-4313-BEE4-9E27B94FC6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242852"/>
            <a:ext cx="9110541" cy="246557"/>
          </a:xfrm>
          <a:prstGeom prst="rect">
            <a:avLst/>
          </a:prstGeom>
        </p:spPr>
      </p:pic>
      <p:sp>
        <p:nvSpPr>
          <p:cNvPr id="25" name="Rectangle 24">
            <a:extLst>
              <a:ext uri="{FF2B5EF4-FFF2-40B4-BE49-F238E27FC236}">
                <a16:creationId xmlns:a16="http://schemas.microsoft.com/office/drawing/2014/main" id="{1425DB5A-CEE1-4EE1-8C4A-689E49D354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90078"/>
            <a:ext cx="9110542" cy="1660332"/>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40510" y="2733709"/>
            <a:ext cx="7657792" cy="1373070"/>
          </a:xfrm>
        </p:spPr>
        <p:txBody>
          <a:bodyPr vert="horz" lIns="91440" tIns="45720" rIns="91440" bIns="45720" rtlCol="0" anchor="b">
            <a:normAutofit/>
          </a:bodyPr>
          <a:lstStyle/>
          <a:p>
            <a:pPr algn="r"/>
            <a:r>
              <a:rPr lang="en-US" sz="4600" dirty="0">
                <a:solidFill>
                  <a:srgbClr val="FFFFFF"/>
                </a:solidFill>
              </a:rPr>
              <a:t>End of Lecture 3</a:t>
            </a:r>
            <a:br>
              <a:rPr lang="en-US" sz="4600" dirty="0">
                <a:solidFill>
                  <a:srgbClr val="FFFFFF"/>
                </a:solidFill>
              </a:rPr>
            </a:br>
            <a:endParaRPr lang="en-US" sz="4600" dirty="0">
              <a:solidFill>
                <a:srgbClr val="FFFFFF"/>
              </a:solidFill>
            </a:endParaRPr>
          </a:p>
        </p:txBody>
      </p:sp>
    </p:spTree>
    <p:extLst>
      <p:ext uri="{BB962C8B-B14F-4D97-AF65-F5344CB8AC3E}">
        <p14:creationId xmlns:p14="http://schemas.microsoft.com/office/powerpoint/2010/main" val="2045860019"/>
      </p:ext>
    </p:extLst>
  </p:cSld>
  <p:clrMapOvr>
    <a:masterClrMapping/>
  </p:clrMapOvr>
</p:sld>
</file>

<file path=ppt/theme/theme1.xml><?xml version="1.0" encoding="utf-8"?>
<a:theme xmlns:a="http://schemas.openxmlformats.org/drawingml/2006/main" name="Presentation3">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55DFB19D-8CD7-374E-93C3-3427CC06C4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812AAC09-44D3-5540-A76F-F76F8887BB39}"/>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D494B3FE-53B0-E440-9A9B-ABF54A0C63FE}"/>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ABB46C2A-DBBF-2F44-9DD8-9AA6E3D75EB1}"/>
    </a:ext>
  </a:extLst>
</a:theme>
</file>

<file path=ppt/theme/theme5.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3B148348-D753-0A4F-BC14-61EDA13F40B8}"/>
    </a:ext>
  </a:extLst>
</a:theme>
</file>

<file path=ppt/theme/theme6.xml><?xml version="1.0" encoding="utf-8"?>
<a:theme xmlns:a="http://schemas.openxmlformats.org/drawingml/2006/main" name="Berli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Presentation3</Template>
  <TotalTime>1384</TotalTime>
  <Words>1327</Words>
  <Application>Microsoft Office PowerPoint</Application>
  <PresentationFormat>Widescreen</PresentationFormat>
  <Paragraphs>186</Paragraphs>
  <Slides>23</Slides>
  <Notes>16</Notes>
  <HiddenSlides>0</HiddenSlides>
  <MMClips>0</MMClips>
  <ScaleCrop>false</ScaleCrop>
  <HeadingPairs>
    <vt:vector size="6" baseType="variant">
      <vt:variant>
        <vt:lpstr>Fonts Used</vt:lpstr>
      </vt:variant>
      <vt:variant>
        <vt:i4>11</vt:i4>
      </vt:variant>
      <vt:variant>
        <vt:lpstr>Theme</vt:lpstr>
      </vt:variant>
      <vt:variant>
        <vt:i4>6</vt:i4>
      </vt:variant>
      <vt:variant>
        <vt:lpstr>Slide Titles</vt:lpstr>
      </vt:variant>
      <vt:variant>
        <vt:i4>23</vt:i4>
      </vt:variant>
    </vt:vector>
  </HeadingPairs>
  <TitlesOfParts>
    <vt:vector size="40" baseType="lpstr">
      <vt:lpstr>MS PGothic</vt:lpstr>
      <vt:lpstr>Arial</vt:lpstr>
      <vt:lpstr>Calibri</vt:lpstr>
      <vt:lpstr>Calibri Light</vt:lpstr>
      <vt:lpstr>Helvetica</vt:lpstr>
      <vt:lpstr>Monotype Sorts</vt:lpstr>
      <vt:lpstr>Symbol</vt:lpstr>
      <vt:lpstr>Times New Roman</vt:lpstr>
      <vt:lpstr>Trebuchet MS</vt:lpstr>
      <vt:lpstr>Verdana</vt:lpstr>
      <vt:lpstr>Wingdings</vt:lpstr>
      <vt:lpstr>Presentation3</vt:lpstr>
      <vt:lpstr>Custom Design</vt:lpstr>
      <vt:lpstr>1_Custom Design</vt:lpstr>
      <vt:lpstr>2_Custom Design</vt:lpstr>
      <vt:lpstr>3_Custom Design</vt:lpstr>
      <vt:lpstr>Berlin</vt:lpstr>
      <vt:lpstr>IT2060  Operating Systems and System Administration  </vt:lpstr>
      <vt:lpstr>Chapter 3:  Processes</vt:lpstr>
      <vt:lpstr>Process Concept</vt:lpstr>
      <vt:lpstr>Process Concept (Cont.)</vt:lpstr>
      <vt:lpstr>Process Concept (Cont.)</vt:lpstr>
      <vt:lpstr>Process State</vt:lpstr>
      <vt:lpstr>Diagram of Process State</vt:lpstr>
      <vt:lpstr>PowerPoint Presentation</vt:lpstr>
      <vt:lpstr>Process Control Block (PCB)</vt:lpstr>
      <vt:lpstr>Process Scheduling</vt:lpstr>
      <vt:lpstr>Representation of Process Scheduling</vt:lpstr>
      <vt:lpstr>Schedulers</vt:lpstr>
      <vt:lpstr>Addition of Medium Term Scheduling</vt:lpstr>
      <vt:lpstr>Context Switch</vt:lpstr>
      <vt:lpstr>Operations on Processes</vt:lpstr>
      <vt:lpstr>Process Creation</vt:lpstr>
      <vt:lpstr>PowerPoint Presentation</vt:lpstr>
      <vt:lpstr>Interprocess Communication</vt:lpstr>
      <vt:lpstr>IPC through shared memory</vt:lpstr>
      <vt:lpstr>System call in SM</vt:lpstr>
      <vt:lpstr>System cals in MQ</vt:lpstr>
      <vt:lpstr>Sockets</vt:lpstr>
      <vt:lpstr>End of Lecture 3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Samantha Rajapaksha</dc:creator>
  <cp:lastModifiedBy>Sanvitha Kasthuriarachchi</cp:lastModifiedBy>
  <cp:revision>41</cp:revision>
  <dcterms:created xsi:type="dcterms:W3CDTF">2019-01-23T09:30:27Z</dcterms:created>
  <dcterms:modified xsi:type="dcterms:W3CDTF">2024-08-02T08:38:07Z</dcterms:modified>
</cp:coreProperties>
</file>