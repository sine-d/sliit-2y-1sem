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7" r:id="rId3"/>
    <p:sldMasterId id="2147483709" r:id="rId4"/>
    <p:sldMasterId id="2147483721" r:id="rId5"/>
    <p:sldMasterId id="2147483808" r:id="rId6"/>
  </p:sldMasterIdLst>
  <p:notesMasterIdLst>
    <p:notesMasterId r:id="rId24"/>
  </p:notesMasterIdLst>
  <p:sldIdLst>
    <p:sldId id="319" r:id="rId7"/>
    <p:sldId id="347" r:id="rId8"/>
    <p:sldId id="497" r:id="rId9"/>
    <p:sldId id="348" r:id="rId10"/>
    <p:sldId id="376" r:id="rId11"/>
    <p:sldId id="349" r:id="rId12"/>
    <p:sldId id="350" r:id="rId13"/>
    <p:sldId id="499" r:id="rId14"/>
    <p:sldId id="352" r:id="rId15"/>
    <p:sldId id="495" r:id="rId16"/>
    <p:sldId id="354" r:id="rId17"/>
    <p:sldId id="496" r:id="rId18"/>
    <p:sldId id="377" r:id="rId19"/>
    <p:sldId id="498" r:id="rId20"/>
    <p:sldId id="356" r:id="rId21"/>
    <p:sldId id="375" r:id="rId22"/>
    <p:sldId id="32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26809-E080-8BC5-2BF6-03023C1BD9BF}" v="1" dt="2024-02-12T22:58:46.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64" d="100"/>
          <a:sy n="64" d="100"/>
        </p:scale>
        <p:origin x="978" y="78"/>
      </p:cViewPr>
      <p:guideLst>
        <p:guide orient="horz" pos="2160"/>
        <p:guide pos="3840"/>
      </p:guideLst>
    </p:cSldViewPr>
  </p:slideViewPr>
  <p:outlineViewPr>
    <p:cViewPr>
      <p:scale>
        <a:sx n="33" d="100"/>
        <a:sy n="33" d="100"/>
      </p:scale>
      <p:origin x="0" y="-56958"/>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5BB0A-1CE7-476A-9EFC-97483FC3A26D}" type="datetimeFigureOut">
              <a:rPr lang="en-US" smtClean="0"/>
              <a:pPr/>
              <a:t>3/10/2025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1292B-1FF3-4D4A-BEC3-EF4BA6519485}" type="slidenum">
              <a:rPr lang="en-US" smtClean="0"/>
              <a:pPr/>
              <a:t>‹#›</a:t>
            </a:fld>
            <a:endParaRPr lang="en-US"/>
          </a:p>
        </p:txBody>
      </p:sp>
    </p:spTree>
    <p:extLst>
      <p:ext uri="{BB962C8B-B14F-4D97-AF65-F5344CB8AC3E}">
        <p14:creationId xmlns:p14="http://schemas.microsoft.com/office/powerpoint/2010/main" val="286814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E19A451B-C587-4B61-A9A6-743F833E3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75A62D-7ABC-4A57-9F8A-14AF9E6C16CE}"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25603" name="Rectangle 2">
            <a:extLst>
              <a:ext uri="{FF2B5EF4-FFF2-40B4-BE49-F238E27FC236}">
                <a16:creationId xmlns:a16="http://schemas.microsoft.com/office/drawing/2014/main" id="{DA57318D-C3DE-4044-9F5E-EFD83D6A9E6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12DFD869-07D2-4223-8CCE-83BEBA2AF6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9867E84D-28CD-4281-8185-94A5A64729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2EB1871-4341-4CB3-B822-DFD3BF6CF110}"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27651" name="Rectangle 2">
            <a:extLst>
              <a:ext uri="{FF2B5EF4-FFF2-40B4-BE49-F238E27FC236}">
                <a16:creationId xmlns:a16="http://schemas.microsoft.com/office/drawing/2014/main" id="{51781B46-681D-41EB-B0EC-7ACE60E8A54D}"/>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99CE0CE2-48C7-42B9-AB78-6FFD82BF59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F476E86-C0E9-4530-93E7-72D3FDA612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9C440C-BA2C-46B6-A5F8-D4EB7F04E37A}"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27F79EEA-5F38-4460-BDBB-1AB6928C5C6F}"/>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5F4325F0-B58F-4C42-93FB-24BFABFEE0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EC954012-01FD-4C74-BDFC-D43D459F8E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50BFA6-E85A-438D-B864-1831C96D6238}"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1D4139F7-2EEF-47FF-A992-572A2979E90F}"/>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CD01593B-DED9-45EC-8F0B-E48CC3EB14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0BA7C-17F0-D3DC-4061-F78F16556C82}"/>
            </a:ext>
          </a:extLst>
        </p:cNvPr>
        <p:cNvGrpSpPr/>
        <p:nvPr/>
      </p:nvGrpSpPr>
      <p:grpSpPr>
        <a:xfrm>
          <a:off x="0" y="0"/>
          <a:ext cx="0" cy="0"/>
          <a:chOff x="0" y="0"/>
          <a:chExt cx="0" cy="0"/>
        </a:xfrm>
      </p:grpSpPr>
      <p:sp>
        <p:nvSpPr>
          <p:cNvPr id="32770" name="Rectangle 7">
            <a:extLst>
              <a:ext uri="{FF2B5EF4-FFF2-40B4-BE49-F238E27FC236}">
                <a16:creationId xmlns:a16="http://schemas.microsoft.com/office/drawing/2014/main" id="{70F5094C-AAE5-BFC2-F0C0-9E6F49DDF7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50BFA6-E85A-438D-B864-1831C96D6238}"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B9D0D17D-544B-BE9C-B17E-5AB190444DD9}"/>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398C1E25-103F-8C82-0842-D44B9599EC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520183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E80129CF-3321-4264-BBD7-EE8F09CEEE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8380DF-256E-48CA-A0EE-16D97EB5214F}"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EA1910D1-6BF0-4DBF-91AD-D8A0C8CF14BA}"/>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FFEFE1EF-D53C-47B8-A984-B6B4382FC1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2F09453D-67CB-496F-AE5D-A2E2AFE805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F241E88-03BE-4667-864F-219783E6BD41}"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36867" name="Rectangle 2">
            <a:extLst>
              <a:ext uri="{FF2B5EF4-FFF2-40B4-BE49-F238E27FC236}">
                <a16:creationId xmlns:a16="http://schemas.microsoft.com/office/drawing/2014/main" id="{0ED5BC0F-C45F-4AC8-9AA5-65B05C989483}"/>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3A3216C6-B937-492A-B1A5-8BCB31C937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7B2A1DF4-684C-45B2-B6AE-69C8641783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75DA5C-0339-4294-98D4-39C33A867DBE}"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47571D63-F817-4E61-92F4-35EB4EE586A7}"/>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31581195-451B-46FC-8DB2-D33AEC6DC8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576F0A2C-AE0A-4D4B-9975-F25CB81777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2E3AB17-AA15-49D9-8A8D-1C3711079E56}"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1D1B5B76-2E5D-47F0-A20B-8D4D37C0C60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C2F70D4-0EB2-4EDE-A9EF-6E12915A5B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2937A5E7-53FF-4590-A43D-0EFE4D313D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F3ADD7-19A4-4374-B1DC-21E2EA6D5590}"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44035" name="Rectangle 2">
            <a:extLst>
              <a:ext uri="{FF2B5EF4-FFF2-40B4-BE49-F238E27FC236}">
                <a16:creationId xmlns:a16="http://schemas.microsoft.com/office/drawing/2014/main" id="{8379B18B-FD5E-4B9E-8D27-723669B158B7}"/>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531BCB69-319E-4A90-B31A-861FCF9118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51EFB278-7116-4904-B0BA-E74F5DAE5A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DB05950-86A6-4305-95C2-80C4E35699BF}"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46083" name="Rectangle 2">
            <a:extLst>
              <a:ext uri="{FF2B5EF4-FFF2-40B4-BE49-F238E27FC236}">
                <a16:creationId xmlns:a16="http://schemas.microsoft.com/office/drawing/2014/main" id="{8CF5024B-F325-455B-A6CB-DAD8BF1E3FF3}"/>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DEC99970-EEB5-4E7C-A4F3-5A98638FE6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1EEF7828-B2C2-6249-ACC8-7F26D02698E9}"/>
              </a:ext>
            </a:extLst>
          </p:cNvPr>
          <p:cNvPicPr>
            <a:picLocks noChangeAspect="1"/>
          </p:cNvPicPr>
          <p:nvPr/>
        </p:nvPicPr>
        <p:blipFill>
          <a:blip r:embed="rId2"/>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7" name="Text Placeholder 6">
            <a:extLst>
              <a:ext uri="{FF2B5EF4-FFF2-40B4-BE49-F238E27FC236}">
                <a16:creationId xmlns:a16="http://schemas.microsoft.com/office/drawing/2014/main" id="{4FDA9DA1-CE52-8443-B8D6-E23FE3EF4E9F}"/>
              </a:ext>
            </a:extLst>
          </p:cNvPr>
          <p:cNvSpPr>
            <a:spLocks noGrp="1"/>
          </p:cNvSpPr>
          <p:nvPr>
            <p:ph type="body" sz="quarter" idx="13" hasCustomPrompt="1"/>
          </p:nvPr>
        </p:nvSpPr>
        <p:spPr>
          <a:xfrm>
            <a:off x="3383201" y="2196789"/>
            <a:ext cx="7195151" cy="815352"/>
          </a:xfr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pic>
        <p:nvPicPr>
          <p:cNvPr id="16" name="Picture 15" descr="A close up of a sign&#10;&#10;Description automatically generated">
            <a:extLst>
              <a:ext uri="{FF2B5EF4-FFF2-40B4-BE49-F238E27FC236}">
                <a16:creationId xmlns:a16="http://schemas.microsoft.com/office/drawing/2014/main" id="{A6374280-EE02-3945-8F18-DCD500B9C199}"/>
              </a:ext>
            </a:extLst>
          </p:cNvPr>
          <p:cNvPicPr>
            <a:picLocks noChangeAspect="1"/>
          </p:cNvPicPr>
          <p:nvPr/>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D939BDE5-D244-FF40-80F2-B60858EDCFD4}"/>
              </a:ext>
            </a:extLst>
          </p:cNvPr>
          <p:cNvSpPr>
            <a:spLocks noGrp="1"/>
          </p:cNvSpPr>
          <p:nvPr>
            <p:ph type="body" sz="quarter" idx="14" hasCustomPrompt="1"/>
          </p:nvPr>
        </p:nvSpPr>
        <p:spPr>
          <a:xfrm>
            <a:off x="3904908" y="3217206"/>
            <a:ext cx="7195151" cy="1991724"/>
          </a:xfr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
        <p:nvSpPr>
          <p:cNvPr id="8" name="Rectangle 7">
            <a:extLst>
              <a:ext uri="{FF2B5EF4-FFF2-40B4-BE49-F238E27FC236}">
                <a16:creationId xmlns:a16="http://schemas.microsoft.com/office/drawing/2014/main" id="{9900B0C4-D834-533E-8410-24B5245B8216}"/>
              </a:ext>
            </a:extLst>
          </p:cNvPr>
          <p:cNvSpPr/>
          <p:nvPr userDrawn="1"/>
        </p:nvSpPr>
        <p:spPr>
          <a:xfrm>
            <a:off x="9183189" y="-136979"/>
            <a:ext cx="2937691" cy="19917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795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8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600">
                <a:latin typeface="Times New Roman" panose="02020603050405020304" pitchFamily="18" charset="0"/>
                <a:cs typeface="Times New Roman" panose="02020603050405020304" pitchFamily="18" charset="0"/>
              </a:defRPr>
            </a:lvl1pPr>
            <a:lvl2pPr>
              <a:defRPr sz="32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r>
              <a:rPr lang="en-US"/>
              <a:t>SLIIT</a:t>
            </a:r>
            <a:endParaRPr lang="en-US" dirty="0"/>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
        <p:nvSpPr>
          <p:cNvPr id="7" name="TextBox 6">
            <a:extLst>
              <a:ext uri="{FF2B5EF4-FFF2-40B4-BE49-F238E27FC236}">
                <a16:creationId xmlns:a16="http://schemas.microsoft.com/office/drawing/2014/main" id="{24E8894B-F143-B1E8-02E2-0B6FC762DCFA}"/>
              </a:ext>
            </a:extLst>
          </p:cNvPr>
          <p:cNvSpPr txBox="1"/>
          <p:nvPr userDrawn="1"/>
        </p:nvSpPr>
        <p:spPr>
          <a:xfrm>
            <a:off x="3431413" y="6488668"/>
            <a:ext cx="5662512" cy="369332"/>
          </a:xfrm>
          <a:prstGeom prst="rect">
            <a:avLst/>
          </a:prstGeom>
          <a:solidFill>
            <a:srgbClr val="003399"/>
          </a:solidFill>
        </p:spPr>
        <p:txBody>
          <a:bodyPr wrap="none" rtlCol="0">
            <a:spAutoFit/>
          </a:bodyPr>
          <a:lstStyle/>
          <a:p>
            <a:r>
              <a:rPr lang="en-US" dirty="0">
                <a:solidFill>
                  <a:schemeClr val="bg1"/>
                </a:solidFill>
              </a:rPr>
              <a:t>IE2061 | OSSA | Lecture 01  | Dr. Sanvitha Kasthuriarachchi</a:t>
            </a:r>
          </a:p>
        </p:txBody>
      </p:sp>
    </p:spTree>
    <p:extLst>
      <p:ext uri="{BB962C8B-B14F-4D97-AF65-F5344CB8AC3E}">
        <p14:creationId xmlns:p14="http://schemas.microsoft.com/office/powerpoint/2010/main" val="85663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a:xfrm>
            <a:off x="4038600" y="60896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56085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04281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3/10/2025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527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3930D9-F92B-4783-BA8B-0186970236E5}" type="datetimeFigureOut">
              <a:rPr lang="en-US" smtClean="0"/>
              <a:pPr/>
              <a:t>3/10/2025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899489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930D9-F92B-4783-BA8B-0186970236E5}" type="datetimeFigureOut">
              <a:rPr lang="en-US" smtClean="0"/>
              <a:pPr/>
              <a:t>3/10/2025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5472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79330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39350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0981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78109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38453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4671-2548-9B4A-BC90-1ABE627594F5}"/>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dirty="0"/>
              <a:t>Click to edit Master title style</a:t>
            </a:r>
            <a:endParaRPr lang="x-none" dirty="0"/>
          </a:p>
        </p:txBody>
      </p:sp>
      <p:sp>
        <p:nvSpPr>
          <p:cNvPr id="3" name="Content Placeholder 2">
            <a:extLst>
              <a:ext uri="{FF2B5EF4-FFF2-40B4-BE49-F238E27FC236}">
                <a16:creationId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5" name="Footer Placeholder 4">
            <a:extLst>
              <a:ext uri="{FF2B5EF4-FFF2-40B4-BE49-F238E27FC236}">
                <a16:creationId xmlns:a16="http://schemas.microsoft.com/office/drawing/2014/main" id="{4AD5D1BA-4427-5F48-BCA8-775A2EAA8109}"/>
              </a:ext>
            </a:extLst>
          </p:cNvPr>
          <p:cNvSpPr>
            <a:spLocks noGrp="1"/>
          </p:cNvSpPr>
          <p:nvPr>
            <p:ph type="ftr" sz="quarter" idx="11"/>
          </p:nvPr>
        </p:nvSpPr>
        <p:spPr>
          <a:xfrm>
            <a:off x="4038600" y="5901531"/>
            <a:ext cx="4114800" cy="365125"/>
          </a:xfrm>
          <a:prstGeom prst="rect">
            <a:avLst/>
          </a:prstGeom>
        </p:spPr>
        <p:txBody>
          <a:bodyPr/>
          <a:lstStyle/>
          <a:p>
            <a:endParaRPr lang="x-none" dirty="0"/>
          </a:p>
        </p:txBody>
      </p:sp>
      <p:sp>
        <p:nvSpPr>
          <p:cNvPr id="6" name="Slide Number Placeholder 5">
            <a:extLst>
              <a:ext uri="{FF2B5EF4-FFF2-40B4-BE49-F238E27FC236}">
                <a16:creationId xmlns:a16="http://schemas.microsoft.com/office/drawing/2014/main" id="{A31FA457-CD19-7E42-BCE7-19B42ECF4BE3}"/>
              </a:ext>
            </a:extLst>
          </p:cNvPr>
          <p:cNvSpPr>
            <a:spLocks noGrp="1"/>
          </p:cNvSpPr>
          <p:nvPr>
            <p:ph type="sldNum" sz="quarter" idx="12"/>
          </p:nvPr>
        </p:nvSpPr>
        <p:spPr>
          <a:xfrm>
            <a:off x="11671300" y="5994400"/>
            <a:ext cx="431800" cy="365125"/>
          </a:xfrm>
          <a:prstGeom prst="rect">
            <a:avLst/>
          </a:prstGeom>
        </p:spPr>
        <p:txBody>
          <a:bodyPr/>
          <a:lstStyle/>
          <a:p>
            <a:fld id="{1369CC5A-799D-8E43-8032-7791EC7DE478}" type="slidenum">
              <a:rPr lang="x-none" smtClean="0"/>
              <a:t>‹#›</a:t>
            </a:fld>
            <a:endParaRPr lang="x-none" dirty="0"/>
          </a:p>
        </p:txBody>
      </p:sp>
    </p:spTree>
    <p:extLst>
      <p:ext uri="{BB962C8B-B14F-4D97-AF65-F5344CB8AC3E}">
        <p14:creationId xmlns:p14="http://schemas.microsoft.com/office/powerpoint/2010/main" val="160953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8224-E7F2-D948-A75F-27BE76022D0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A73274C-2B21-0E4A-A8E9-C4D4E96E6F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3/10/2025</a:t>
            </a:fld>
            <a:endParaRPr lang="x-none" dirty="0"/>
          </a:p>
        </p:txBody>
      </p:sp>
      <p:sp>
        <p:nvSpPr>
          <p:cNvPr id="5" name="Footer Placeholder 4">
            <a:extLst>
              <a:ext uri="{FF2B5EF4-FFF2-40B4-BE49-F238E27FC236}">
                <a16:creationId xmlns:a16="http://schemas.microsoft.com/office/drawing/2014/main" id="{83C24889-94C4-FE4A-9EBD-FA34D0443B6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106BF730-9B59-8B4F-B1CD-A90E43E43ACB}"/>
              </a:ext>
            </a:extLst>
          </p:cNvPr>
          <p:cNvSpPr>
            <a:spLocks noGrp="1"/>
          </p:cNvSpPr>
          <p:nvPr>
            <p:ph type="sldNum" sz="quarter" idx="12"/>
          </p:nvPr>
        </p:nvSpPr>
        <p:spPr>
          <a:xfrm>
            <a:off x="9330266" y="6389688"/>
            <a:ext cx="2743200" cy="365125"/>
          </a:xfrm>
          <a:prstGeom prst="rect">
            <a:avLst/>
          </a:prstGeom>
        </p:spPr>
        <p:txBody>
          <a:bodyPr/>
          <a:lstStyle/>
          <a:p>
            <a:r>
              <a:rPr lang="en-US" dirty="0"/>
              <a:t>                                           </a:t>
            </a:r>
            <a:fld id="{1369CC5A-799D-8E43-8032-7791EC7DE478}" type="slidenum">
              <a:rPr lang="x-none" smtClean="0"/>
              <a:pPr/>
              <a:t>‹#›</a:t>
            </a:fld>
            <a:endParaRPr lang="x-none" dirty="0"/>
          </a:p>
        </p:txBody>
      </p:sp>
      <p:sp>
        <p:nvSpPr>
          <p:cNvPr id="7" name="Rectangle 6">
            <a:extLst>
              <a:ext uri="{FF2B5EF4-FFF2-40B4-BE49-F238E27FC236}">
                <a16:creationId xmlns:a16="http://schemas.microsoft.com/office/drawing/2014/main" id="{D8DA5DCF-7877-EA97-52FB-EF6DB1EDD45D}"/>
              </a:ext>
            </a:extLst>
          </p:cNvPr>
          <p:cNvSpPr/>
          <p:nvPr userDrawn="1"/>
        </p:nvSpPr>
        <p:spPr>
          <a:xfrm>
            <a:off x="9050867" y="0"/>
            <a:ext cx="3141133" cy="187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362B14-FE4E-1DA8-FA1D-6DD799952D09}"/>
              </a:ext>
            </a:extLst>
          </p:cNvPr>
          <p:cNvSpPr txBox="1"/>
          <p:nvPr userDrawn="1"/>
        </p:nvSpPr>
        <p:spPr>
          <a:xfrm>
            <a:off x="3420533" y="6389688"/>
            <a:ext cx="8161867"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a:t>
            </a:r>
          </a:p>
        </p:txBody>
      </p:sp>
    </p:spTree>
    <p:extLst>
      <p:ext uri="{BB962C8B-B14F-4D97-AF65-F5344CB8AC3E}">
        <p14:creationId xmlns:p14="http://schemas.microsoft.com/office/powerpoint/2010/main" val="687332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1C7E-F47F-A740-8161-500BA0D2CF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6" name="Footer Placeholder 5">
            <a:extLst>
              <a:ext uri="{FF2B5EF4-FFF2-40B4-BE49-F238E27FC236}">
                <a16:creationId xmlns:a16="http://schemas.microsoft.com/office/drawing/2014/main" id="{E8037FC9-FF28-704F-8F73-3DCC03041845}"/>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C8239922-8FF3-334D-8AC6-167CC3ABD9D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725667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440F-30BD-EC47-8F28-28E35C0CED1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A69DA827-0A00-0648-B3C1-5EB6984BEF0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653E0A-ADA9-D640-8D2A-C335F0671C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EAEB8E11-FD7A-4B4D-8CC4-981C10EC3E8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37FC6-D39A-6640-BEFD-A3934C1D67E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8" name="Footer Placeholder 7">
            <a:extLst>
              <a:ext uri="{FF2B5EF4-FFF2-40B4-BE49-F238E27FC236}">
                <a16:creationId xmlns:a16="http://schemas.microsoft.com/office/drawing/2014/main" id="{858E1737-7D3B-AC4D-B2DE-7CAB5F1F0574}"/>
              </a:ext>
            </a:extLst>
          </p:cNvPr>
          <p:cNvSpPr>
            <a:spLocks noGrp="1"/>
          </p:cNvSpPr>
          <p:nvPr>
            <p:ph type="ftr" sz="quarter" idx="11"/>
          </p:nvPr>
        </p:nvSpPr>
        <p:spPr>
          <a:xfrm>
            <a:off x="4038600" y="6356350"/>
            <a:ext cx="4114800" cy="365125"/>
          </a:xfrm>
          <a:prstGeom prst="rect">
            <a:avLst/>
          </a:prstGeom>
        </p:spPr>
        <p:txBody>
          <a:bodyPr/>
          <a:lstStyle/>
          <a:p>
            <a:endParaRPr lang="x-none" dirty="0"/>
          </a:p>
        </p:txBody>
      </p:sp>
      <p:sp>
        <p:nvSpPr>
          <p:cNvPr id="9" name="Slide Number Placeholder 8">
            <a:extLst>
              <a:ext uri="{FF2B5EF4-FFF2-40B4-BE49-F238E27FC236}">
                <a16:creationId xmlns:a16="http://schemas.microsoft.com/office/drawing/2014/main" id="{36FC1A37-0D4F-1E44-AB54-2A9C08D720D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995377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0CF2-4FE2-0C4E-AEC9-EB428EBA2E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4" name="Footer Placeholder 3">
            <a:extLst>
              <a:ext uri="{FF2B5EF4-FFF2-40B4-BE49-F238E27FC236}">
                <a16:creationId xmlns:a16="http://schemas.microsoft.com/office/drawing/2014/main" id="{698D7CE8-E9C6-394E-9DAE-F509FDB9EE02}"/>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5" name="Slide Number Placeholder 4">
            <a:extLst>
              <a:ext uri="{FF2B5EF4-FFF2-40B4-BE49-F238E27FC236}">
                <a16:creationId xmlns:a16="http://schemas.microsoft.com/office/drawing/2014/main" id="{0AEAA6A5-D0FA-D541-A385-0FA4D8DE43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512004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B41372-4AA9-3441-B767-BA047677001D}"/>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3" name="Footer Placeholder 2">
            <a:extLst>
              <a:ext uri="{FF2B5EF4-FFF2-40B4-BE49-F238E27FC236}">
                <a16:creationId xmlns:a16="http://schemas.microsoft.com/office/drawing/2014/main" id="{BEC336D2-6CA7-5E40-BEA6-53E1620E2268}"/>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4" name="Slide Number Placeholder 3">
            <a:extLst>
              <a:ext uri="{FF2B5EF4-FFF2-40B4-BE49-F238E27FC236}">
                <a16:creationId xmlns:a16="http://schemas.microsoft.com/office/drawing/2014/main" id="{C09F1234-6AFD-AA4B-B051-5E11EF96297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7861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74FF224-5B8F-DB4D-81C2-5F1D81FE3E0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6" name="Footer Placeholder 5">
            <a:extLst>
              <a:ext uri="{FF2B5EF4-FFF2-40B4-BE49-F238E27FC236}">
                <a16:creationId xmlns:a16="http://schemas.microsoft.com/office/drawing/2014/main" id="{0BA2E3EC-0501-DA47-9535-DE116BB8157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D50B25EA-A6C9-354B-8B1D-1EEAC246EE98}"/>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689182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50E43784-F0EF-6F42-B7A0-9379BC2273F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6" name="Footer Placeholder 5">
            <a:extLst>
              <a:ext uri="{FF2B5EF4-FFF2-40B4-BE49-F238E27FC236}">
                <a16:creationId xmlns:a16="http://schemas.microsoft.com/office/drawing/2014/main" id="{37E646F2-FC06-4C49-B044-3A96AD8851C1}"/>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33C1C94D-A47C-FE48-BD38-11973AF91D94}"/>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634568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7E0F-1F1B-A847-8BEA-0716D072CB9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5" name="Footer Placeholder 4">
            <a:extLst>
              <a:ext uri="{FF2B5EF4-FFF2-40B4-BE49-F238E27FC236}">
                <a16:creationId xmlns:a16="http://schemas.microsoft.com/office/drawing/2014/main" id="{80E3543A-6C83-194B-8589-B5C624CECD36}"/>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988BD9C0-70AE-A44A-8305-6C32BDB15C27}"/>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89981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C077D-2EDB-BC42-B959-CEA813812D7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40515B0-AD48-6E41-AC9E-DEC15DB568A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3/10/2025</a:t>
            </a:fld>
            <a:endParaRPr lang="x-none"/>
          </a:p>
        </p:txBody>
      </p:sp>
      <p:sp>
        <p:nvSpPr>
          <p:cNvPr id="5" name="Footer Placeholder 4">
            <a:extLst>
              <a:ext uri="{FF2B5EF4-FFF2-40B4-BE49-F238E27FC236}">
                <a16:creationId xmlns:a16="http://schemas.microsoft.com/office/drawing/2014/main" id="{90AC8324-3C92-E941-B869-105EBE245BEC}"/>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FC4F6284-20B3-0840-8AEA-87581B17CEAC}"/>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9073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966207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descr="A close up of a sign&#10;&#10;Description automatically generated">
            <a:extLst>
              <a:ext uri="{FF2B5EF4-FFF2-40B4-BE49-F238E27FC236}">
                <a16:creationId xmlns:a16="http://schemas.microsoft.com/office/drawing/2014/main" id="{36E61CA8-E35C-2448-901A-D4F36D201251}"/>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13" name="Text Placeholder 6">
            <a:extLst>
              <a:ext uri="{FF2B5EF4-FFF2-40B4-BE49-F238E27FC236}">
                <a16:creationId xmlns:a16="http://schemas.microsoft.com/office/drawing/2014/main" id="{2F6304E1-D957-4548-8D94-C8F685FDBEA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949BD21-1F58-F74D-9D98-21A3ADDDC79B}"/>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880260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5DFE-D4AA-884A-B0AF-909119139979}"/>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73A78A9-BE45-8147-A585-E8BF901F42B9}"/>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dirty="0"/>
          </a:p>
        </p:txBody>
      </p:sp>
      <p:sp>
        <p:nvSpPr>
          <p:cNvPr id="4" name="Date Placeholder 3">
            <a:extLst>
              <a:ext uri="{FF2B5EF4-FFF2-40B4-BE49-F238E27FC236}">
                <a16:creationId xmlns:a16="http://schemas.microsoft.com/office/drawing/2014/main" id="{1D0ED910-A7F2-3C4F-942D-96EC31BD6A48}"/>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5" name="Footer Placeholder 4">
            <a:extLst>
              <a:ext uri="{FF2B5EF4-FFF2-40B4-BE49-F238E27FC236}">
                <a16:creationId xmlns:a16="http://schemas.microsoft.com/office/drawing/2014/main" id="{2E1B81F6-89F5-094B-B16A-B100DF462CD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9107FA00-28C6-BA47-9BCA-7602B6A468B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063714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8632-3FF1-114F-89D8-26506CF7FE6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50DDBC5B-0688-4245-914D-57EEBBBCA10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0DCD3-0138-984B-9BCF-6A74A20B5B62}"/>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5" name="Footer Placeholder 4">
            <a:extLst>
              <a:ext uri="{FF2B5EF4-FFF2-40B4-BE49-F238E27FC236}">
                <a16:creationId xmlns:a16="http://schemas.microsoft.com/office/drawing/2014/main" id="{3E5E250C-F25C-8346-9557-E4D2F5B179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F5E146A-B9E0-2445-8288-0E18F947DFCB}"/>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667796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2DBE-F99A-AC47-AC4D-FD4FF28535A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1EF8C7D9-6025-3D48-B9EF-8468F88C9B9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A47C8ECB-A5E1-6846-B4E5-6725A1E594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1C7030B0-F053-F540-A7D4-08C5A3FF4421}"/>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6" name="Footer Placeholder 5">
            <a:extLst>
              <a:ext uri="{FF2B5EF4-FFF2-40B4-BE49-F238E27FC236}">
                <a16:creationId xmlns:a16="http://schemas.microsoft.com/office/drawing/2014/main" id="{66C28EE3-05A7-C746-A06A-68E7C5993C6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E2372DA-7F41-3B43-AAD3-06278222C0A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2488027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CCD59-2B2F-6342-84CC-CDBFBF009A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8606C3F1-A786-B74F-87EE-CCD26105F1F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B797CC-B575-114C-AC86-C67B45A168C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622AE595-D8FB-8848-A7E1-4324FAE228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88016-0A86-5B47-B42F-A3FCBEAF999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9D4D908D-C1E4-7D48-ABB0-FD884D88BBBE}"/>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8" name="Footer Placeholder 7">
            <a:extLst>
              <a:ext uri="{FF2B5EF4-FFF2-40B4-BE49-F238E27FC236}">
                <a16:creationId xmlns:a16="http://schemas.microsoft.com/office/drawing/2014/main" id="{A51DCA8C-250C-4E4C-BB6E-24A1E1072B2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06A10730-617D-044F-9490-2AD97541D30C}"/>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733157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C8B4-28B8-7041-BEB1-52BD3610C5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BCB3380-E09E-3C43-9A92-E6EB0B3D3F44}"/>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4" name="Footer Placeholder 3">
            <a:extLst>
              <a:ext uri="{FF2B5EF4-FFF2-40B4-BE49-F238E27FC236}">
                <a16:creationId xmlns:a16="http://schemas.microsoft.com/office/drawing/2014/main" id="{1794D097-9D59-9C4B-BD9A-0A0E9785B9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239D3078-4BD3-854C-BA6D-351397A8285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485138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3292B-95FC-A54C-9E21-7CA64D61B241}"/>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3" name="Footer Placeholder 2">
            <a:extLst>
              <a:ext uri="{FF2B5EF4-FFF2-40B4-BE49-F238E27FC236}">
                <a16:creationId xmlns:a16="http://schemas.microsoft.com/office/drawing/2014/main" id="{32F27E7C-3225-5F43-948B-76F37A8FA29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76F8A8-3F94-954F-BD63-8F423C03E87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912814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1035-7105-3F46-B23E-61880CF37DC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F928537-2308-084C-85CA-D1F5990BFB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E63C8F6B-0EB7-EF42-B6FC-DED9B2D7D7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235400-3E45-6E4C-ACDA-7B27CF3EA822}"/>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6" name="Footer Placeholder 5">
            <a:extLst>
              <a:ext uri="{FF2B5EF4-FFF2-40B4-BE49-F238E27FC236}">
                <a16:creationId xmlns:a16="http://schemas.microsoft.com/office/drawing/2014/main" id="{D3763210-D575-3D45-AF1D-8B81BF9727A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F8D18E9-72B9-5447-BBC9-A7B58B6B4275}"/>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4208982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AE6D-A7C6-864C-A0E6-98D870462E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E23753E8-2A7F-BA43-B4B3-415AB2E9C40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90DEA259-B848-884C-9F89-9D13CB3523E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63B9E-0D38-434D-A026-41C9B601C93B}"/>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6" name="Footer Placeholder 5">
            <a:extLst>
              <a:ext uri="{FF2B5EF4-FFF2-40B4-BE49-F238E27FC236}">
                <a16:creationId xmlns:a16="http://schemas.microsoft.com/office/drawing/2014/main" id="{50D3B9E2-8D80-7742-9888-1EC7509D96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2FB6CA9-994F-1245-9771-E23FDCA94C41}"/>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9333554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9689-1C00-884F-82C8-067B59B40A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9029053-FF3C-FF48-AEE9-7FA009A38ED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BA20541-2512-D84F-AD2C-DA512A9E7F99}"/>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5" name="Footer Placeholder 4">
            <a:extLst>
              <a:ext uri="{FF2B5EF4-FFF2-40B4-BE49-F238E27FC236}">
                <a16:creationId xmlns:a16="http://schemas.microsoft.com/office/drawing/2014/main" id="{ED2571CD-CC46-FA4F-897E-4535749F7E5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1C40A0A-EA86-7442-BE2F-385D1E22D6AF}"/>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546368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5A014-6951-BE44-8A86-DAA0F07B74B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FEBB579-260D-AB49-9B80-1A21613D324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26DDAA9-5C47-284E-9934-5E8E122B0A63}"/>
              </a:ext>
            </a:extLst>
          </p:cNvPr>
          <p:cNvSpPr>
            <a:spLocks noGrp="1"/>
          </p:cNvSpPr>
          <p:nvPr>
            <p:ph type="dt" sz="half" idx="10"/>
          </p:nvPr>
        </p:nvSpPr>
        <p:spPr/>
        <p:txBody>
          <a:bodyPr/>
          <a:lstStyle/>
          <a:p>
            <a:fld id="{F4F5BACE-BCC1-184F-A700-DFA15150D1CF}" type="datetimeFigureOut">
              <a:rPr lang="x-none" smtClean="0"/>
              <a:t>3/10/2025</a:t>
            </a:fld>
            <a:endParaRPr lang="x-none"/>
          </a:p>
        </p:txBody>
      </p:sp>
      <p:sp>
        <p:nvSpPr>
          <p:cNvPr id="5" name="Footer Placeholder 4">
            <a:extLst>
              <a:ext uri="{FF2B5EF4-FFF2-40B4-BE49-F238E27FC236}">
                <a16:creationId xmlns:a16="http://schemas.microsoft.com/office/drawing/2014/main" id="{6C907007-A1FA-1D4F-8D2E-DC92C17B324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B864ABA-6D4C-764D-8FDA-62C57A76DDFA}"/>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3282292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A129F7F3-9F03-6745-82D9-1C58E2ED724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a16="http://schemas.microsoft.com/office/drawing/2014/main" id="{6EB73741-F5ED-864D-931A-858A844D7359}"/>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51CA3039-84A1-C946-A5F7-5CBD9EE42433}"/>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4264AD4-A097-5B4B-98C9-A1C1BF02FC99}"/>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18391041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8BA11-1A32-C54B-9309-C6FC3DF54538}"/>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4BDBCA5A-D390-484A-A55D-EBAE9C167A07}"/>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830A0CE0-255B-9D48-9895-1DBBF8FB3CBB}"/>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5" name="Footer Placeholder 4">
            <a:extLst>
              <a:ext uri="{FF2B5EF4-FFF2-40B4-BE49-F238E27FC236}">
                <a16:creationId xmlns:a16="http://schemas.microsoft.com/office/drawing/2014/main" id="{95200B41-8B4D-3641-A6E2-4EAEEDAC37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8E60300A-5925-B849-9D04-6ACF51730C04}"/>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265906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10CD-5FF6-D644-8F75-3C6E0F56D82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9FBA6A57-A120-F94D-8EA3-EA3D86415DB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221499-307A-7643-ADE6-D298E00C8F61}"/>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5" name="Footer Placeholder 4">
            <a:extLst>
              <a:ext uri="{FF2B5EF4-FFF2-40B4-BE49-F238E27FC236}">
                <a16:creationId xmlns:a16="http://schemas.microsoft.com/office/drawing/2014/main" id="{DA4F30D1-7714-374F-BC33-73B2A62006C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E70E1605-2E39-8141-97F7-8C650BA2351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6224658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D3FCB-D002-214D-B46A-827BC002DC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7EE28CA7-1D76-6E4F-87EA-6BDB547CC00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FE48C7E8-E7DE-D34B-BA57-8BD8A6E945D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E5526544-4FE6-B44F-A69D-7A923256031D}"/>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6" name="Footer Placeholder 5">
            <a:extLst>
              <a:ext uri="{FF2B5EF4-FFF2-40B4-BE49-F238E27FC236}">
                <a16:creationId xmlns:a16="http://schemas.microsoft.com/office/drawing/2014/main" id="{A759E1D6-3EEE-B84B-8130-05675423593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6E8D2B60-A597-0942-BB72-AC0130F4353F}"/>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6246226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D9156-7ED5-6F41-97D9-1B4750005CA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39787EFE-7F1F-5041-AE5E-693F96ABB2D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D5EA84-F4FA-4E4D-852B-D0A78283B1F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A6763292-D36A-5A45-B6AF-B1ACAFB241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3B6209-A769-6240-9DC9-34223F0438E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E30CFE5-EF40-C04C-A4DD-83D3392085BC}"/>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8" name="Footer Placeholder 7">
            <a:extLst>
              <a:ext uri="{FF2B5EF4-FFF2-40B4-BE49-F238E27FC236}">
                <a16:creationId xmlns:a16="http://schemas.microsoft.com/office/drawing/2014/main" id="{5FADC4E6-AD1E-4F43-BC6C-2FF050C6B41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5D8BF98-4A8B-9D45-BC3D-148F8219708A}"/>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214891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01A1-9589-2B40-9187-92DC3853628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DAB0B05-C27C-7640-8ABE-679BF30C1886}"/>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4" name="Footer Placeholder 3">
            <a:extLst>
              <a:ext uri="{FF2B5EF4-FFF2-40B4-BE49-F238E27FC236}">
                <a16:creationId xmlns:a16="http://schemas.microsoft.com/office/drawing/2014/main" id="{9D38BC55-A0B6-9049-AF6D-5C21E1940D3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F27D89E6-B899-8A41-99BC-FE0CBF252403}"/>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1978176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1877D-7DAA-A24D-9830-DA354FB5E0C0}"/>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3" name="Footer Placeholder 2">
            <a:extLst>
              <a:ext uri="{FF2B5EF4-FFF2-40B4-BE49-F238E27FC236}">
                <a16:creationId xmlns:a16="http://schemas.microsoft.com/office/drawing/2014/main" id="{2EAF4227-3C44-644C-98C2-6091B0D94E28}"/>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E4BBBC5F-BACA-B445-ADDB-B88691DE6E6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2513497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82E9-373E-1B42-B3E5-DED5A09BEA1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1DD3C892-7991-DB4A-9FCB-6BEC76DF3ED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4A5D14E8-9C9F-3C45-8ED5-01DA001F09E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90D87D-73D0-E24D-B666-C32B866F4A25}"/>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6" name="Footer Placeholder 5">
            <a:extLst>
              <a:ext uri="{FF2B5EF4-FFF2-40B4-BE49-F238E27FC236}">
                <a16:creationId xmlns:a16="http://schemas.microsoft.com/office/drawing/2014/main" id="{EA8C982A-56C6-6C4B-9164-375366226C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1055C7F-5748-A947-9451-D18E491C095B}"/>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3914214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E9F9-3F5C-5F4A-AB69-E3FDCC703E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F9A7E557-0685-DE49-A6F7-FAF3135D1E7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058FE6-9CAD-854A-B539-D16466D05F6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5E515-7DAA-E648-BD3E-E4FEE608EAEF}"/>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6" name="Footer Placeholder 5">
            <a:extLst>
              <a:ext uri="{FF2B5EF4-FFF2-40B4-BE49-F238E27FC236}">
                <a16:creationId xmlns:a16="http://schemas.microsoft.com/office/drawing/2014/main" id="{AD80FF43-7001-1845-ABEA-41845D262EA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8757134-E5FE-A54C-9B90-EA4CBFA2BE1D}"/>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017632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99E8-36B5-0949-8513-689C34F556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68ABE95-8117-C043-8DB8-E267B453A9C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EF5E56E-ECDE-A644-96DE-56082F595438}"/>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5" name="Footer Placeholder 4">
            <a:extLst>
              <a:ext uri="{FF2B5EF4-FFF2-40B4-BE49-F238E27FC236}">
                <a16:creationId xmlns:a16="http://schemas.microsoft.com/office/drawing/2014/main" id="{13C3A234-4F81-A841-B3AF-33C41FFF546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F8A6CA2-D71B-C04F-8425-17588281E5C9}"/>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355910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B5A0C-AF3E-DD4A-9869-9D0CB4AA8F2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E54FB47-CB7D-D541-AADE-0A562EAABE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F6217B44-9C32-5040-9951-6284080FB3F8}"/>
              </a:ext>
            </a:extLst>
          </p:cNvPr>
          <p:cNvSpPr>
            <a:spLocks noGrp="1"/>
          </p:cNvSpPr>
          <p:nvPr>
            <p:ph type="dt" sz="half" idx="10"/>
          </p:nvPr>
        </p:nvSpPr>
        <p:spPr/>
        <p:txBody>
          <a:bodyPr/>
          <a:lstStyle/>
          <a:p>
            <a:fld id="{2420E6BC-1CF3-D548-872D-25FC8E072151}" type="datetimeFigureOut">
              <a:rPr lang="x-none" smtClean="0"/>
              <a:t>3/10/2025</a:t>
            </a:fld>
            <a:endParaRPr lang="x-none"/>
          </a:p>
        </p:txBody>
      </p:sp>
      <p:sp>
        <p:nvSpPr>
          <p:cNvPr id="5" name="Footer Placeholder 4">
            <a:extLst>
              <a:ext uri="{FF2B5EF4-FFF2-40B4-BE49-F238E27FC236}">
                <a16:creationId xmlns:a16="http://schemas.microsoft.com/office/drawing/2014/main" id="{3CD8170D-7439-1C4C-B41A-F911F36F622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5B49A723-3CA4-C843-9091-FB60545BB6BC}"/>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4136557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AF2137A8-B7A9-2A46-AC45-4250534E9195}"/>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AC908751-67EF-B24F-9891-A9E6E4047715}"/>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B8097590-88B5-144D-AFF3-0A7EEBB73187}"/>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5620340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2487-9088-DE47-98DB-6EAF683015CE}"/>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D174E3A-DC25-E64A-888C-94941F13A332}"/>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CA14187-3913-374E-AEAF-80AA66EC093A}"/>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5" name="Footer Placeholder 4">
            <a:extLst>
              <a:ext uri="{FF2B5EF4-FFF2-40B4-BE49-F238E27FC236}">
                <a16:creationId xmlns:a16="http://schemas.microsoft.com/office/drawing/2014/main" id="{AA24E1D9-21DE-9141-9208-3C74FF80822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2F7364CB-CA1E-5244-A1D2-083E4C3E48C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176514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F076-D2AB-2943-AF9A-72D3F8071D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853F7BF9-0A61-FF4F-8395-027DE0E1818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C7C4D-D285-9A4B-8BB5-373860950CBB}"/>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5" name="Footer Placeholder 4">
            <a:extLst>
              <a:ext uri="{FF2B5EF4-FFF2-40B4-BE49-F238E27FC236}">
                <a16:creationId xmlns:a16="http://schemas.microsoft.com/office/drawing/2014/main" id="{28D86127-0EA6-214A-B083-D35F0E932E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0EE0EDF-60E5-5D4D-9636-8177179025D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5486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3584-DBD9-744B-8E72-102A4829C9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E902AA3D-4A15-E34C-8AF7-1009883ABF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D136B84-F8B1-F84F-BF1F-6272CA3292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8DC513C1-A08B-2F44-8DA7-121F90D4F188}"/>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6" name="Footer Placeholder 5">
            <a:extLst>
              <a:ext uri="{FF2B5EF4-FFF2-40B4-BE49-F238E27FC236}">
                <a16:creationId xmlns:a16="http://schemas.microsoft.com/office/drawing/2014/main" id="{14144FEE-4967-624A-9F10-4D7B7D288E6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5C9A911-0630-4544-BC4F-184673FFF6B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5071530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0E63-D2DB-5D47-878D-DDAFFC9B0C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D3CFEB6B-B92B-CC49-8718-2EE2EEC1FCE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5D6C4-21DD-DD4F-B969-021619D97D5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CC4CCE0-F6C0-C14E-942C-C53C6113FB6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CEE15A-649F-F841-861A-E96BFED1A23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0E5F3CB-0847-A149-B2D3-F83591B34359}"/>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8" name="Footer Placeholder 7">
            <a:extLst>
              <a:ext uri="{FF2B5EF4-FFF2-40B4-BE49-F238E27FC236}">
                <a16:creationId xmlns:a16="http://schemas.microsoft.com/office/drawing/2014/main" id="{D48C7ECC-B6CB-2E4D-A93D-44C1F6F4DE72}"/>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25921A9-D953-1441-89E0-852D67E235F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5030919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5A48-96BB-C249-92DA-6D671E6A11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D8E95BC2-7F4F-A74F-8B65-D090BFF71206}"/>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4" name="Footer Placeholder 3">
            <a:extLst>
              <a:ext uri="{FF2B5EF4-FFF2-40B4-BE49-F238E27FC236}">
                <a16:creationId xmlns:a16="http://schemas.microsoft.com/office/drawing/2014/main" id="{20B41E8C-783A-3842-BA95-91CFE50A543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30657E49-737A-774F-BEED-4D74F35079B8}"/>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2255996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E19AB-93A9-CB4F-A97D-C6D0E4C5B500}"/>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3" name="Footer Placeholder 2">
            <a:extLst>
              <a:ext uri="{FF2B5EF4-FFF2-40B4-BE49-F238E27FC236}">
                <a16:creationId xmlns:a16="http://schemas.microsoft.com/office/drawing/2014/main" id="{49093FA0-71C8-3749-A2F2-ECC7B4B2CB6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4AFEE156-6187-6141-BD3E-DA6E1C3A1429}"/>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663148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1BC4-F8C9-5947-940B-1390E37FB8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A9B7F54-094F-B143-83C5-95C52D9AC41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AA1066C6-C25C-984E-A0DD-D5415E5145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0D5CD-069C-1948-8349-806190536AEF}"/>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6" name="Footer Placeholder 5">
            <a:extLst>
              <a:ext uri="{FF2B5EF4-FFF2-40B4-BE49-F238E27FC236}">
                <a16:creationId xmlns:a16="http://schemas.microsoft.com/office/drawing/2014/main" id="{3E5A0036-3325-A94F-85AA-183519D77CE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32C2FD6-A57A-A249-8976-340497AEC66E}"/>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686688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09B5-A5B5-A14A-9542-024E78DDA2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07006178-F035-6845-97F1-5BE5570EB99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1249A715-7EC3-FB42-9E17-B990CE9D9C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79DB0-B002-9645-AC57-C3D147390A4B}"/>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6" name="Footer Placeholder 5">
            <a:extLst>
              <a:ext uri="{FF2B5EF4-FFF2-40B4-BE49-F238E27FC236}">
                <a16:creationId xmlns:a16="http://schemas.microsoft.com/office/drawing/2014/main" id="{06D3AAF8-51B9-5C45-B2CD-732A4D78152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7662CF3-0416-BF4C-AA63-4B8A7263C003}"/>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459966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ADB3-2C61-564D-997C-1DA70B29EAF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6FF8161-6881-D741-89D9-C165F33EE90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DAD1751-1B65-1F49-A8C2-325477A841ED}"/>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5" name="Footer Placeholder 4">
            <a:extLst>
              <a:ext uri="{FF2B5EF4-FFF2-40B4-BE49-F238E27FC236}">
                <a16:creationId xmlns:a16="http://schemas.microsoft.com/office/drawing/2014/main" id="{F4DFCD24-4D35-674F-8BF1-400416E768A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827FF32-CD5B-FF41-9C75-89644CC9276B}"/>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594932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3B775-5606-8445-B5C6-D71237AC314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E9F18FC-BDED-8C40-9D95-42AC248059B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58FA7EB-3179-0548-99F6-45FFD5239B2A}"/>
              </a:ext>
            </a:extLst>
          </p:cNvPr>
          <p:cNvSpPr>
            <a:spLocks noGrp="1"/>
          </p:cNvSpPr>
          <p:nvPr>
            <p:ph type="dt" sz="half" idx="10"/>
          </p:nvPr>
        </p:nvSpPr>
        <p:spPr/>
        <p:txBody>
          <a:bodyPr/>
          <a:lstStyle/>
          <a:p>
            <a:fld id="{B40F6062-965F-0D4F-9928-5BD13379ABC1}" type="datetimeFigureOut">
              <a:rPr lang="x-none" smtClean="0"/>
              <a:t>3/10/2025</a:t>
            </a:fld>
            <a:endParaRPr lang="x-none"/>
          </a:p>
        </p:txBody>
      </p:sp>
      <p:sp>
        <p:nvSpPr>
          <p:cNvPr id="5" name="Footer Placeholder 4">
            <a:extLst>
              <a:ext uri="{FF2B5EF4-FFF2-40B4-BE49-F238E27FC236}">
                <a16:creationId xmlns:a16="http://schemas.microsoft.com/office/drawing/2014/main" id="{8881DB21-8761-1A49-86D0-64300BFB6DF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4A24DBE-D2F1-5E4D-A1D3-D403F04B2E0C}"/>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494449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170920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0F6062-965F-0D4F-9928-5BD13379ABC1}" type="datetimeFigureOut">
              <a:rPr lang="x-none" smtClean="0"/>
              <a:t>3/10/2025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9255346" y="2750337"/>
            <a:ext cx="1171888" cy="1356442"/>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8479469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696358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0F6062-965F-0D4F-9928-5BD13379ABC1}" type="datetimeFigureOut">
              <a:rPr lang="x-none" smtClean="0"/>
              <a:t>3/10/2025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10729455" y="2869895"/>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3293247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490781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3/10/2025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917402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0F6062-965F-0D4F-9928-5BD13379ABC1}" type="datetimeFigureOut">
              <a:rPr lang="x-none" smtClean="0"/>
              <a:t>3/10/2025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6151565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40F6062-965F-0D4F-9928-5BD13379ABC1}" type="datetimeFigureOut">
              <a:rPr lang="x-none" smtClean="0"/>
              <a:t>3/10/2025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915918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392136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3/10/2025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322812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3/10/2025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a:xfrm>
            <a:off x="10729455" y="4711309"/>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358029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85013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5295987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5107037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3/10/2025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70548621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3/10/2025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64589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053881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8B3930D9-F92B-4783-BA8B-0186970236E5}" type="datetimeFigureOut">
              <a:rPr lang="en-US" smtClean="0"/>
              <a:pPr/>
              <a:t>3/10/2025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4119714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5.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image" Target="../media/image6.png"/><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photo, table, person, monitor&#10;&#10;Description automatically generated">
            <a:extLst>
              <a:ext uri="{FF2B5EF4-FFF2-40B4-BE49-F238E27FC236}">
                <a16:creationId xmlns:a16="http://schemas.microsoft.com/office/drawing/2014/main" id="{B74E64AB-3617-6444-977E-451665F3AA02}"/>
              </a:ext>
            </a:extLst>
          </p:cNvPr>
          <p:cNvPicPr>
            <a:picLocks noChangeAspect="1"/>
          </p:cNvPicPr>
          <p:nvPr/>
        </p:nvPicPr>
        <p:blipFill>
          <a:blip r:embed="rId14"/>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930D9-F92B-4783-BA8B-0186970236E5}" type="datetimeFigureOut">
              <a:rPr lang="en-US" smtClean="0"/>
              <a:pPr/>
              <a:t>3/10/2025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406E4-0D4A-4BC0-8EB3-8966C3EF20AC}" type="slidenum">
              <a:rPr lang="en-US" smtClean="0"/>
              <a:pPr/>
              <a:t>‹#›</a:t>
            </a:fld>
            <a:endParaRPr lang="en-US"/>
          </a:p>
        </p:txBody>
      </p:sp>
      <p:sp>
        <p:nvSpPr>
          <p:cNvPr id="11" name="Rectangle 10">
            <a:extLst>
              <a:ext uri="{FF2B5EF4-FFF2-40B4-BE49-F238E27FC236}">
                <a16:creationId xmlns:a16="http://schemas.microsoft.com/office/drawing/2014/main" id="{519207C1-EF3A-474B-9260-57BDCDAABA5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IT2060 |OSSA | Lecture 01 | Samantha Rajapaksha</a:t>
            </a:r>
          </a:p>
        </p:txBody>
      </p:sp>
      <p:sp>
        <p:nvSpPr>
          <p:cNvPr id="7" name="Rectangle 6">
            <a:extLst>
              <a:ext uri="{FF2B5EF4-FFF2-40B4-BE49-F238E27FC236}">
                <a16:creationId xmlns:a16="http://schemas.microsoft.com/office/drawing/2014/main" id="{4F628D7F-B4AB-A1F9-6C7F-43D14B5A1652}"/>
              </a:ext>
            </a:extLst>
          </p:cNvPr>
          <p:cNvSpPr/>
          <p:nvPr userDrawn="1"/>
        </p:nvSpPr>
        <p:spPr>
          <a:xfrm>
            <a:off x="9183189" y="156573"/>
            <a:ext cx="3008811" cy="1698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C17013-5EF9-B9D7-F7AC-63F62A026374}"/>
              </a:ext>
            </a:extLst>
          </p:cNvPr>
          <p:cNvSpPr/>
          <p:nvPr userDrawn="1"/>
        </p:nvSpPr>
        <p:spPr>
          <a:xfrm>
            <a:off x="9030789" y="455"/>
            <a:ext cx="3161211" cy="1491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77213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6E16D633-DACB-C846-BDA7-A364E505FA47}"/>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56595381-8FBB-074E-85C0-EC0EE065C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3/10/2025</a:t>
            </a:fld>
            <a:endParaRPr lang="x-none"/>
          </a:p>
        </p:txBody>
      </p:sp>
      <p:sp>
        <p:nvSpPr>
          <p:cNvPr id="11" name="Rectangle 10">
            <a:extLst>
              <a:ext uri="{FF2B5EF4-FFF2-40B4-BE49-F238E27FC236}">
                <a16:creationId xmlns:a16="http://schemas.microsoft.com/office/drawing/2014/main" id="{AD468D55-7135-BC4F-B4E1-521E101CC930}"/>
              </a:ext>
            </a:extLst>
          </p:cNvPr>
          <p:cNvSpPr/>
          <p:nvPr/>
        </p:nvSpPr>
        <p:spPr>
          <a:xfrm>
            <a:off x="3473405" y="6400006"/>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7" name="Title Placeholder 1">
            <a:extLst>
              <a:ext uri="{FF2B5EF4-FFF2-40B4-BE49-F238E27FC236}">
                <a16:creationId xmlns:a16="http://schemas.microsoft.com/office/drawing/2014/main" id="{EEDC7D24-32C7-4B48-9F10-434887CD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BAF712AF-F653-41D5-D19C-CB8A9A2B63E6}"/>
              </a:ext>
            </a:extLst>
          </p:cNvPr>
          <p:cNvSpPr/>
          <p:nvPr userDrawn="1"/>
        </p:nvSpPr>
        <p:spPr>
          <a:xfrm>
            <a:off x="9059333" y="0"/>
            <a:ext cx="3132667" cy="1825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D626AF-2A07-DAC4-87BF-5BD3755EF749}"/>
              </a:ext>
            </a:extLst>
          </p:cNvPr>
          <p:cNvSpPr txBox="1"/>
          <p:nvPr userDrawn="1"/>
        </p:nvSpPr>
        <p:spPr>
          <a:xfrm>
            <a:off x="3473405" y="6397625"/>
            <a:ext cx="7967134"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 </a:t>
            </a:r>
          </a:p>
        </p:txBody>
      </p:sp>
    </p:spTree>
    <p:extLst>
      <p:ext uri="{BB962C8B-B14F-4D97-AF65-F5344CB8AC3E}">
        <p14:creationId xmlns:p14="http://schemas.microsoft.com/office/powerpoint/2010/main" val="36623283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AAD40-79E3-9A4C-A0B7-F3988464D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5BACE-BCC1-184F-A700-DFA15150D1CF}" type="datetimeFigureOut">
              <a:rPr lang="x-none" smtClean="0"/>
              <a:t>3/10/2025</a:t>
            </a:fld>
            <a:endParaRPr lang="x-none"/>
          </a:p>
        </p:txBody>
      </p:sp>
      <p:sp>
        <p:nvSpPr>
          <p:cNvPr id="5" name="Footer Placeholder 4">
            <a:extLst>
              <a:ext uri="{FF2B5EF4-FFF2-40B4-BE49-F238E27FC236}">
                <a16:creationId xmlns:a16="http://schemas.microsoft.com/office/drawing/2014/main" id="{82E49F6B-E24B-774B-9985-5552F8469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CD308542-B565-C84C-A36F-281CEF297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37ECD-691F-C34D-A1DE-BB16D10A8AA5}" type="slidenum">
              <a:rPr lang="x-none" smtClean="0"/>
              <a:t>‹#›</a:t>
            </a:fld>
            <a:endParaRPr lang="x-none"/>
          </a:p>
        </p:txBody>
      </p:sp>
      <p:sp>
        <p:nvSpPr>
          <p:cNvPr id="11" name="Rectangle 10">
            <a:extLst>
              <a:ext uri="{FF2B5EF4-FFF2-40B4-BE49-F238E27FC236}">
                <a16:creationId xmlns:a16="http://schemas.microsoft.com/office/drawing/2014/main" id="{E286BD2B-3DFA-E24B-97EC-B151268D4BE7}"/>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2" name="Title Placeholder 1">
            <a:extLst>
              <a:ext uri="{FF2B5EF4-FFF2-40B4-BE49-F238E27FC236}">
                <a16:creationId xmlns:a16="http://schemas.microsoft.com/office/drawing/2014/main" id="{1AFE1AAF-B956-2C44-8FEC-72B4E552A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2253E3D6-10BE-B648-833C-3BF1365C4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801396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086F86B0-CCE5-C247-8C3E-609758EDD34E}"/>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9F3B6E8-2F8C-BD44-8621-09962AFC7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0E6BC-1CF3-D548-872D-25FC8E072151}" type="datetimeFigureOut">
              <a:rPr lang="x-none" smtClean="0"/>
              <a:t>3/10/2025</a:t>
            </a:fld>
            <a:endParaRPr lang="x-none"/>
          </a:p>
        </p:txBody>
      </p:sp>
      <p:sp>
        <p:nvSpPr>
          <p:cNvPr id="5" name="Footer Placeholder 4">
            <a:extLst>
              <a:ext uri="{FF2B5EF4-FFF2-40B4-BE49-F238E27FC236}">
                <a16:creationId xmlns:a16="http://schemas.microsoft.com/office/drawing/2014/main" id="{89BA8008-CB95-3B4A-A2A6-E3FFA62324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05499DA9-A326-0744-B496-956389595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0EFAC-9DE5-EE49-9E0C-0108BFBCFC7D}" type="slidenum">
              <a:rPr lang="x-none" smtClean="0"/>
              <a:t>‹#›</a:t>
            </a:fld>
            <a:endParaRPr lang="x-none"/>
          </a:p>
        </p:txBody>
      </p:sp>
      <p:sp>
        <p:nvSpPr>
          <p:cNvPr id="9" name="Rectangle 8">
            <a:extLst>
              <a:ext uri="{FF2B5EF4-FFF2-40B4-BE49-F238E27FC236}">
                <a16:creationId xmlns:a16="http://schemas.microsoft.com/office/drawing/2014/main" id="{B37D14D5-B266-324D-813B-7D2146A87BE8}"/>
              </a:ext>
            </a:extLst>
          </p:cNvPr>
          <p:cNvSpPr/>
          <p:nvPr/>
        </p:nvSpPr>
        <p:spPr>
          <a:xfrm>
            <a:off x="3438283" y="6489700"/>
            <a:ext cx="875371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6BB38998-2073-AE42-9998-1D746B331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7DE789EF-2F79-8949-A254-5D7CCF0BE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758563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22662D-6CBD-3E40-8908-73A2E1800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6062-965F-0D4F-9928-5BD13379ABC1}" type="datetimeFigureOut">
              <a:rPr lang="x-none" smtClean="0"/>
              <a:t>3/10/2025</a:t>
            </a:fld>
            <a:endParaRPr lang="x-none"/>
          </a:p>
        </p:txBody>
      </p:sp>
      <p:sp>
        <p:nvSpPr>
          <p:cNvPr id="5" name="Footer Placeholder 4">
            <a:extLst>
              <a:ext uri="{FF2B5EF4-FFF2-40B4-BE49-F238E27FC236}">
                <a16:creationId xmlns:a16="http://schemas.microsoft.com/office/drawing/2014/main" id="{C39A0E31-479D-AC42-8143-0F5CF079B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900B0FD9-7401-9440-955C-2CC29D60A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662C7-B6AF-AC44-9DED-1AD9FB7CAF7F}" type="slidenum">
              <a:rPr lang="x-none" smtClean="0"/>
              <a:t>‹#›</a:t>
            </a:fld>
            <a:endParaRPr lang="x-none"/>
          </a:p>
        </p:txBody>
      </p:sp>
      <p:sp>
        <p:nvSpPr>
          <p:cNvPr id="9" name="Rectangle 8">
            <a:extLst>
              <a:ext uri="{FF2B5EF4-FFF2-40B4-BE49-F238E27FC236}">
                <a16:creationId xmlns:a16="http://schemas.microsoft.com/office/drawing/2014/main" id="{63CBA682-B826-3E41-9370-D9CBAB4FDED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32C0FA02-C8CF-7F45-AE8B-B2EE204AA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D46E731A-CE3E-B047-95B9-5CD6C76C5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366178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B3930D9-F92B-4783-BA8B-0186970236E5}" type="datetimeFigureOut">
              <a:rPr lang="en-US" smtClean="0"/>
              <a:pPr/>
              <a:t>3/10/2025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2856509817"/>
      </p:ext>
    </p:extLst>
  </p:cSld>
  <p:clrMap bg1="dk1" tx1="lt1" bg2="dk2" tx2="lt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4" name="Picture 33">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36" name="Picture 35">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38" name="Rectangle 37">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42" name="Rectangle 41">
            <a:extLst>
              <a:ext uri="{FF2B5EF4-FFF2-40B4-BE49-F238E27FC236}">
                <a16:creationId xmlns:a16="http://schemas.microsoft.com/office/drawing/2014/main" id="{1DB71C54-63C1-4B83-8324-BBCEC579C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D15D940-E187-4030-B313-FDC84AE67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3046" y="0"/>
            <a:ext cx="40689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p:cNvSpPr>
            <a:spLocks noGrp="1"/>
          </p:cNvSpPr>
          <p:nvPr>
            <p:ph type="body" idx="1"/>
          </p:nvPr>
        </p:nvSpPr>
        <p:spPr>
          <a:xfrm>
            <a:off x="9292902" y="1286929"/>
            <a:ext cx="2216031" cy="4284129"/>
          </a:xfrm>
        </p:spPr>
        <p:txBody>
          <a:bodyPr vert="horz" lIns="91440" tIns="45720" rIns="91440" bIns="45720" rtlCol="0" anchor="ctr">
            <a:normAutofit/>
          </a:bodyPr>
          <a:lstStyle/>
          <a:p>
            <a:pPr algn="l">
              <a:spcAft>
                <a:spcPts val="600"/>
              </a:spcAft>
            </a:pPr>
            <a:r>
              <a:rPr lang="en-US" sz="2800" u="sng" dirty="0">
                <a:solidFill>
                  <a:srgbClr val="FFFFFF"/>
                </a:solidFill>
              </a:rPr>
              <a:t>Lecture 05 </a:t>
            </a:r>
          </a:p>
          <a:p>
            <a:pPr algn="ctr">
              <a:spcAft>
                <a:spcPts val="600"/>
              </a:spcAft>
            </a:pPr>
            <a:r>
              <a:rPr lang="en-US" sz="2800" dirty="0">
                <a:solidFill>
                  <a:schemeClr val="tx1"/>
                </a:solidFill>
              </a:rPr>
              <a:t>Mass Storage Scheduling</a:t>
            </a:r>
            <a:endParaRPr lang="en-US" sz="2800" dirty="0">
              <a:solidFill>
                <a:srgbClr val="FFFFFF"/>
              </a:solidFill>
            </a:endParaRPr>
          </a:p>
        </p:txBody>
      </p:sp>
      <p:sp>
        <p:nvSpPr>
          <p:cNvPr id="46" name="Rectangle 45">
            <a:extLst>
              <a:ext uri="{FF2B5EF4-FFF2-40B4-BE49-F238E27FC236}">
                <a16:creationId xmlns:a16="http://schemas.microsoft.com/office/drawing/2014/main" id="{76E38F34-66D8-4203-B16C-14AC20248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89680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ext Placeholder 3"/>
          <p:cNvSpPr>
            <a:spLocks noGrp="1"/>
          </p:cNvSpPr>
          <p:nvPr>
            <p:ph type="title"/>
          </p:nvPr>
        </p:nvSpPr>
        <p:spPr>
          <a:xfrm>
            <a:off x="643467" y="1286929"/>
            <a:ext cx="7674983" cy="4284129"/>
          </a:xfrm>
        </p:spPr>
        <p:txBody>
          <a:bodyPr vert="horz" lIns="91440" tIns="45720" rIns="91440" bIns="45720" rtlCol="0" anchor="ctr">
            <a:normAutofit fontScale="90000"/>
          </a:bodyPr>
          <a:lstStyle/>
          <a:p>
            <a:pPr algn="ctr"/>
            <a:r>
              <a:rPr lang="en-US" sz="6200" b="1" dirty="0"/>
              <a:t>IT2060 </a:t>
            </a:r>
            <a:br>
              <a:rPr lang="en-US" sz="6200" b="1" dirty="0"/>
            </a:br>
            <a:r>
              <a:rPr lang="en-US" sz="6200" b="1" dirty="0"/>
              <a:t>Operating Systems and System Administration </a:t>
            </a:r>
            <a:br>
              <a:rPr lang="en-US" sz="6200" b="1" dirty="0"/>
            </a:br>
            <a:endParaRPr lang="en-US" sz="6200" b="1" dirty="0"/>
          </a:p>
        </p:txBody>
      </p:sp>
    </p:spTree>
    <p:extLst>
      <p:ext uri="{BB962C8B-B14F-4D97-AF65-F5344CB8AC3E}">
        <p14:creationId xmlns:p14="http://schemas.microsoft.com/office/powerpoint/2010/main" val="3053458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BBEBFC-94DC-4398-89D4-54E05CDB074C}"/>
              </a:ext>
            </a:extLst>
          </p:cNvPr>
          <p:cNvSpPr>
            <a:spLocks noGrp="1" noChangeArrowheads="1"/>
          </p:cNvSpPr>
          <p:nvPr>
            <p:ph type="title"/>
          </p:nvPr>
        </p:nvSpPr>
        <p:spPr>
          <a:xfrm>
            <a:off x="309489" y="1007724"/>
            <a:ext cx="8229600" cy="576263"/>
          </a:xfrm>
        </p:spPr>
        <p:txBody>
          <a:bodyPr rtlCol="0">
            <a:noAutofit/>
          </a:bodyPr>
          <a:lstStyle/>
          <a:p>
            <a:pPr fontAlgn="auto">
              <a:spcAft>
                <a:spcPts val="0"/>
              </a:spcAft>
              <a:defRPr/>
            </a:pPr>
            <a:r>
              <a:rPr lang="en-US" altLang="en-US" sz="6000" dirty="0">
                <a:latin typeface="Garamond" panose="02020404030301010803" pitchFamily="18" charset="0"/>
              </a:rPr>
              <a:t>Disk Scheduling</a:t>
            </a:r>
          </a:p>
        </p:txBody>
      </p:sp>
      <p:sp>
        <p:nvSpPr>
          <p:cNvPr id="7171" name="Rectangle 3">
            <a:extLst>
              <a:ext uri="{FF2B5EF4-FFF2-40B4-BE49-F238E27FC236}">
                <a16:creationId xmlns:a16="http://schemas.microsoft.com/office/drawing/2014/main" id="{BDCB8CAC-D057-4596-8978-9B8E0732250D}"/>
              </a:ext>
            </a:extLst>
          </p:cNvPr>
          <p:cNvSpPr>
            <a:spLocks noGrp="1" noChangeArrowheads="1"/>
          </p:cNvSpPr>
          <p:nvPr>
            <p:ph idx="1"/>
          </p:nvPr>
        </p:nvSpPr>
        <p:spPr>
          <a:xfrm>
            <a:off x="309489" y="2083633"/>
            <a:ext cx="11437033" cy="3958392"/>
          </a:xfrm>
        </p:spPr>
        <p:txBody>
          <a:bodyPr rtlCol="0">
            <a:normAutofit/>
          </a:bodyPr>
          <a:lstStyle/>
          <a:p>
            <a:pPr marL="0" indent="0" fontAlgn="auto">
              <a:spcAft>
                <a:spcPts val="0"/>
              </a:spcAft>
              <a:buNone/>
              <a:defRPr/>
            </a:pPr>
            <a:endParaRPr lang="en-US" altLang="en-US" dirty="0"/>
          </a:p>
          <a:p>
            <a:pPr fontAlgn="auto">
              <a:lnSpc>
                <a:spcPct val="150000"/>
              </a:lnSpc>
              <a:spcBef>
                <a:spcPts val="0"/>
              </a:spcBef>
              <a:spcAft>
                <a:spcPts val="600"/>
              </a:spcAft>
              <a:defRPr/>
            </a:pPr>
            <a:r>
              <a:rPr lang="en-US" altLang="en-US" dirty="0">
                <a:latin typeface="Times New Roman" charset="0"/>
              </a:rPr>
              <a:t>The operating system is responsible for using hardware efficiently — for the disk drives, this means having a fast access time and disk bandwidth</a:t>
            </a:r>
          </a:p>
          <a:p>
            <a:pPr fontAlgn="auto">
              <a:lnSpc>
                <a:spcPct val="150000"/>
              </a:lnSpc>
              <a:spcBef>
                <a:spcPts val="0"/>
              </a:spcBef>
              <a:spcAft>
                <a:spcPts val="600"/>
              </a:spcAft>
              <a:defRPr/>
            </a:pPr>
            <a:r>
              <a:rPr lang="en-US" altLang="en-US" dirty="0">
                <a:latin typeface="Times New Roman" charset="0"/>
              </a:rPr>
              <a:t>Minimize seek time</a:t>
            </a:r>
          </a:p>
          <a:p>
            <a:pPr fontAlgn="auto">
              <a:lnSpc>
                <a:spcPct val="150000"/>
              </a:lnSpc>
              <a:spcBef>
                <a:spcPts val="0"/>
              </a:spcBef>
              <a:spcAft>
                <a:spcPts val="600"/>
              </a:spcAft>
              <a:defRPr/>
            </a:pPr>
            <a:r>
              <a:rPr lang="en-US" altLang="en-US" dirty="0">
                <a:latin typeface="Times New Roman" charset="0"/>
              </a:rPr>
              <a:t>Seek time </a:t>
            </a:r>
            <a:r>
              <a:rPr lang="en-US" altLang="en-US" dirty="0">
                <a:latin typeface="Times New Roman" charset="0"/>
                <a:sym typeface="Symbol" panose="05050102010706020507" pitchFamily="18" charset="2"/>
              </a:rPr>
              <a:t> seek distance</a:t>
            </a:r>
          </a:p>
          <a:p>
            <a:pPr fontAlgn="auto">
              <a:lnSpc>
                <a:spcPct val="150000"/>
              </a:lnSpc>
              <a:spcBef>
                <a:spcPts val="0"/>
              </a:spcBef>
              <a:spcAft>
                <a:spcPts val="600"/>
              </a:spcAft>
              <a:defRPr/>
            </a:pPr>
            <a:r>
              <a:rPr lang="en-US" altLang="en-US" dirty="0">
                <a:latin typeface="Times New Roman" charset="0"/>
                <a:sym typeface="Symbol" panose="05050102010706020507" pitchFamily="18" charset="2"/>
              </a:rPr>
              <a:t>Disk bandwidth is the total number of bytes transferred, divided by the total time between the first request for service and the completion of the last transfer</a:t>
            </a:r>
            <a:endParaRPr lang="en-US" altLang="en-US" dirty="0">
              <a:latin typeface="Times New Roman"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a:extLst>
              <a:ext uri="{FF2B5EF4-FFF2-40B4-BE49-F238E27FC236}">
                <a16:creationId xmlns:a16="http://schemas.microsoft.com/office/drawing/2014/main" id="{35803368-1AAA-8869-3F88-4FEE0C12FB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05684" y="1891178"/>
            <a:ext cx="4448222" cy="3400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E456E820-223F-322B-FE77-AF6838B2F5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094" y="1364107"/>
            <a:ext cx="6899202" cy="44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7990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B3F7546-B01B-4236-86A3-E31EE5EC18B0}"/>
              </a:ext>
            </a:extLst>
          </p:cNvPr>
          <p:cNvSpPr>
            <a:spLocks noGrp="1" noChangeArrowheads="1"/>
          </p:cNvSpPr>
          <p:nvPr>
            <p:ph type="title"/>
          </p:nvPr>
        </p:nvSpPr>
        <p:spPr>
          <a:xfrm>
            <a:off x="541311" y="965747"/>
            <a:ext cx="7975600" cy="576262"/>
          </a:xfrm>
        </p:spPr>
        <p:txBody>
          <a:bodyPr rtlCol="0">
            <a:noAutofit/>
          </a:bodyPr>
          <a:lstStyle/>
          <a:p>
            <a:pPr>
              <a:defRPr/>
            </a:pPr>
            <a:r>
              <a:rPr lang="en-US" altLang="en-US" sz="6000" dirty="0">
                <a:latin typeface="Garamond" panose="02020404030301010803" pitchFamily="18" charset="0"/>
              </a:rPr>
              <a:t>Disk Scheduling (Cont.)</a:t>
            </a:r>
          </a:p>
        </p:txBody>
      </p:sp>
      <p:sp>
        <p:nvSpPr>
          <p:cNvPr id="9219" name="Rectangle 3">
            <a:extLst>
              <a:ext uri="{FF2B5EF4-FFF2-40B4-BE49-F238E27FC236}">
                <a16:creationId xmlns:a16="http://schemas.microsoft.com/office/drawing/2014/main" id="{CF940E42-5116-4FF3-937C-6645CCFBB0A6}"/>
              </a:ext>
            </a:extLst>
          </p:cNvPr>
          <p:cNvSpPr>
            <a:spLocks noGrp="1" noChangeArrowheads="1"/>
          </p:cNvSpPr>
          <p:nvPr>
            <p:ph idx="1"/>
          </p:nvPr>
        </p:nvSpPr>
        <p:spPr>
          <a:xfrm>
            <a:off x="541311" y="2076450"/>
            <a:ext cx="10956145" cy="4781550"/>
          </a:xfrm>
        </p:spPr>
        <p:txBody>
          <a:bodyPr rtlCol="0">
            <a:normAutofit/>
          </a:bodyPr>
          <a:lstStyle/>
          <a:p>
            <a:pPr>
              <a:lnSpc>
                <a:spcPct val="150000"/>
              </a:lnSpc>
              <a:spcBef>
                <a:spcPts val="0"/>
              </a:spcBef>
              <a:spcAft>
                <a:spcPts val="600"/>
              </a:spcAft>
              <a:tabLst>
                <a:tab pos="1708150" algn="l"/>
              </a:tabLst>
              <a:defRPr/>
            </a:pPr>
            <a:r>
              <a:rPr lang="en-US" altLang="en-US" dirty="0">
                <a:latin typeface="Times New Roman" charset="0"/>
              </a:rPr>
              <a:t>Note that drive controllers have small buffers and can manage a queue of I/O requests (of varying </a:t>
            </a:r>
            <a:r>
              <a:rPr lang="ja-JP" altLang="en-US" dirty="0">
                <a:latin typeface="Times New Roman" charset="0"/>
              </a:rPr>
              <a:t>“</a:t>
            </a:r>
            <a:r>
              <a:rPr lang="en-US" altLang="ja-JP" dirty="0">
                <a:latin typeface="Times New Roman" charset="0"/>
              </a:rPr>
              <a:t>depth</a:t>
            </a:r>
            <a:r>
              <a:rPr lang="ja-JP" altLang="en-US" dirty="0">
                <a:latin typeface="Times New Roman" charset="0"/>
              </a:rPr>
              <a:t>”</a:t>
            </a:r>
            <a:r>
              <a:rPr lang="en-US" altLang="ja-JP" dirty="0">
                <a:latin typeface="Times New Roman" charset="0"/>
              </a:rPr>
              <a:t>)</a:t>
            </a:r>
            <a:endParaRPr lang="en-US" altLang="en-US" dirty="0">
              <a:latin typeface="Times New Roman" charset="0"/>
            </a:endParaRPr>
          </a:p>
          <a:p>
            <a:pPr>
              <a:lnSpc>
                <a:spcPct val="150000"/>
              </a:lnSpc>
              <a:spcBef>
                <a:spcPts val="0"/>
              </a:spcBef>
              <a:spcAft>
                <a:spcPts val="600"/>
              </a:spcAft>
              <a:tabLst>
                <a:tab pos="1708150" algn="l"/>
              </a:tabLst>
              <a:defRPr/>
            </a:pPr>
            <a:r>
              <a:rPr lang="en-US" altLang="en-US" dirty="0">
                <a:latin typeface="Times New Roman" charset="0"/>
              </a:rPr>
              <a:t>Several algorithms exist to schedule the servicing of disk I/O requests</a:t>
            </a:r>
          </a:p>
          <a:p>
            <a:pPr>
              <a:lnSpc>
                <a:spcPct val="150000"/>
              </a:lnSpc>
              <a:spcBef>
                <a:spcPts val="0"/>
              </a:spcBef>
              <a:spcAft>
                <a:spcPts val="600"/>
              </a:spcAft>
              <a:tabLst>
                <a:tab pos="1708150" algn="l"/>
              </a:tabLst>
              <a:defRPr/>
            </a:pPr>
            <a:r>
              <a:rPr lang="en-US" altLang="en-US" dirty="0">
                <a:latin typeface="Times New Roman" charset="0"/>
              </a:rPr>
              <a:t>The analysis is true for one or many platters</a:t>
            </a:r>
          </a:p>
          <a:p>
            <a:pPr>
              <a:lnSpc>
                <a:spcPct val="150000"/>
              </a:lnSpc>
              <a:spcBef>
                <a:spcPts val="0"/>
              </a:spcBef>
              <a:spcAft>
                <a:spcPts val="600"/>
              </a:spcAft>
              <a:tabLst>
                <a:tab pos="1708150" algn="l"/>
              </a:tabLst>
              <a:defRPr/>
            </a:pPr>
            <a:r>
              <a:rPr lang="en-US" altLang="en-US" dirty="0">
                <a:latin typeface="Times New Roman" charset="0"/>
              </a:rPr>
              <a:t>We illustrate scheduling algorithms with a request queue (0-199)		</a:t>
            </a:r>
            <a:br>
              <a:rPr lang="en-US" altLang="en-US" dirty="0">
                <a:latin typeface="Times New Roman" charset="0"/>
              </a:rPr>
            </a:br>
            <a:r>
              <a:rPr lang="en-US" altLang="en-US" dirty="0">
                <a:latin typeface="Times New Roman" charset="0"/>
              </a:rPr>
              <a:t>	98, 183, 37, 122, 14, 124, 65, 67</a:t>
            </a:r>
          </a:p>
          <a:p>
            <a:pPr marL="0" indent="0">
              <a:lnSpc>
                <a:spcPct val="150000"/>
              </a:lnSpc>
              <a:spcBef>
                <a:spcPts val="0"/>
              </a:spcBef>
              <a:spcAft>
                <a:spcPts val="600"/>
              </a:spcAft>
              <a:buNone/>
              <a:tabLst>
                <a:tab pos="1708150" algn="l"/>
              </a:tabLst>
              <a:defRPr/>
            </a:pPr>
            <a:r>
              <a:rPr lang="en-US" altLang="en-US" dirty="0">
                <a:latin typeface="Times New Roman" charset="0"/>
              </a:rPr>
              <a:t>	Head pointer 53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A0D78CD8-5476-421E-9A29-7F6D839D06E9}"/>
              </a:ext>
            </a:extLst>
          </p:cNvPr>
          <p:cNvSpPr>
            <a:spLocks noGrp="1"/>
          </p:cNvSpPr>
          <p:nvPr>
            <p:ph type="title"/>
          </p:nvPr>
        </p:nvSpPr>
        <p:spPr>
          <a:xfrm>
            <a:off x="545409" y="738238"/>
            <a:ext cx="9613861" cy="1080938"/>
          </a:xfrm>
        </p:spPr>
        <p:txBody>
          <a:bodyPr>
            <a:normAutofit/>
          </a:bodyPr>
          <a:lstStyle/>
          <a:p>
            <a:r>
              <a:rPr lang="en-US" altLang="en-US" sz="6000" dirty="0">
                <a:latin typeface="Garamond" panose="02020404030301010803" pitchFamily="18" charset="0"/>
              </a:rPr>
              <a:t>Disk Scheduling</a:t>
            </a:r>
          </a:p>
        </p:txBody>
      </p:sp>
      <p:pic>
        <p:nvPicPr>
          <p:cNvPr id="28675" name="Picture 5" descr="Disk Scheduling | Disk Scheduling Algorithms | Gate Vidyalay">
            <a:extLst>
              <a:ext uri="{FF2B5EF4-FFF2-40B4-BE49-F238E27FC236}">
                <a16:creationId xmlns:a16="http://schemas.microsoft.com/office/drawing/2014/main" id="{8F8F72DB-092C-4576-BB7C-F7F49E32A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3409" y="2075697"/>
            <a:ext cx="4565182" cy="458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7AC493C-7A82-4FA0-BFBE-1CBDB151AD6C}"/>
              </a:ext>
            </a:extLst>
          </p:cNvPr>
          <p:cNvSpPr>
            <a:spLocks noGrp="1" noChangeArrowheads="1"/>
          </p:cNvSpPr>
          <p:nvPr>
            <p:ph type="title"/>
          </p:nvPr>
        </p:nvSpPr>
        <p:spPr>
          <a:xfrm>
            <a:off x="692852" y="920074"/>
            <a:ext cx="6950075" cy="576263"/>
          </a:xfrm>
        </p:spPr>
        <p:txBody>
          <a:bodyPr rtlCol="0">
            <a:noAutofit/>
          </a:bodyPr>
          <a:lstStyle/>
          <a:p>
            <a:pPr fontAlgn="auto">
              <a:spcAft>
                <a:spcPts val="0"/>
              </a:spcAft>
              <a:defRPr/>
            </a:pPr>
            <a:r>
              <a:rPr lang="en-US" altLang="en-US" sz="6000" dirty="0">
                <a:latin typeface="Garamond" panose="02020404030301010803" pitchFamily="18" charset="0"/>
              </a:rPr>
              <a:t>FCFS</a:t>
            </a:r>
          </a:p>
        </p:txBody>
      </p:sp>
      <p:sp>
        <p:nvSpPr>
          <p:cNvPr id="29699" name="Text Box 4">
            <a:extLst>
              <a:ext uri="{FF2B5EF4-FFF2-40B4-BE49-F238E27FC236}">
                <a16:creationId xmlns:a16="http://schemas.microsoft.com/office/drawing/2014/main" id="{66F8F505-8AAD-44B2-8D5A-0F6EB0357B23}"/>
              </a:ext>
            </a:extLst>
          </p:cNvPr>
          <p:cNvSpPr txBox="1">
            <a:spLocks noChangeArrowheads="1"/>
          </p:cNvSpPr>
          <p:nvPr/>
        </p:nvSpPr>
        <p:spPr bwMode="auto">
          <a:xfrm>
            <a:off x="205672" y="2170197"/>
            <a:ext cx="2624528" cy="1569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chor="ct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ctr">
              <a:lnSpc>
                <a:spcPct val="100000"/>
              </a:lnSpc>
              <a:spcBef>
                <a:spcPct val="50000"/>
              </a:spcBef>
              <a:buFontTx/>
              <a:buNone/>
            </a:pPr>
            <a:r>
              <a:rPr lang="en-US" altLang="en-US" sz="2400" dirty="0">
                <a:effectLst>
                  <a:outerShdw blurRad="228600" algn="ctr" rotWithShape="0">
                    <a:prstClr val="black">
                      <a:alpha val="53000"/>
                    </a:prstClr>
                  </a:outerShdw>
                </a:effectLst>
                <a:latin typeface="Times New Roman" charset="0"/>
              </a:rPr>
              <a:t>Illustration shows total head movement of 640 cylinders</a:t>
            </a:r>
          </a:p>
        </p:txBody>
      </p:sp>
      <p:pic>
        <p:nvPicPr>
          <p:cNvPr id="29700" name="Picture 6">
            <a:extLst>
              <a:ext uri="{FF2B5EF4-FFF2-40B4-BE49-F238E27FC236}">
                <a16:creationId xmlns:a16="http://schemas.microsoft.com/office/drawing/2014/main" id="{F4CC6E1B-514C-48B3-B0B8-08F72ACC4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588" y="2066954"/>
            <a:ext cx="6399212" cy="463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2C1A928-658D-4153-BFE3-F1709A0CC2F0}"/>
              </a:ext>
            </a:extLst>
          </p:cNvPr>
          <p:cNvSpPr>
            <a:spLocks noGrp="1" noChangeArrowheads="1"/>
          </p:cNvSpPr>
          <p:nvPr>
            <p:ph type="title"/>
          </p:nvPr>
        </p:nvSpPr>
        <p:spPr>
          <a:xfrm>
            <a:off x="542144" y="1025708"/>
            <a:ext cx="8229600" cy="576262"/>
          </a:xfrm>
        </p:spPr>
        <p:txBody>
          <a:bodyPr rtlCol="0">
            <a:noAutofit/>
          </a:bodyPr>
          <a:lstStyle/>
          <a:p>
            <a:pPr fontAlgn="auto">
              <a:spcAft>
                <a:spcPts val="0"/>
              </a:spcAft>
              <a:defRPr/>
            </a:pPr>
            <a:r>
              <a:rPr lang="en-US" altLang="en-US" sz="6000" dirty="0">
                <a:latin typeface="Garamond" panose="02020404030301010803" pitchFamily="18" charset="0"/>
              </a:rPr>
              <a:t>SSTF</a:t>
            </a:r>
          </a:p>
        </p:txBody>
      </p:sp>
      <p:sp>
        <p:nvSpPr>
          <p:cNvPr id="14339" name="Rectangle 3">
            <a:extLst>
              <a:ext uri="{FF2B5EF4-FFF2-40B4-BE49-F238E27FC236}">
                <a16:creationId xmlns:a16="http://schemas.microsoft.com/office/drawing/2014/main" id="{7608F412-F940-425D-8A70-356562D55558}"/>
              </a:ext>
            </a:extLst>
          </p:cNvPr>
          <p:cNvSpPr>
            <a:spLocks noGrp="1" noChangeArrowheads="1"/>
          </p:cNvSpPr>
          <p:nvPr>
            <p:ph idx="1"/>
          </p:nvPr>
        </p:nvSpPr>
        <p:spPr>
          <a:xfrm>
            <a:off x="542144" y="2152951"/>
            <a:ext cx="10879112" cy="3288479"/>
          </a:xfrm>
        </p:spPr>
        <p:txBody>
          <a:bodyPr rtlCol="0">
            <a:normAutofit/>
          </a:bodyPr>
          <a:lstStyle/>
          <a:p>
            <a:pPr fontAlgn="auto">
              <a:spcAft>
                <a:spcPts val="0"/>
              </a:spcAft>
              <a:defRPr/>
            </a:pPr>
            <a:r>
              <a:rPr lang="en-US" altLang="en-US" dirty="0">
                <a:latin typeface="Times New Roman" charset="0"/>
              </a:rPr>
              <a:t>Shortest Seek Time First selects the request with the minimum seek time from the current head position</a:t>
            </a:r>
          </a:p>
          <a:p>
            <a:pPr marL="0" indent="0" fontAlgn="auto">
              <a:spcAft>
                <a:spcPts val="0"/>
              </a:spcAft>
              <a:buNone/>
              <a:defRPr/>
            </a:pPr>
            <a:endParaRPr lang="en-US" altLang="en-US" dirty="0">
              <a:latin typeface="Times New Roman" charset="0"/>
            </a:endParaRPr>
          </a:p>
          <a:p>
            <a:pPr fontAlgn="auto">
              <a:spcAft>
                <a:spcPts val="0"/>
              </a:spcAft>
              <a:defRPr/>
            </a:pPr>
            <a:r>
              <a:rPr lang="en-US" altLang="en-US" dirty="0">
                <a:latin typeface="Times New Roman" charset="0"/>
              </a:rPr>
              <a:t>SSTF scheduling is a form of SJF scheduling; may cause starvation of some requests</a:t>
            </a:r>
          </a:p>
          <a:p>
            <a:pPr marL="0" indent="0" fontAlgn="auto">
              <a:spcAft>
                <a:spcPts val="0"/>
              </a:spcAft>
              <a:buNone/>
              <a:defRPr/>
            </a:pPr>
            <a:endParaRPr lang="en-US" altLang="en-US" dirty="0">
              <a:latin typeface="Times New Roman" charset="0"/>
            </a:endParaRPr>
          </a:p>
          <a:p>
            <a:pPr fontAlgn="auto">
              <a:spcAft>
                <a:spcPts val="0"/>
              </a:spcAft>
              <a:defRPr/>
            </a:pPr>
            <a:r>
              <a:rPr lang="en-US" altLang="en-US" dirty="0">
                <a:latin typeface="Times New Roman" charset="0"/>
              </a:rPr>
              <a:t>Illustration shows total head movement of 236 cylinders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A9B13-66B5-B089-C0CA-C53D1BF071FB}"/>
            </a:ext>
          </a:extLst>
        </p:cNvPr>
        <p:cNvGrpSpPr/>
        <p:nvPr/>
      </p:nvGrpSpPr>
      <p:grpSpPr>
        <a:xfrm>
          <a:off x="0" y="0"/>
          <a:ext cx="0" cy="0"/>
          <a:chOff x="0" y="0"/>
          <a:chExt cx="0" cy="0"/>
        </a:xfrm>
      </p:grpSpPr>
      <p:sp>
        <p:nvSpPr>
          <p:cNvPr id="14338" name="Rectangle 2">
            <a:extLst>
              <a:ext uri="{FF2B5EF4-FFF2-40B4-BE49-F238E27FC236}">
                <a16:creationId xmlns:a16="http://schemas.microsoft.com/office/drawing/2014/main" id="{B8F8D0DA-9235-0370-63A3-B2B90E1549F6}"/>
              </a:ext>
            </a:extLst>
          </p:cNvPr>
          <p:cNvSpPr>
            <a:spLocks noGrp="1" noChangeArrowheads="1"/>
          </p:cNvSpPr>
          <p:nvPr>
            <p:ph type="title"/>
          </p:nvPr>
        </p:nvSpPr>
        <p:spPr>
          <a:xfrm>
            <a:off x="542144" y="1025708"/>
            <a:ext cx="8229600" cy="576262"/>
          </a:xfrm>
        </p:spPr>
        <p:txBody>
          <a:bodyPr rtlCol="0">
            <a:noAutofit/>
          </a:bodyPr>
          <a:lstStyle/>
          <a:p>
            <a:pPr fontAlgn="auto">
              <a:spcAft>
                <a:spcPts val="0"/>
              </a:spcAft>
              <a:defRPr/>
            </a:pPr>
            <a:r>
              <a:rPr lang="en-US" altLang="en-US" sz="6000" dirty="0">
                <a:latin typeface="Garamond" panose="02020404030301010803" pitchFamily="18" charset="0"/>
              </a:rPr>
              <a:t>SSTF </a:t>
            </a:r>
            <a:r>
              <a:rPr lang="en-US" altLang="en-US" sz="6000" dirty="0">
                <a:solidFill>
                  <a:prstClr val="white"/>
                </a:solidFill>
                <a:latin typeface="Garamond" panose="02020404030301010803" pitchFamily="18" charset="0"/>
              </a:rPr>
              <a:t>(Cont.)</a:t>
            </a:r>
            <a:endParaRPr lang="en-US" altLang="en-US" sz="6000" dirty="0">
              <a:latin typeface="Garamond" panose="02020404030301010803" pitchFamily="18" charset="0"/>
            </a:endParaRPr>
          </a:p>
        </p:txBody>
      </p:sp>
      <p:pic>
        <p:nvPicPr>
          <p:cNvPr id="31748" name="Picture 4" descr="12">
            <a:extLst>
              <a:ext uri="{FF2B5EF4-FFF2-40B4-BE49-F238E27FC236}">
                <a16:creationId xmlns:a16="http://schemas.microsoft.com/office/drawing/2014/main" id="{B9644C94-583B-7468-9457-397FEF4A7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321" y="2033029"/>
            <a:ext cx="7005358" cy="472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149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A66CDBB-598A-49BB-8133-D40138F18AD3}"/>
              </a:ext>
            </a:extLst>
          </p:cNvPr>
          <p:cNvSpPr>
            <a:spLocks noGrp="1" noChangeArrowheads="1"/>
          </p:cNvSpPr>
          <p:nvPr>
            <p:ph type="title"/>
          </p:nvPr>
        </p:nvSpPr>
        <p:spPr>
          <a:xfrm>
            <a:off x="602105" y="995024"/>
            <a:ext cx="7840663" cy="576263"/>
          </a:xfrm>
        </p:spPr>
        <p:txBody>
          <a:bodyPr rtlCol="0">
            <a:noAutofit/>
          </a:bodyPr>
          <a:lstStyle/>
          <a:p>
            <a:pPr fontAlgn="auto">
              <a:spcAft>
                <a:spcPts val="0"/>
              </a:spcAft>
              <a:defRPr/>
            </a:pPr>
            <a:r>
              <a:rPr lang="en-US" altLang="en-US" sz="6000" dirty="0">
                <a:latin typeface="Garamond" panose="02020404030301010803" pitchFamily="18" charset="0"/>
              </a:rPr>
              <a:t>SCAN</a:t>
            </a:r>
          </a:p>
        </p:txBody>
      </p:sp>
      <p:sp>
        <p:nvSpPr>
          <p:cNvPr id="16387" name="Rectangle 3">
            <a:extLst>
              <a:ext uri="{FF2B5EF4-FFF2-40B4-BE49-F238E27FC236}">
                <a16:creationId xmlns:a16="http://schemas.microsoft.com/office/drawing/2014/main" id="{27760C88-756F-4D2E-9EBB-2DDE105349D2}"/>
              </a:ext>
            </a:extLst>
          </p:cNvPr>
          <p:cNvSpPr>
            <a:spLocks noGrp="1" noChangeArrowheads="1"/>
          </p:cNvSpPr>
          <p:nvPr>
            <p:ph idx="1"/>
          </p:nvPr>
        </p:nvSpPr>
        <p:spPr>
          <a:xfrm>
            <a:off x="1109272" y="2065338"/>
            <a:ext cx="9503764" cy="4530725"/>
          </a:xfrm>
        </p:spPr>
        <p:txBody>
          <a:bodyPr rtlCol="0">
            <a:normAutofit/>
          </a:bodyPr>
          <a:lstStyle/>
          <a:p>
            <a:pPr fontAlgn="auto">
              <a:lnSpc>
                <a:spcPct val="150000"/>
              </a:lnSpc>
              <a:spcAft>
                <a:spcPts val="0"/>
              </a:spcAft>
              <a:defRPr/>
            </a:pPr>
            <a:r>
              <a:rPr lang="en-US" altLang="en-US" dirty="0">
                <a:latin typeface="Times New Roman" panose="02020603050405020304" pitchFamily="18" charset="0"/>
                <a:cs typeface="Times New Roman" panose="02020603050405020304" pitchFamily="18" charset="0"/>
              </a:rPr>
              <a:t>The disk arm starts at one end of the disk, and moves toward the other end, servicing requests until it gets to the other end of the disk, where the head movement is reversed, and servicing continues.</a:t>
            </a:r>
          </a:p>
          <a:p>
            <a:pPr fontAlgn="auto">
              <a:lnSpc>
                <a:spcPct val="150000"/>
              </a:lnSpc>
              <a:spcAft>
                <a:spcPts val="0"/>
              </a:spcAft>
              <a:defRPr/>
            </a:pPr>
            <a:r>
              <a:rPr lang="en-US" altLang="en-US" b="1" dirty="0">
                <a:solidFill>
                  <a:srgbClr val="002060"/>
                </a:solidFill>
                <a:latin typeface="Times New Roman" panose="02020603050405020304" pitchFamily="18" charset="0"/>
                <a:cs typeface="Times New Roman" panose="02020603050405020304" pitchFamily="18" charset="0"/>
              </a:rPr>
              <a:t>SCAN algorithm</a:t>
            </a:r>
            <a:r>
              <a:rPr lang="en-US" altLang="en-US" dirty="0">
                <a:solidFill>
                  <a:srgbClr val="002060"/>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Sometimes called the </a:t>
            </a:r>
            <a:r>
              <a:rPr lang="en-US" altLang="en-US" b="1" dirty="0">
                <a:solidFill>
                  <a:srgbClr val="002060"/>
                </a:solidFill>
                <a:latin typeface="Times New Roman" panose="02020603050405020304" pitchFamily="18" charset="0"/>
                <a:cs typeface="Times New Roman" panose="02020603050405020304" pitchFamily="18" charset="0"/>
              </a:rPr>
              <a:t>elevator algorithm</a:t>
            </a:r>
          </a:p>
          <a:p>
            <a:pPr fontAlgn="auto">
              <a:lnSpc>
                <a:spcPct val="150000"/>
              </a:lnSpc>
              <a:spcAft>
                <a:spcPts val="0"/>
              </a:spcAft>
              <a:defRPr/>
            </a:pPr>
            <a:r>
              <a:rPr lang="en-US" altLang="en-US" dirty="0">
                <a:latin typeface="Times New Roman" panose="02020603050405020304" pitchFamily="18" charset="0"/>
                <a:cs typeface="Times New Roman" panose="02020603050405020304" pitchFamily="18" charset="0"/>
              </a:rPr>
              <a:t>Illustration shows total head movement of 236 cylinders</a:t>
            </a:r>
          </a:p>
          <a:p>
            <a:pPr fontAlgn="auto">
              <a:lnSpc>
                <a:spcPct val="150000"/>
              </a:lnSpc>
              <a:spcAft>
                <a:spcPts val="0"/>
              </a:spcAft>
              <a:defRPr/>
            </a:pPr>
            <a:r>
              <a:rPr lang="en-US" altLang="en-US" dirty="0">
                <a:latin typeface="Times New Roman" panose="02020603050405020304" pitchFamily="18" charset="0"/>
                <a:cs typeface="Times New Roman" panose="02020603050405020304" pitchFamily="18" charset="0"/>
              </a:rPr>
              <a:t>But note that if requests are uniformly dense, largest density at other end of disk and those wait the longest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76EEDBC-C308-4579-9201-2767AA884F14}"/>
              </a:ext>
            </a:extLst>
          </p:cNvPr>
          <p:cNvSpPr>
            <a:spLocks noGrp="1" noChangeArrowheads="1"/>
          </p:cNvSpPr>
          <p:nvPr>
            <p:ph type="title"/>
          </p:nvPr>
        </p:nvSpPr>
        <p:spPr>
          <a:xfrm>
            <a:off x="722026" y="1004732"/>
            <a:ext cx="8229600" cy="576262"/>
          </a:xfrm>
        </p:spPr>
        <p:txBody>
          <a:bodyPr rtlCol="0">
            <a:normAutofit fontScale="90000"/>
          </a:bodyPr>
          <a:lstStyle/>
          <a:p>
            <a:pPr fontAlgn="auto">
              <a:spcAft>
                <a:spcPts val="0"/>
              </a:spcAft>
              <a:defRPr/>
            </a:pPr>
            <a:r>
              <a:rPr kumimoji="0" lang="en-US" altLang="en-US" sz="6000" b="0" i="0" u="none" strike="noStrike" kern="1200" cap="none" spc="0" normalizeH="0" baseline="0" noProof="0" dirty="0">
                <a:ln>
                  <a:noFill/>
                </a:ln>
                <a:solidFill>
                  <a:prstClr val="white"/>
                </a:solidFill>
                <a:effectLst/>
                <a:uLnTx/>
                <a:uFillTx/>
                <a:latin typeface="Garamond" panose="02020404030301010803" pitchFamily="18" charset="0"/>
                <a:ea typeface="+mj-ea"/>
                <a:cs typeface="+mj-cs"/>
              </a:rPr>
              <a:t>SCAN</a:t>
            </a:r>
            <a:r>
              <a:rPr lang="en-US" altLang="en-US" dirty="0"/>
              <a:t> </a:t>
            </a:r>
            <a:r>
              <a:rPr lang="en-US" altLang="en-US" sz="6000" dirty="0">
                <a:solidFill>
                  <a:prstClr val="white"/>
                </a:solidFill>
                <a:latin typeface="Garamond" panose="02020404030301010803" pitchFamily="18" charset="0"/>
              </a:rPr>
              <a:t>(Cont.)</a:t>
            </a:r>
          </a:p>
        </p:txBody>
      </p:sp>
      <p:pic>
        <p:nvPicPr>
          <p:cNvPr id="35843" name="Picture 6">
            <a:extLst>
              <a:ext uri="{FF2B5EF4-FFF2-40B4-BE49-F238E27FC236}">
                <a16:creationId xmlns:a16="http://schemas.microsoft.com/office/drawing/2014/main" id="{FC57F7EE-195D-4C5B-975D-59418E8C4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787" y="1934327"/>
            <a:ext cx="6368426" cy="480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B7A3780-37FA-4F97-8050-FA317C30ABC7}"/>
              </a:ext>
            </a:extLst>
          </p:cNvPr>
          <p:cNvSpPr>
            <a:spLocks noGrp="1" noChangeArrowheads="1"/>
          </p:cNvSpPr>
          <p:nvPr>
            <p:ph type="title"/>
          </p:nvPr>
        </p:nvSpPr>
        <p:spPr>
          <a:xfrm>
            <a:off x="542144" y="995025"/>
            <a:ext cx="7869238" cy="576263"/>
          </a:xfrm>
        </p:spPr>
        <p:txBody>
          <a:bodyPr rtlCol="0">
            <a:noAutofit/>
          </a:bodyPr>
          <a:lstStyle/>
          <a:p>
            <a:pPr fontAlgn="auto">
              <a:spcAft>
                <a:spcPts val="0"/>
              </a:spcAft>
              <a:defRPr/>
            </a:pPr>
            <a:r>
              <a:rPr lang="en-US" altLang="en-US" sz="6000" dirty="0">
                <a:latin typeface="Garamond" panose="02020404030301010803" pitchFamily="18" charset="0"/>
              </a:rPr>
              <a:t>C-SCAN</a:t>
            </a:r>
          </a:p>
        </p:txBody>
      </p:sp>
      <p:sp>
        <p:nvSpPr>
          <p:cNvPr id="20483" name="Rectangle 3">
            <a:extLst>
              <a:ext uri="{FF2B5EF4-FFF2-40B4-BE49-F238E27FC236}">
                <a16:creationId xmlns:a16="http://schemas.microsoft.com/office/drawing/2014/main" id="{217DF696-C02E-4029-92A7-3F04DB4B0EAE}"/>
              </a:ext>
            </a:extLst>
          </p:cNvPr>
          <p:cNvSpPr>
            <a:spLocks noGrp="1" noChangeArrowheads="1"/>
          </p:cNvSpPr>
          <p:nvPr>
            <p:ph idx="1"/>
          </p:nvPr>
        </p:nvSpPr>
        <p:spPr>
          <a:xfrm>
            <a:off x="959371" y="2096749"/>
            <a:ext cx="9683646" cy="4530725"/>
          </a:xfrm>
        </p:spPr>
        <p:txBody>
          <a:bodyPr rtlCol="0">
            <a:normAutofit fontScale="92500" lnSpcReduction="20000"/>
          </a:bodyPr>
          <a:lstStyle/>
          <a:p>
            <a:pPr fontAlgn="auto">
              <a:lnSpc>
                <a:spcPct val="150000"/>
              </a:lnSpc>
              <a:spcAft>
                <a:spcPts val="0"/>
              </a:spcAft>
              <a:defRPr/>
            </a:pPr>
            <a:r>
              <a:rPr lang="en-US" altLang="en-US" sz="2800" dirty="0">
                <a:latin typeface="Times New Roman" panose="02020603050405020304" pitchFamily="18" charset="0"/>
                <a:cs typeface="Times New Roman" panose="02020603050405020304" pitchFamily="18" charset="0"/>
              </a:rPr>
              <a:t>Provides a more uniform wait time than SCAN</a:t>
            </a:r>
          </a:p>
          <a:p>
            <a:pPr fontAlgn="auto">
              <a:lnSpc>
                <a:spcPct val="150000"/>
              </a:lnSpc>
              <a:spcAft>
                <a:spcPts val="0"/>
              </a:spcAft>
              <a:defRPr/>
            </a:pPr>
            <a:r>
              <a:rPr lang="en-US" altLang="en-US" sz="2800" dirty="0">
                <a:latin typeface="Times New Roman" panose="02020603050405020304" pitchFamily="18" charset="0"/>
                <a:cs typeface="Times New Roman" panose="02020603050405020304" pitchFamily="18" charset="0"/>
              </a:rPr>
              <a:t>The head moves from one end of the disk to the other, servicing requests as it goes</a:t>
            </a:r>
          </a:p>
          <a:p>
            <a:pPr lvl="1" fontAlgn="auto">
              <a:lnSpc>
                <a:spcPct val="150000"/>
              </a:lnSpc>
              <a:spcAft>
                <a:spcPts val="0"/>
              </a:spcAft>
              <a:defRPr/>
            </a:pPr>
            <a:r>
              <a:rPr lang="en-US" altLang="en-US" sz="2400" dirty="0">
                <a:latin typeface="Times New Roman" panose="02020603050405020304" pitchFamily="18" charset="0"/>
                <a:cs typeface="Times New Roman" panose="02020603050405020304" pitchFamily="18" charset="0"/>
              </a:rPr>
              <a:t>When it reaches the other end, however, it immediately returns to the beginning of the disk, without servicing any requests on the return trip</a:t>
            </a:r>
          </a:p>
          <a:p>
            <a:pPr fontAlgn="auto">
              <a:lnSpc>
                <a:spcPct val="150000"/>
              </a:lnSpc>
              <a:spcAft>
                <a:spcPts val="0"/>
              </a:spcAft>
              <a:defRPr/>
            </a:pPr>
            <a:r>
              <a:rPr lang="en-US" altLang="en-US" sz="2800" dirty="0">
                <a:latin typeface="Times New Roman" panose="02020603050405020304" pitchFamily="18" charset="0"/>
                <a:cs typeface="Times New Roman" panose="02020603050405020304" pitchFamily="18" charset="0"/>
              </a:rPr>
              <a:t>Treats the cylinders as a circular list that wraps around from the last cylinder to the first one</a:t>
            </a:r>
          </a:p>
          <a:p>
            <a:pPr fontAlgn="auto">
              <a:lnSpc>
                <a:spcPct val="150000"/>
              </a:lnSpc>
              <a:spcAft>
                <a:spcPts val="0"/>
              </a:spcAft>
              <a:defRPr/>
            </a:pPr>
            <a:r>
              <a:rPr lang="en-US" altLang="en-US" sz="2800" dirty="0">
                <a:latin typeface="Times New Roman" panose="02020603050405020304" pitchFamily="18" charset="0"/>
                <a:cs typeface="Times New Roman" panose="02020603050405020304" pitchFamily="18" charset="0"/>
              </a:rPr>
              <a:t>Total number of cylinders?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225DE3A-276E-4A92-BE13-FC7F1A3D17B6}"/>
              </a:ext>
            </a:extLst>
          </p:cNvPr>
          <p:cNvSpPr>
            <a:spLocks noGrp="1" noChangeArrowheads="1"/>
          </p:cNvSpPr>
          <p:nvPr>
            <p:ph type="title"/>
          </p:nvPr>
        </p:nvSpPr>
        <p:spPr>
          <a:xfrm>
            <a:off x="811967" y="977042"/>
            <a:ext cx="8229600" cy="576262"/>
          </a:xfrm>
        </p:spPr>
        <p:txBody>
          <a:bodyPr rtlCol="0">
            <a:normAutofit fontScale="90000"/>
          </a:bodyPr>
          <a:lstStyle/>
          <a:p>
            <a:pPr fontAlgn="auto">
              <a:spcAft>
                <a:spcPts val="0"/>
              </a:spcAft>
              <a:defRPr/>
            </a:pPr>
            <a:r>
              <a:rPr lang="en-US" altLang="en-US" sz="6700" dirty="0">
                <a:latin typeface="Garamond" panose="02020404030301010803" pitchFamily="18" charset="0"/>
              </a:rPr>
              <a:t>C-SCAN</a:t>
            </a:r>
            <a:r>
              <a:rPr lang="en-US" altLang="en-US" dirty="0"/>
              <a:t> </a:t>
            </a:r>
            <a:r>
              <a:rPr lang="en-US" altLang="en-US" sz="6700" dirty="0">
                <a:latin typeface="Garamond" panose="02020404030301010803" pitchFamily="18" charset="0"/>
              </a:rPr>
              <a:t>(Cont.)</a:t>
            </a:r>
          </a:p>
        </p:txBody>
      </p:sp>
      <p:pic>
        <p:nvPicPr>
          <p:cNvPr id="39939" name="Picture 4">
            <a:extLst>
              <a:ext uri="{FF2B5EF4-FFF2-40B4-BE49-F238E27FC236}">
                <a16:creationId xmlns:a16="http://schemas.microsoft.com/office/drawing/2014/main" id="{1AF2D68A-8520-4ECB-B8FC-587496104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2784423" y="2047923"/>
            <a:ext cx="6623154" cy="46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4B43FA00-A408-4258-80B6-834C425C7F9B}"/>
              </a:ext>
            </a:extLst>
          </p:cNvPr>
          <p:cNvSpPr>
            <a:spLocks noGrp="1"/>
          </p:cNvSpPr>
          <p:nvPr>
            <p:ph type="title"/>
          </p:nvPr>
        </p:nvSpPr>
        <p:spPr/>
        <p:txBody>
          <a:bodyPr>
            <a:normAutofit/>
          </a:bodyPr>
          <a:lstStyle/>
          <a:p>
            <a:r>
              <a:rPr lang="en-US" altLang="en-US" sz="6000" dirty="0">
                <a:latin typeface="Garamond" panose="02020404030301010803" pitchFamily="18" charset="0"/>
              </a:rPr>
              <a:t>Look Scheduling</a:t>
            </a:r>
          </a:p>
        </p:txBody>
      </p:sp>
      <p:sp>
        <p:nvSpPr>
          <p:cNvPr id="3" name="TextBox 2">
            <a:extLst>
              <a:ext uri="{FF2B5EF4-FFF2-40B4-BE49-F238E27FC236}">
                <a16:creationId xmlns:a16="http://schemas.microsoft.com/office/drawing/2014/main" id="{74398069-FBCE-23C0-83F2-3E2591BBEA20}"/>
              </a:ext>
            </a:extLst>
          </p:cNvPr>
          <p:cNvSpPr txBox="1"/>
          <p:nvPr/>
        </p:nvSpPr>
        <p:spPr>
          <a:xfrm>
            <a:off x="680321" y="2215513"/>
            <a:ext cx="10073391" cy="3349956"/>
          </a:xfrm>
          <a:prstGeom prst="rect">
            <a:avLst/>
          </a:prstGeom>
          <a:noFill/>
        </p:spPr>
        <p:txBody>
          <a:bodyPr wrap="square">
            <a:spAutoFit/>
          </a:bodyPr>
          <a:lstStyle/>
          <a:p>
            <a:pPr>
              <a:lnSpc>
                <a:spcPct val="150000"/>
              </a:lnSpc>
            </a:pPr>
            <a:r>
              <a:rPr lang="en-US" altLang="en-US" sz="2400" dirty="0">
                <a:latin typeface="Times New Roman" panose="02020603050405020304" pitchFamily="18" charset="0"/>
                <a:cs typeface="Times New Roman" panose="02020603050405020304" pitchFamily="18" charset="0"/>
              </a:rPr>
              <a:t>The LOOK algorithm services request similarly as SCAN algorithm meanwhile it also “looks” ahead as if there are more tracks that are needed to be serviced in the same direction. </a:t>
            </a:r>
          </a:p>
          <a:p>
            <a:pPr>
              <a:lnSpc>
                <a:spcPct val="150000"/>
              </a:lnSpc>
            </a:pPr>
            <a:endParaRPr lang="en-US" altLang="en-US" sz="2400" dirty="0">
              <a:latin typeface="Times New Roman" panose="02020603050405020304" pitchFamily="18" charset="0"/>
              <a:cs typeface="Times New Roman" panose="02020603050405020304" pitchFamily="18" charset="0"/>
            </a:endParaRPr>
          </a:p>
          <a:p>
            <a:pPr>
              <a:lnSpc>
                <a:spcPct val="150000"/>
              </a:lnSpc>
            </a:pPr>
            <a:r>
              <a:rPr lang="en-US" altLang="en-US" sz="2400" dirty="0">
                <a:latin typeface="Times New Roman" panose="02020603050405020304" pitchFamily="18" charset="0"/>
                <a:cs typeface="Times New Roman" panose="02020603050405020304" pitchFamily="18" charset="0"/>
              </a:rPr>
              <a:t>If there are no pending requests in the moving direction the head reverses the direction and start servicing requests in the opposite direction.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1E596-65FD-8819-D88C-892D5CBF90EA}"/>
            </a:ext>
          </a:extLst>
        </p:cNvPr>
        <p:cNvGrpSpPr/>
        <p:nvPr/>
      </p:nvGrpSpPr>
      <p:grpSpPr>
        <a:xfrm>
          <a:off x="0" y="0"/>
          <a:ext cx="0" cy="0"/>
          <a:chOff x="0" y="0"/>
          <a:chExt cx="0" cy="0"/>
        </a:xfrm>
      </p:grpSpPr>
      <p:sp>
        <p:nvSpPr>
          <p:cNvPr id="41986" name="Title 1">
            <a:extLst>
              <a:ext uri="{FF2B5EF4-FFF2-40B4-BE49-F238E27FC236}">
                <a16:creationId xmlns:a16="http://schemas.microsoft.com/office/drawing/2014/main" id="{B0451223-9DD7-C400-C9DF-F52BEADE6B04}"/>
              </a:ext>
            </a:extLst>
          </p:cNvPr>
          <p:cNvSpPr>
            <a:spLocks noGrp="1"/>
          </p:cNvSpPr>
          <p:nvPr>
            <p:ph type="title"/>
          </p:nvPr>
        </p:nvSpPr>
        <p:spPr/>
        <p:txBody>
          <a:bodyPr>
            <a:normAutofit/>
          </a:bodyPr>
          <a:lstStyle/>
          <a:p>
            <a:r>
              <a:rPr lang="en-US" altLang="en-US" sz="6000" dirty="0">
                <a:latin typeface="Garamond" panose="02020404030301010803" pitchFamily="18" charset="0"/>
              </a:rPr>
              <a:t>Look (Cont.)</a:t>
            </a:r>
          </a:p>
        </p:txBody>
      </p:sp>
      <p:sp>
        <p:nvSpPr>
          <p:cNvPr id="41987" name="Rectangle 3">
            <a:extLst>
              <a:ext uri="{FF2B5EF4-FFF2-40B4-BE49-F238E27FC236}">
                <a16:creationId xmlns:a16="http://schemas.microsoft.com/office/drawing/2014/main" id="{E15E889E-9482-B81D-BA79-393EAE98A73D}"/>
              </a:ext>
            </a:extLst>
          </p:cNvPr>
          <p:cNvSpPr>
            <a:spLocks noChangeArrowheads="1"/>
          </p:cNvSpPr>
          <p:nvPr/>
        </p:nvSpPr>
        <p:spPr bwMode="auto">
          <a:xfrm>
            <a:off x="607773" y="2013279"/>
            <a:ext cx="10976454" cy="889959"/>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88872" anchor="ctr">
            <a:spAutoFit/>
          </a:bodyPr>
          <a:lstStyle/>
          <a:p>
            <a:r>
              <a:rPr lang="en-US" altLang="en-US" sz="2000" dirty="0">
                <a:latin typeface="Consolas" panose="020B0609020204030204" pitchFamily="49" charset="0"/>
              </a:rPr>
              <a:t>Request sequence = {176, 79, 34, 60, 92, 11, 41, 114} Initial head position = 50 Direction = right (We are moving from left to right)</a:t>
            </a:r>
            <a:r>
              <a:rPr lang="en-US" altLang="en-US" sz="1200" dirty="0"/>
              <a:t> </a:t>
            </a:r>
          </a:p>
          <a:p>
            <a:endParaRPr lang="en-US" altLang="en-US" sz="1200" dirty="0"/>
          </a:p>
        </p:txBody>
      </p:sp>
      <p:pic>
        <p:nvPicPr>
          <p:cNvPr id="41988" name="Picture 6">
            <a:extLst>
              <a:ext uri="{FF2B5EF4-FFF2-40B4-BE49-F238E27FC236}">
                <a16:creationId xmlns:a16="http://schemas.microsoft.com/office/drawing/2014/main" id="{ABCE6B94-0250-5462-389B-D9BAF9F094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0320" y="3082351"/>
            <a:ext cx="9091359" cy="342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4775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7DC7452-13B4-4245-A8F8-135A7550C474}"/>
              </a:ext>
            </a:extLst>
          </p:cNvPr>
          <p:cNvSpPr>
            <a:spLocks noGrp="1" noChangeArrowheads="1"/>
          </p:cNvSpPr>
          <p:nvPr>
            <p:ph type="title"/>
          </p:nvPr>
        </p:nvSpPr>
        <p:spPr>
          <a:xfrm>
            <a:off x="748025" y="1034712"/>
            <a:ext cx="8229600" cy="576262"/>
          </a:xfrm>
        </p:spPr>
        <p:txBody>
          <a:bodyPr rtlCol="0">
            <a:noAutofit/>
          </a:bodyPr>
          <a:lstStyle/>
          <a:p>
            <a:pPr fontAlgn="auto">
              <a:spcAft>
                <a:spcPts val="0"/>
              </a:spcAft>
              <a:defRPr/>
            </a:pPr>
            <a:r>
              <a:rPr lang="en-US" altLang="en-US" sz="6000" dirty="0">
                <a:latin typeface="Garamond" panose="02020404030301010803" pitchFamily="18" charset="0"/>
              </a:rPr>
              <a:t>C-LOOK</a:t>
            </a:r>
          </a:p>
        </p:txBody>
      </p:sp>
      <p:sp>
        <p:nvSpPr>
          <p:cNvPr id="25603" name="Rectangle 3">
            <a:extLst>
              <a:ext uri="{FF2B5EF4-FFF2-40B4-BE49-F238E27FC236}">
                <a16:creationId xmlns:a16="http://schemas.microsoft.com/office/drawing/2014/main" id="{8F6ACE01-89FD-4341-A559-C93A9959DDF4}"/>
              </a:ext>
            </a:extLst>
          </p:cNvPr>
          <p:cNvSpPr>
            <a:spLocks noGrp="1" noChangeArrowheads="1"/>
          </p:cNvSpPr>
          <p:nvPr>
            <p:ph idx="1"/>
          </p:nvPr>
        </p:nvSpPr>
        <p:spPr>
          <a:xfrm>
            <a:off x="854439" y="2278505"/>
            <a:ext cx="9620979" cy="3676260"/>
          </a:xfrm>
        </p:spPr>
        <p:txBody>
          <a:bodyPr rtlCol="0">
            <a:normAutofit/>
          </a:bodyPr>
          <a:lstStyle/>
          <a:p>
            <a:pPr fontAlgn="auto">
              <a:lnSpc>
                <a:spcPct val="150000"/>
              </a:lnSpc>
              <a:spcAft>
                <a:spcPts val="0"/>
              </a:spcAft>
              <a:defRPr/>
            </a:pPr>
            <a:r>
              <a:rPr lang="en-US" altLang="en-US" dirty="0">
                <a:latin typeface="Times New Roman" panose="02020603050405020304" pitchFamily="18" charset="0"/>
                <a:cs typeface="Times New Roman" panose="02020603050405020304" pitchFamily="18" charset="0"/>
              </a:rPr>
              <a:t>LOOK a version of SCAN, C-LOOK a version of C-SCAN</a:t>
            </a:r>
          </a:p>
          <a:p>
            <a:pPr marL="0" indent="0" fontAlgn="auto">
              <a:lnSpc>
                <a:spcPct val="150000"/>
              </a:lnSpc>
              <a:spcAft>
                <a:spcPts val="0"/>
              </a:spcAft>
              <a:buNone/>
              <a:defRPr/>
            </a:pPr>
            <a:endParaRPr lang="en-US" altLang="en-US" sz="1200" dirty="0">
              <a:latin typeface="Times New Roman" panose="02020603050405020304" pitchFamily="18" charset="0"/>
              <a:cs typeface="Times New Roman" panose="02020603050405020304" pitchFamily="18" charset="0"/>
            </a:endParaRPr>
          </a:p>
          <a:p>
            <a:pPr fontAlgn="auto">
              <a:lnSpc>
                <a:spcPct val="150000"/>
              </a:lnSpc>
              <a:spcAft>
                <a:spcPts val="0"/>
              </a:spcAft>
              <a:defRPr/>
            </a:pPr>
            <a:r>
              <a:rPr lang="en-US" altLang="en-US" dirty="0">
                <a:latin typeface="Times New Roman" panose="02020603050405020304" pitchFamily="18" charset="0"/>
                <a:cs typeface="Times New Roman" panose="02020603050405020304" pitchFamily="18" charset="0"/>
              </a:rPr>
              <a:t>Arm only goes as far as the last request in each direction, then reverses direction immediately, without first going all the way to the end of the disk</a:t>
            </a:r>
          </a:p>
          <a:p>
            <a:pPr marL="0" indent="0" fontAlgn="auto">
              <a:lnSpc>
                <a:spcPct val="150000"/>
              </a:lnSpc>
              <a:spcAft>
                <a:spcPts val="0"/>
              </a:spcAft>
              <a:buNone/>
              <a:defRPr/>
            </a:pPr>
            <a:endParaRPr lang="en-US" altLang="en-US" sz="1400" dirty="0">
              <a:latin typeface="Times New Roman" panose="02020603050405020304" pitchFamily="18" charset="0"/>
              <a:cs typeface="Times New Roman" panose="02020603050405020304" pitchFamily="18" charset="0"/>
            </a:endParaRPr>
          </a:p>
          <a:p>
            <a:pPr fontAlgn="auto">
              <a:lnSpc>
                <a:spcPct val="150000"/>
              </a:lnSpc>
              <a:spcAft>
                <a:spcPts val="0"/>
              </a:spcAft>
              <a:defRPr/>
            </a:pPr>
            <a:r>
              <a:rPr lang="en-US" altLang="en-US" dirty="0">
                <a:latin typeface="Times New Roman" panose="02020603050405020304" pitchFamily="18" charset="0"/>
                <a:cs typeface="Times New Roman" panose="02020603050405020304" pitchFamily="18" charset="0"/>
              </a:rPr>
              <a:t>Total number of cylinders?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EDCC8B8-B3BA-4C24-A318-92191D99A9E8}"/>
              </a:ext>
            </a:extLst>
          </p:cNvPr>
          <p:cNvSpPr>
            <a:spLocks noGrp="1" noChangeArrowheads="1"/>
          </p:cNvSpPr>
          <p:nvPr>
            <p:ph type="title"/>
          </p:nvPr>
        </p:nvSpPr>
        <p:spPr>
          <a:xfrm>
            <a:off x="928428" y="982351"/>
            <a:ext cx="7888287" cy="576262"/>
          </a:xfrm>
        </p:spPr>
        <p:txBody>
          <a:bodyPr rtlCol="0">
            <a:noAutofit/>
          </a:bodyPr>
          <a:lstStyle/>
          <a:p>
            <a:pPr fontAlgn="auto">
              <a:spcAft>
                <a:spcPts val="0"/>
              </a:spcAft>
              <a:defRPr/>
            </a:pPr>
            <a:r>
              <a:rPr lang="en-US" sz="6000" dirty="0">
                <a:latin typeface="Garamond" panose="02020404030301010803" pitchFamily="18" charset="0"/>
              </a:rPr>
              <a:t>C-LOOK (Cont.)</a:t>
            </a:r>
          </a:p>
        </p:txBody>
      </p:sp>
      <p:pic>
        <p:nvPicPr>
          <p:cNvPr id="45059" name="Picture 4" descr="12">
            <a:extLst>
              <a:ext uri="{FF2B5EF4-FFF2-40B4-BE49-F238E27FC236}">
                <a16:creationId xmlns:a16="http://schemas.microsoft.com/office/drawing/2014/main" id="{E4DDB8FF-4A06-4A9C-8D40-2EF5A781A0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728" y="2009324"/>
            <a:ext cx="6790544" cy="4773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8D57B-0A36-41E2-B7B8-9B8F6A505A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5910B-29EA-86DF-4B87-A660F5811216}"/>
              </a:ext>
            </a:extLst>
          </p:cNvPr>
          <p:cNvSpPr>
            <a:spLocks noGrp="1"/>
          </p:cNvSpPr>
          <p:nvPr>
            <p:ph type="title"/>
          </p:nvPr>
        </p:nvSpPr>
        <p:spPr>
          <a:xfrm>
            <a:off x="3207894" y="2623279"/>
            <a:ext cx="5410329" cy="2053127"/>
          </a:xfrm>
        </p:spPr>
        <p:txBody>
          <a:bodyPr vert="horz" lIns="91440" tIns="45720" rIns="91440" bIns="45720" rtlCol="0" anchor="b">
            <a:normAutofit/>
          </a:bodyPr>
          <a:lstStyle/>
          <a:p>
            <a:pPr algn="r"/>
            <a:r>
              <a:rPr lang="en-US" sz="6000" dirty="0">
                <a:latin typeface="Garamond" panose="02020404030301010803" pitchFamily="18" charset="0"/>
              </a:rPr>
              <a:t>End of </a:t>
            </a:r>
            <a:r>
              <a:rPr lang="en-US" sz="6000">
                <a:latin typeface="Garamond" panose="02020404030301010803" pitchFamily="18" charset="0"/>
              </a:rPr>
              <a:t>Lecture 5</a:t>
            </a:r>
            <a:br>
              <a:rPr lang="en-US" sz="6000" dirty="0">
                <a:latin typeface="Garamond" panose="02020404030301010803" pitchFamily="18" charset="0"/>
              </a:rPr>
            </a:br>
            <a:endParaRPr lang="en-US" sz="6000" dirty="0">
              <a:latin typeface="Garamond" panose="02020404030301010803" pitchFamily="18" charset="0"/>
            </a:endParaRPr>
          </a:p>
        </p:txBody>
      </p:sp>
    </p:spTree>
    <p:extLst>
      <p:ext uri="{BB962C8B-B14F-4D97-AF65-F5344CB8AC3E}">
        <p14:creationId xmlns:p14="http://schemas.microsoft.com/office/powerpoint/2010/main" val="1454547883"/>
      </p:ext>
    </p:extLst>
  </p:cSld>
  <p:clrMapOvr>
    <a:masterClrMapping/>
  </p:clrMapOvr>
</p:sld>
</file>

<file path=ppt/theme/theme1.xml><?xml version="1.0" encoding="utf-8"?>
<a:theme xmlns:a="http://schemas.openxmlformats.org/drawingml/2006/main" name="Presentation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55DFB19D-8CD7-374E-93C3-3427CC06C4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D494B3FE-53B0-E440-9A9B-ABF54A0C63FE}"/>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ABB46C2A-DBBF-2F44-9DD8-9AA6E3D75EB1}"/>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3B148348-D753-0A4F-BC14-61EDA13F40B8}"/>
    </a:ext>
  </a:extLst>
</a:theme>
</file>

<file path=ppt/theme/theme6.xml><?xml version="1.0" encoding="utf-8"?>
<a:theme xmlns:a="http://schemas.openxmlformats.org/drawingml/2006/main" name="Berli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Presentation3</Template>
  <TotalTime>1427</TotalTime>
  <Words>548</Words>
  <Application>Microsoft Office PowerPoint</Application>
  <PresentationFormat>Widescreen</PresentationFormat>
  <Paragraphs>63</Paragraphs>
  <Slides>17</Slides>
  <Notes>11</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17</vt:i4>
      </vt:variant>
    </vt:vector>
  </HeadingPairs>
  <TitlesOfParts>
    <vt:vector size="30" baseType="lpstr">
      <vt:lpstr>Arial</vt:lpstr>
      <vt:lpstr>Calibri</vt:lpstr>
      <vt:lpstr>Calibri Light</vt:lpstr>
      <vt:lpstr>Consolas</vt:lpstr>
      <vt:lpstr>Garamond</vt:lpstr>
      <vt:lpstr>Times New Roman</vt:lpstr>
      <vt:lpstr>Trebuchet MS</vt:lpstr>
      <vt:lpstr>Presentation3</vt:lpstr>
      <vt:lpstr>Custom Design</vt:lpstr>
      <vt:lpstr>1_Custom Design</vt:lpstr>
      <vt:lpstr>2_Custom Design</vt:lpstr>
      <vt:lpstr>3_Custom Design</vt:lpstr>
      <vt:lpstr>Berlin</vt:lpstr>
      <vt:lpstr>IT2060  Operating Systems and System Administration  </vt:lpstr>
      <vt:lpstr>Disk Scheduling</vt:lpstr>
      <vt:lpstr>PowerPoint Presentation</vt:lpstr>
      <vt:lpstr>Disk Scheduling (Cont.)</vt:lpstr>
      <vt:lpstr>Disk Scheduling</vt:lpstr>
      <vt:lpstr>FCFS</vt:lpstr>
      <vt:lpstr>SSTF</vt:lpstr>
      <vt:lpstr>SSTF (Cont.)</vt:lpstr>
      <vt:lpstr>SCAN</vt:lpstr>
      <vt:lpstr>SCAN (Cont.)</vt:lpstr>
      <vt:lpstr>C-SCAN</vt:lpstr>
      <vt:lpstr>C-SCAN (Cont.)</vt:lpstr>
      <vt:lpstr>Look Scheduling</vt:lpstr>
      <vt:lpstr>Look (Cont.)</vt:lpstr>
      <vt:lpstr>C-LOOK</vt:lpstr>
      <vt:lpstr>C-LOOK (Cont.)</vt:lpstr>
      <vt:lpstr>End of Lecture 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Samantha Rajapaksha</dc:creator>
  <cp:lastModifiedBy>Sanvitha Kasthuriarachchi</cp:lastModifiedBy>
  <cp:revision>51</cp:revision>
  <dcterms:created xsi:type="dcterms:W3CDTF">2019-01-23T09:30:27Z</dcterms:created>
  <dcterms:modified xsi:type="dcterms:W3CDTF">2025-03-10T04:57:51Z</dcterms:modified>
</cp:coreProperties>
</file>